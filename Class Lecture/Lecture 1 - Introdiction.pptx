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9" r:id="rId31"/>
    <p:sldId id="290" r:id="rId32"/>
    <p:sldId id="291" r:id="rId33"/>
    <p:sldId id="292" r:id="rId34"/>
    <p:sldId id="293" r:id="rId35"/>
    <p:sldId id="294" r:id="rId36"/>
    <p:sldId id="297" r:id="rId37"/>
    <p:sldId id="298" r:id="rId38"/>
    <p:sldId id="299" r:id="rId39"/>
    <p:sldId id="300" r:id="rId40"/>
    <p:sldId id="302" r:id="rId41"/>
    <p:sldId id="303" r:id="rId42"/>
    <p:sldId id="304" r:id="rId43"/>
    <p:sldId id="305" r:id="rId4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2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8D0D0-F18E-43B2-8FD5-4434CB02C4F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BD355-1BC4-42EA-A177-F289809F3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7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BD355-1BC4-42EA-A177-F289809F34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2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02054" y="90170"/>
            <a:ext cx="5739891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A6A11-33E4-43D7-9AC4-446D5D24722E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E039F-CA1C-4593-B2FE-60BF54A7CA33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F4C98-5C81-4CCE-8660-BFEBB1FF0162}" type="datetime1">
              <a:rPr lang="en-US" smtClean="0"/>
              <a:t>5/25/2025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FC0EF-C14D-484B-A2B0-7C0BFF85B180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D87E8-5A6D-46FD-9CBC-126A6568D186}" type="datetime1">
              <a:rPr lang="en-US" smtClean="0"/>
              <a:t>5/25/2025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040" y="90170"/>
            <a:ext cx="850391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25220"/>
            <a:ext cx="7994650" cy="4630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E19FA-A307-4BAE-BC48-90AB9AE9B682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0415" y="6429364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jpg"/><Relationship Id="rId7" Type="http://schemas.openxmlformats.org/officeDocument/2006/relationships/image" Target="../media/image23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jpg"/><Relationship Id="rId9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11" Type="http://schemas.openxmlformats.org/officeDocument/2006/relationships/image" Target="../media/image35.png"/><Relationship Id="rId5" Type="http://schemas.openxmlformats.org/officeDocument/2006/relationships/image" Target="../media/image29.jp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37.png"/><Relationship Id="rId7" Type="http://schemas.openxmlformats.org/officeDocument/2006/relationships/image" Target="../media/image40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g"/><Relationship Id="rId5" Type="http://schemas.openxmlformats.org/officeDocument/2006/relationships/image" Target="../media/image39.png"/><Relationship Id="rId10" Type="http://schemas.openxmlformats.org/officeDocument/2006/relationships/image" Target="../media/image26.png"/><Relationship Id="rId4" Type="http://schemas.openxmlformats.org/officeDocument/2006/relationships/image" Target="../media/image38.png"/><Relationship Id="rId9" Type="http://schemas.openxmlformats.org/officeDocument/2006/relationships/image" Target="../media/image4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3.png"/><Relationship Id="rId18" Type="http://schemas.openxmlformats.org/officeDocument/2006/relationships/image" Target="../media/image7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72.png"/><Relationship Id="rId17" Type="http://schemas.openxmlformats.org/officeDocument/2006/relationships/image" Target="../media/image70.png"/><Relationship Id="rId2" Type="http://schemas.openxmlformats.org/officeDocument/2006/relationships/image" Target="../media/image55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7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3" Type="http://schemas.openxmlformats.org/officeDocument/2006/relationships/image" Target="../media/image56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17" Type="http://schemas.openxmlformats.org/officeDocument/2006/relationships/image" Target="../media/image86.png"/><Relationship Id="rId2" Type="http://schemas.openxmlformats.org/officeDocument/2006/relationships/image" Target="../media/image78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3.png"/><Relationship Id="rId5" Type="http://schemas.openxmlformats.org/officeDocument/2006/relationships/image" Target="../media/image66.png"/><Relationship Id="rId15" Type="http://schemas.openxmlformats.org/officeDocument/2006/relationships/image" Target="../media/image85.png"/><Relationship Id="rId10" Type="http://schemas.openxmlformats.org/officeDocument/2006/relationships/image" Target="../media/image82.png"/><Relationship Id="rId4" Type="http://schemas.openxmlformats.org/officeDocument/2006/relationships/image" Target="../media/image59.png"/><Relationship Id="rId9" Type="http://schemas.openxmlformats.org/officeDocument/2006/relationships/image" Target="../media/image81.png"/><Relationship Id="rId1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7.png"/><Relationship Id="rId18" Type="http://schemas.openxmlformats.org/officeDocument/2006/relationships/image" Target="../media/image100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87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63.png"/><Relationship Id="rId10" Type="http://schemas.openxmlformats.org/officeDocument/2006/relationships/image" Target="../media/image95.png"/><Relationship Id="rId19" Type="http://schemas.openxmlformats.org/officeDocument/2006/relationships/image" Target="../media/image101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jp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jp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4cgWya-wjgY" TargetMode="External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outube.com/watch?v=VCdxqn0fcnE" TargetMode="External"/><Relationship Id="rId4" Type="http://schemas.openxmlformats.org/officeDocument/2006/relationships/hyperlink" Target="http://heli.stanford.edu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06" y="1867090"/>
            <a:ext cx="3113078" cy="24645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1937" y="1090383"/>
            <a:ext cx="5556250" cy="341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50"/>
              </a:lnSpc>
              <a:spcBef>
                <a:spcPts val="100"/>
              </a:spcBef>
            </a:pPr>
            <a:r>
              <a:rPr sz="4000" b="0" dirty="0">
                <a:latin typeface="Calibri"/>
                <a:cs typeface="Calibri"/>
              </a:rPr>
              <a:t>CIS</a:t>
            </a:r>
            <a:r>
              <a:rPr sz="4000" b="0" spc="-55" dirty="0">
                <a:latin typeface="Calibri"/>
                <a:cs typeface="Calibri"/>
              </a:rPr>
              <a:t> </a:t>
            </a:r>
            <a:r>
              <a:rPr sz="4000" b="0" spc="-10" dirty="0" smtClean="0">
                <a:latin typeface="Calibri"/>
                <a:cs typeface="Calibri"/>
              </a:rPr>
              <a:t>4</a:t>
            </a:r>
            <a:r>
              <a:rPr lang="en-US" sz="4000" b="0" spc="-10" dirty="0" smtClean="0">
                <a:latin typeface="Calibri"/>
                <a:cs typeface="Calibri"/>
              </a:rPr>
              <a:t>65</a:t>
            </a:r>
            <a:endParaRPr sz="4000" dirty="0">
              <a:latin typeface="Calibri"/>
              <a:cs typeface="Calibri"/>
            </a:endParaRPr>
          </a:p>
          <a:p>
            <a:pPr marL="12700" marR="5080">
              <a:lnSpc>
                <a:spcPts val="7200"/>
              </a:lnSpc>
              <a:spcBef>
                <a:spcPts val="50"/>
              </a:spcBef>
            </a:pPr>
            <a:r>
              <a:rPr lang="en-US" sz="6000" b="0" dirty="0" smtClean="0">
                <a:latin typeface="Calibri"/>
                <a:cs typeface="Calibri"/>
              </a:rPr>
              <a:t>Neural Network and Pattern Recognition</a:t>
            </a:r>
            <a:endParaRPr sz="6000" dirty="0">
              <a:latin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406" y="4953000"/>
            <a:ext cx="8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</a:t>
            </a:r>
            <a:r>
              <a:rPr lang="en-US" dirty="0" err="1" smtClean="0"/>
              <a:t>Sifat</a:t>
            </a:r>
            <a:r>
              <a:rPr lang="en-US" dirty="0" smtClean="0"/>
              <a:t> </a:t>
            </a:r>
            <a:r>
              <a:rPr lang="en-US" dirty="0" err="1" smtClean="0"/>
              <a:t>Momen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094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What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8" y="1137920"/>
            <a:ext cx="8139430" cy="54927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0975" marR="5080" indent="-168275">
              <a:lnSpc>
                <a:spcPts val="3300"/>
              </a:lnSpc>
              <a:spcBef>
                <a:spcPts val="459"/>
              </a:spcBef>
            </a:pPr>
            <a:r>
              <a:rPr sz="3000" dirty="0">
                <a:latin typeface="Calibri"/>
                <a:cs typeface="Calibri"/>
              </a:rPr>
              <a:t>“Learning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system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improves </a:t>
            </a:r>
            <a:r>
              <a:rPr sz="3000" dirty="0">
                <a:latin typeface="Calibri"/>
                <a:cs typeface="Calibri"/>
              </a:rPr>
              <a:t>performance</a:t>
            </a:r>
            <a:r>
              <a:rPr sz="3000" spc="-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experience.”</a:t>
            </a:r>
            <a:endParaRPr sz="3000" dirty="0">
              <a:latin typeface="Calibri"/>
              <a:cs typeface="Calibri"/>
            </a:endParaRPr>
          </a:p>
          <a:p>
            <a:pPr marL="2755900">
              <a:lnSpc>
                <a:spcPct val="100000"/>
              </a:lnSpc>
              <a:spcBef>
                <a:spcPts val="240"/>
              </a:spcBef>
            </a:pPr>
            <a:r>
              <a:rPr sz="3000" dirty="0">
                <a:latin typeface="Calibri"/>
                <a:cs typeface="Calibri"/>
              </a:rPr>
              <a:t>-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Herbert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Simon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Definition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80" dirty="0">
                <a:latin typeface="Calibri"/>
                <a:cs typeface="Calibri"/>
              </a:rPr>
              <a:t>Tom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Mitchell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(1998):</a:t>
            </a:r>
            <a:endParaRPr sz="3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3000" dirty="0">
                <a:latin typeface="Calibri"/>
                <a:cs typeface="Calibri"/>
              </a:rPr>
              <a:t>Machine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Learning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study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algorithms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that</a:t>
            </a:r>
            <a:endParaRPr sz="3000" dirty="0">
              <a:latin typeface="Calibri"/>
              <a:cs typeface="Calibri"/>
            </a:endParaRPr>
          </a:p>
          <a:p>
            <a:pPr marL="840740" indent="-37338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840740" algn="l"/>
              </a:tabLst>
            </a:pPr>
            <a:r>
              <a:rPr sz="3000" spc="-10" dirty="0">
                <a:latin typeface="Calibri"/>
                <a:cs typeface="Calibri"/>
              </a:rPr>
              <a:t>improve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their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performance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i="1" spc="75" dirty="0">
                <a:latin typeface="Bookman Old Style"/>
                <a:cs typeface="Bookman Old Style"/>
              </a:rPr>
              <a:t>P</a:t>
            </a:r>
            <a:endParaRPr sz="3000" dirty="0">
              <a:latin typeface="Bookman Old Style"/>
              <a:cs typeface="Bookman Old Style"/>
            </a:endParaRPr>
          </a:p>
          <a:p>
            <a:pPr marL="840740" indent="-37338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40740" algn="l"/>
              </a:tabLst>
            </a:pPr>
            <a:r>
              <a:rPr sz="3000" dirty="0">
                <a:latin typeface="Calibri"/>
                <a:cs typeface="Calibri"/>
              </a:rPr>
              <a:t>at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some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task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i="1" spc="-50" dirty="0">
                <a:latin typeface="Bookman Old Style"/>
                <a:cs typeface="Bookman Old Style"/>
              </a:rPr>
              <a:t>T</a:t>
            </a:r>
            <a:endParaRPr sz="3000" dirty="0">
              <a:latin typeface="Bookman Old Style"/>
              <a:cs typeface="Bookman Old Style"/>
            </a:endParaRPr>
          </a:p>
          <a:p>
            <a:pPr marL="840740" indent="-37338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840740" algn="l"/>
              </a:tabLst>
            </a:pPr>
            <a:r>
              <a:rPr sz="3000" dirty="0">
                <a:latin typeface="Calibri"/>
                <a:cs typeface="Calibri"/>
              </a:rPr>
              <a:t>with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experience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i="1" spc="50" dirty="0">
                <a:latin typeface="Bookman Old Style"/>
                <a:cs typeface="Bookman Old Style"/>
              </a:rPr>
              <a:t>E</a:t>
            </a:r>
            <a:r>
              <a:rPr sz="3000" spc="50" dirty="0"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  <a:p>
            <a:pPr marL="467359">
              <a:lnSpc>
                <a:spcPct val="100000"/>
              </a:lnSpc>
              <a:spcBef>
                <a:spcPts val="400"/>
              </a:spcBef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well-</a:t>
            </a:r>
            <a:r>
              <a:rPr sz="3000" dirty="0">
                <a:latin typeface="Calibri"/>
                <a:cs typeface="Calibri"/>
              </a:rPr>
              <a:t>defined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learning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task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given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&lt;</a:t>
            </a:r>
            <a:r>
              <a:rPr sz="3000" i="1" dirty="0">
                <a:latin typeface="Bookman Old Style"/>
                <a:cs typeface="Bookman Old Style"/>
              </a:rPr>
              <a:t>P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i="1" dirty="0">
                <a:latin typeface="Bookman Old Style"/>
                <a:cs typeface="Bookman Old Style"/>
              </a:rPr>
              <a:t>T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i="1" spc="-25" dirty="0">
                <a:latin typeface="Bookman Old Style"/>
                <a:cs typeface="Bookman Old Style"/>
              </a:rPr>
              <a:t>E</a:t>
            </a:r>
            <a:r>
              <a:rPr sz="3000" spc="-25" dirty="0">
                <a:latin typeface="Calibri"/>
                <a:cs typeface="Calibri"/>
              </a:rPr>
              <a:t>&gt;.</a:t>
            </a:r>
            <a:endParaRPr sz="3000" dirty="0">
              <a:latin typeface="Calibri"/>
              <a:cs typeface="Calibri"/>
            </a:endParaRPr>
          </a:p>
          <a:p>
            <a:pPr marR="73025" algn="r">
              <a:lnSpc>
                <a:spcPct val="100000"/>
              </a:lnSpc>
              <a:spcBef>
                <a:spcPts val="3010"/>
              </a:spcBef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090" y="617220"/>
            <a:ext cx="42030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C0504D"/>
                </a:solidFill>
              </a:rPr>
              <a:t>Traditional</a:t>
            </a:r>
            <a:r>
              <a:rPr sz="3200" spc="-110" dirty="0">
                <a:solidFill>
                  <a:srgbClr val="C0504D"/>
                </a:solidFill>
              </a:rPr>
              <a:t> </a:t>
            </a:r>
            <a:r>
              <a:rPr sz="3200" spc="-10" dirty="0">
                <a:solidFill>
                  <a:srgbClr val="C0504D"/>
                </a:solidFill>
              </a:rPr>
              <a:t>Programming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20090" y="3538220"/>
            <a:ext cx="303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C0504D"/>
                </a:solidFill>
                <a:latin typeface="Calibri"/>
                <a:cs typeface="Calibri"/>
              </a:rPr>
              <a:t>Machine</a:t>
            </a:r>
            <a:r>
              <a:rPr sz="3200" b="1" spc="-7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504D"/>
                </a:solidFill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1600200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1993900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38400" y="2679700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9800" y="2222500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540" y="1517650"/>
            <a:ext cx="1464310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69925">
              <a:lnSpc>
                <a:spcPct val="137400"/>
              </a:lnSpc>
              <a:spcBef>
                <a:spcPts val="95"/>
              </a:spcBef>
            </a:pPr>
            <a:r>
              <a:rPr sz="3200" spc="-3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0540" y="1988820"/>
            <a:ext cx="1212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9000" y="4419600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14600" y="4813300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4600" y="5499100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127001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6000" y="5041900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800"/>
                </a:lnTo>
                <a:lnTo>
                  <a:pt x="0" y="76200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45539" y="4260850"/>
            <a:ext cx="1212215" cy="151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5125">
              <a:lnSpc>
                <a:spcPct val="153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36740" y="4808220"/>
            <a:ext cx="14293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569510"/>
            <a:ext cx="2106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latin typeface="Calibri"/>
                <a:cs typeface="Calibri"/>
              </a:rPr>
              <a:t>When</a:t>
            </a:r>
            <a:r>
              <a:rPr sz="4000" b="0" spc="-8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Do</a:t>
            </a:r>
            <a:r>
              <a:rPr sz="4000" b="0" spc="-7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We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Use</a:t>
            </a:r>
            <a:r>
              <a:rPr sz="4000" b="0" spc="-8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Machine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Learning?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36743"/>
            <a:ext cx="7489825" cy="21183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800" dirty="0">
                <a:latin typeface="Calibri"/>
                <a:cs typeface="Calibri"/>
              </a:rPr>
              <a:t>ML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when: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expertise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(navigating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Mars)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Humans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expertise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(speech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customized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(personalized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medicine)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(genomics)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456343"/>
            <a:ext cx="6567170" cy="13531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isn’t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always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useful:</a:t>
            </a:r>
            <a:endParaRPr sz="2800">
              <a:latin typeface="Calibri"/>
              <a:cs typeface="Calibri"/>
            </a:endParaRPr>
          </a:p>
          <a:p>
            <a:pPr marL="8121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“learn”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payroll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Alpaydin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291624"/>
            <a:ext cx="2082482" cy="16676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2204" y="3291624"/>
            <a:ext cx="2001164" cy="16676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5890" y="3287915"/>
            <a:ext cx="1973478" cy="167134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01891" y="3291624"/>
            <a:ext cx="1830031" cy="1667637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292" y="209232"/>
            <a:ext cx="842264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9725" marR="5080" indent="-1597660">
              <a:lnSpc>
                <a:spcPct val="113100"/>
              </a:lnSpc>
              <a:spcBef>
                <a:spcPts val="100"/>
              </a:spcBef>
            </a:pP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classic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example</a:t>
            </a:r>
            <a:r>
              <a:rPr sz="2800" b="0" spc="-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of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task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that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requires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machine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learning: </a:t>
            </a:r>
            <a:r>
              <a:rPr sz="2800" b="0" dirty="0">
                <a:latin typeface="Calibri"/>
                <a:cs typeface="Calibri"/>
              </a:rPr>
              <a:t>It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is</a:t>
            </a:r>
            <a:r>
              <a:rPr sz="2800" b="0" spc="-4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very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hard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say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what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makes</a:t>
            </a:r>
            <a:r>
              <a:rPr sz="2800" b="0" spc="-4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2637" y="1561048"/>
            <a:ext cx="7327900" cy="4999355"/>
            <a:chOff x="782637" y="1561048"/>
            <a:chExt cx="7327900" cy="4999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783" y="1561048"/>
              <a:ext cx="7104366" cy="49991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2162" y="2565400"/>
              <a:ext cx="5219700" cy="827405"/>
            </a:xfrm>
            <a:custGeom>
              <a:avLst/>
              <a:gdLst/>
              <a:ahLst/>
              <a:cxnLst/>
              <a:rect l="l" t="t" r="r" b="b"/>
              <a:pathLst>
                <a:path w="5219700" h="827404">
                  <a:moveTo>
                    <a:pt x="0" y="0"/>
                  </a:moveTo>
                  <a:lnTo>
                    <a:pt x="5219702" y="0"/>
                  </a:lnTo>
                  <a:lnTo>
                    <a:pt x="5219702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31000" y="2565400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39975" y="4762499"/>
              <a:ext cx="1368425" cy="827405"/>
            </a:xfrm>
            <a:custGeom>
              <a:avLst/>
              <a:gdLst/>
              <a:ahLst/>
              <a:cxnLst/>
              <a:rect l="l" t="t" r="r" b="b"/>
              <a:pathLst>
                <a:path w="1368425" h="827404">
                  <a:moveTo>
                    <a:pt x="0" y="0"/>
                  </a:moveTo>
                  <a:lnTo>
                    <a:pt x="1368430" y="0"/>
                  </a:lnTo>
                  <a:lnTo>
                    <a:pt x="1368430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7087" y="3681412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7"/>
                  </a:lnTo>
                  <a:lnTo>
                    <a:pt x="0" y="82708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739" y="6579051"/>
            <a:ext cx="20777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Geoffrey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Hinton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5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8739" y="6579051"/>
            <a:ext cx="20777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Geoffrey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Hinton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476" y="109220"/>
            <a:ext cx="711327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85470" marR="5080" indent="-573405">
              <a:lnSpc>
                <a:spcPts val="3800"/>
              </a:lnSpc>
              <a:spcBef>
                <a:spcPts val="240"/>
              </a:spcBef>
            </a:pPr>
            <a:r>
              <a:rPr sz="3200" b="0" dirty="0">
                <a:latin typeface="Calibri"/>
                <a:cs typeface="Calibri"/>
              </a:rPr>
              <a:t>Some</a:t>
            </a:r>
            <a:r>
              <a:rPr sz="3200" b="0" spc="-8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more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examples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of</a:t>
            </a:r>
            <a:r>
              <a:rPr sz="3200" b="0" spc="-7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tasks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that</a:t>
            </a:r>
            <a:r>
              <a:rPr sz="3200" b="0" spc="-7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are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spc="-20" dirty="0">
                <a:latin typeface="Calibri"/>
                <a:cs typeface="Calibri"/>
              </a:rPr>
              <a:t>best </a:t>
            </a:r>
            <a:r>
              <a:rPr sz="3200" b="0" dirty="0">
                <a:latin typeface="Calibri"/>
                <a:cs typeface="Calibri"/>
              </a:rPr>
              <a:t>solved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by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using</a:t>
            </a:r>
            <a:r>
              <a:rPr sz="3200" b="0" spc="-5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a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learning</a:t>
            </a:r>
            <a:r>
              <a:rPr sz="3200" b="0" spc="-50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92343"/>
            <a:ext cx="8286750" cy="47345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Recognizing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identities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expressions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220"/>
              </a:spcBef>
              <a:buFont typeface="Arial"/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Handwritten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6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spoken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words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Medical</a:t>
            </a:r>
            <a:r>
              <a:rPr sz="2400" spc="-10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Generating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Generating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4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motion</a:t>
            </a:r>
            <a:r>
              <a:rPr sz="2400" spc="-4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sequences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Recognizing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anomalies: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credit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card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transactions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patterns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sensor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readings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nuclear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power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plant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Prediction: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Future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stock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prices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currency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exchange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rates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6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8739" y="6578018"/>
            <a:ext cx="2106295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992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-5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49020"/>
            <a:ext cx="3644900" cy="430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Web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Computational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biology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Finance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30" dirty="0">
                <a:latin typeface="Calibri"/>
                <a:cs typeface="Calibri"/>
              </a:rPr>
              <a:t>E-</a:t>
            </a:r>
            <a:r>
              <a:rPr sz="2800" spc="-10" dirty="0">
                <a:latin typeface="Calibri"/>
                <a:cs typeface="Calibri"/>
              </a:rPr>
              <a:t>commerce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exploration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Robotics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extraction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Debugging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software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[Your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favorite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area]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7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Calibri"/>
                <a:cs typeface="Calibri"/>
              </a:rPr>
              <a:t>Samuel’s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45" dirty="0">
                <a:latin typeface="Calibri"/>
                <a:cs typeface="Calibri"/>
              </a:rPr>
              <a:t>Checkers-</a:t>
            </a:r>
            <a:r>
              <a:rPr b="0" spc="-10" dirty="0">
                <a:latin typeface="Calibri"/>
                <a:cs typeface="Calibri"/>
              </a:rPr>
              <a:t>Player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8014970" cy="1490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  <a:tabLst>
                <a:tab pos="4319905" algn="l"/>
              </a:tabLst>
            </a:pPr>
            <a:r>
              <a:rPr sz="3200" dirty="0">
                <a:latin typeface="Calibri"/>
                <a:cs typeface="Calibri"/>
              </a:rPr>
              <a:t>“Machine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Learning: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Field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study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gives computers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ability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without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being </a:t>
            </a:r>
            <a:r>
              <a:rPr sz="3200" dirty="0">
                <a:latin typeface="Calibri"/>
                <a:cs typeface="Calibri"/>
              </a:rPr>
              <a:t>explicitly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programmed.”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-</a:t>
            </a:r>
            <a:r>
              <a:rPr sz="3200" dirty="0">
                <a:latin typeface="Calibri"/>
                <a:cs typeface="Calibri"/>
              </a:rPr>
              <a:t>Arthur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Samuel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(1959)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310" y="3149600"/>
            <a:ext cx="5899378" cy="33147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8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63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Defining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149" y="1047115"/>
            <a:ext cx="6676390" cy="528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 marR="5080" indent="904240">
              <a:lnSpc>
                <a:spcPct val="113100"/>
              </a:lnSpc>
              <a:spcBef>
                <a:spcPts val="100"/>
              </a:spcBef>
            </a:pP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Improve</a:t>
            </a:r>
            <a:r>
              <a:rPr sz="2800" spc="-10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task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45" dirty="0">
                <a:solidFill>
                  <a:srgbClr val="FF3300"/>
                </a:solidFill>
                <a:latin typeface="Calibri"/>
                <a:cs typeface="Calibri"/>
              </a:rPr>
              <a:t>T,</a:t>
            </a:r>
            <a:r>
              <a:rPr sz="2800" spc="-1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with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respect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00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performance</a:t>
            </a:r>
            <a:r>
              <a:rPr sz="2800" spc="-13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metric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95" dirty="0">
                <a:solidFill>
                  <a:srgbClr val="FF3300"/>
                </a:solidFill>
                <a:latin typeface="Calibri"/>
                <a:cs typeface="Calibri"/>
              </a:rPr>
              <a:t>P,</a:t>
            </a:r>
            <a:r>
              <a:rPr sz="2800" spc="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based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sz="2800" spc="-6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experience</a:t>
            </a:r>
            <a:r>
              <a:rPr sz="2800" spc="-6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2435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Playing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checkers</a:t>
            </a:r>
            <a:endParaRPr sz="1800">
              <a:latin typeface="Calibri"/>
              <a:cs typeface="Calibri"/>
            </a:endParaRPr>
          </a:p>
          <a:p>
            <a:pPr marL="12700" marR="1220470">
              <a:lnSpc>
                <a:spcPts val="1900"/>
              </a:lnSpc>
              <a:spcBef>
                <a:spcPts val="200"/>
              </a:spcBef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arbitrary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opponent </a:t>
            </a:r>
            <a:r>
              <a:rPr sz="1800" dirty="0">
                <a:latin typeface="Calibri"/>
                <a:cs typeface="Calibri"/>
              </a:rPr>
              <a:t>E: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practice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games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against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itself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1720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Recognizing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hand-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</a:pPr>
            <a:r>
              <a:rPr sz="1800" dirty="0">
                <a:latin typeface="Calibri"/>
                <a:cs typeface="Calibri"/>
              </a:rPr>
              <a:t>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labeled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handwritten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  <a:spcBef>
                <a:spcPts val="1739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four-</a:t>
            </a:r>
            <a:r>
              <a:rPr sz="1800" dirty="0">
                <a:latin typeface="Calibri"/>
                <a:cs typeface="Calibri"/>
              </a:rPr>
              <a:t>lane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highways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sensors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distance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traveled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before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judged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</a:t>
            </a:r>
            <a:endParaRPr sz="1800">
              <a:latin typeface="Calibri"/>
              <a:cs typeface="Calibri"/>
            </a:endParaRPr>
          </a:p>
          <a:p>
            <a:pPr marL="274320" marR="681990" indent="-262255">
              <a:lnSpc>
                <a:spcPts val="1900"/>
              </a:lnSpc>
              <a:spcBef>
                <a:spcPts val="200"/>
              </a:spcBef>
            </a:pPr>
            <a:r>
              <a:rPr sz="1800" dirty="0">
                <a:latin typeface="Calibri"/>
                <a:cs typeface="Calibri"/>
              </a:rPr>
              <a:t>E: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commands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while </a:t>
            </a:r>
            <a:r>
              <a:rPr sz="1800" dirty="0">
                <a:latin typeface="Calibri"/>
                <a:cs typeface="Calibri"/>
              </a:rPr>
              <a:t>observing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driver.</a:t>
            </a:r>
            <a:endParaRPr sz="1800">
              <a:latin typeface="Calibri"/>
              <a:cs typeface="Calibri"/>
            </a:endParaRPr>
          </a:p>
          <a:p>
            <a:pPr marL="12700" marR="1724025" algn="just">
              <a:lnSpc>
                <a:spcPct val="90300"/>
              </a:lnSpc>
              <a:spcBef>
                <a:spcPts val="1930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Categorize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legitimate. </a:t>
            </a: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classified. </a:t>
            </a:r>
            <a:r>
              <a:rPr sz="1800" dirty="0">
                <a:latin typeface="Calibri"/>
                <a:cs typeface="Calibri"/>
              </a:rPr>
              <a:t>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labels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1818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9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879" y="2144077"/>
            <a:ext cx="7005320" cy="13690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471930" marR="5080" indent="-1459865">
              <a:lnSpc>
                <a:spcPct val="100400"/>
              </a:lnSpc>
              <a:spcBef>
                <a:spcPts val="75"/>
              </a:spcBef>
            </a:pPr>
            <a:r>
              <a:rPr b="0" dirty="0">
                <a:latin typeface="Calibri"/>
                <a:cs typeface="Calibri"/>
              </a:rPr>
              <a:t>State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Art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Applications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of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10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914" y="185420"/>
            <a:ext cx="40633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Autonomous</a:t>
            </a:r>
            <a:r>
              <a:rPr b="0" spc="-22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Cars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49913" y="1111135"/>
            <a:ext cx="3535679" cy="2597785"/>
            <a:chOff x="4949913" y="1111135"/>
            <a:chExt cx="3535679" cy="2597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9913" y="1111135"/>
              <a:ext cx="3535654" cy="25974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34494" y="1990026"/>
              <a:ext cx="1447800" cy="1295400"/>
            </a:xfrm>
            <a:custGeom>
              <a:avLst/>
              <a:gdLst/>
              <a:ahLst/>
              <a:cxnLst/>
              <a:rect l="l" t="t" r="r" b="b"/>
              <a:pathLst>
                <a:path w="1447800" h="1295400">
                  <a:moveTo>
                    <a:pt x="0" y="0"/>
                  </a:moveTo>
                  <a:lnTo>
                    <a:pt x="1447800" y="0"/>
                  </a:lnTo>
                  <a:lnTo>
                    <a:pt x="14478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648" y="1100950"/>
            <a:ext cx="3827145" cy="25089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7093" y="3599395"/>
            <a:ext cx="4520565" cy="3142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755015" indent="-342900">
              <a:lnSpc>
                <a:spcPct val="99600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Nevada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made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legal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for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cars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drive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on </a:t>
            </a:r>
            <a:r>
              <a:rPr sz="2300" dirty="0">
                <a:latin typeface="Calibri"/>
                <a:cs typeface="Calibri"/>
              </a:rPr>
              <a:t>roads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June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2011</a:t>
            </a:r>
            <a:endParaRPr sz="2300">
              <a:latin typeface="Calibri"/>
              <a:cs typeface="Calibri"/>
            </a:endParaRPr>
          </a:p>
          <a:p>
            <a:pPr marL="355600" marR="386080" indent="-342900">
              <a:lnSpc>
                <a:spcPct val="10020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2013,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four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states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(Nevada, </a:t>
            </a:r>
            <a:r>
              <a:rPr sz="2300" dirty="0">
                <a:latin typeface="Calibri"/>
                <a:cs typeface="Calibri"/>
              </a:rPr>
              <a:t>Florida,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California,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Michigan)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legalized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12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cars</a:t>
            </a:r>
            <a:endParaRPr sz="2300">
              <a:latin typeface="Calibri"/>
              <a:cs typeface="Calibri"/>
            </a:endParaRPr>
          </a:p>
          <a:p>
            <a:pPr marL="2004060">
              <a:lnSpc>
                <a:spcPts val="2130"/>
              </a:lnSpc>
              <a:spcBef>
                <a:spcPts val="420"/>
              </a:spcBef>
            </a:pP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Penn’s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Autonomous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endParaRPr sz="1800">
              <a:latin typeface="Wingdings"/>
              <a:cs typeface="Wingdings"/>
            </a:endParaRPr>
          </a:p>
          <a:p>
            <a:pPr marL="2004060">
              <a:lnSpc>
                <a:spcPts val="213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(Ben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Franklin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Racing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Team)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28552" y="3831666"/>
            <a:ext cx="3191510" cy="2824480"/>
            <a:chOff x="5128552" y="3831666"/>
            <a:chExt cx="3191510" cy="2824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1251" y="3844364"/>
              <a:ext cx="3166033" cy="279883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34902" y="3838016"/>
              <a:ext cx="3178810" cy="2811780"/>
            </a:xfrm>
            <a:custGeom>
              <a:avLst/>
              <a:gdLst/>
              <a:ahLst/>
              <a:cxnLst/>
              <a:rect l="l" t="t" r="r" b="b"/>
              <a:pathLst>
                <a:path w="3178809" h="2811779">
                  <a:moveTo>
                    <a:pt x="0" y="0"/>
                  </a:moveTo>
                  <a:lnTo>
                    <a:pt x="3178731" y="0"/>
                  </a:lnTo>
                  <a:lnTo>
                    <a:pt x="3178731" y="2811541"/>
                  </a:lnTo>
                  <a:lnTo>
                    <a:pt x="0" y="281154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11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081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Autonomous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Car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Sensors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7600"/>
            <a:ext cx="9144000" cy="4940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12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851" y="299720"/>
            <a:ext cx="65424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Autonomous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Car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Technology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400" y="1371600"/>
            <a:ext cx="5791200" cy="2228850"/>
            <a:chOff x="152400" y="1371600"/>
            <a:chExt cx="5791200" cy="222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371600"/>
              <a:ext cx="5791200" cy="2209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10118" y="2016124"/>
              <a:ext cx="3275329" cy="1562735"/>
            </a:xfrm>
            <a:custGeom>
              <a:avLst/>
              <a:gdLst/>
              <a:ahLst/>
              <a:cxnLst/>
              <a:rect l="l" t="t" r="r" b="b"/>
              <a:pathLst>
                <a:path w="3275329" h="1562735">
                  <a:moveTo>
                    <a:pt x="2672880" y="523709"/>
                  </a:moveTo>
                  <a:lnTo>
                    <a:pt x="2671762" y="524179"/>
                  </a:lnTo>
                  <a:lnTo>
                    <a:pt x="2672651" y="523976"/>
                  </a:lnTo>
                  <a:lnTo>
                    <a:pt x="2672880" y="523709"/>
                  </a:lnTo>
                  <a:close/>
                </a:path>
                <a:path w="3275329" h="1562735">
                  <a:moveTo>
                    <a:pt x="2760408" y="481711"/>
                  </a:moveTo>
                  <a:lnTo>
                    <a:pt x="2752572" y="461899"/>
                  </a:lnTo>
                  <a:lnTo>
                    <a:pt x="2738247" y="444296"/>
                  </a:lnTo>
                  <a:lnTo>
                    <a:pt x="2732608" y="437362"/>
                  </a:lnTo>
                  <a:lnTo>
                    <a:pt x="2705824" y="414032"/>
                  </a:lnTo>
                  <a:lnTo>
                    <a:pt x="2677553" y="397840"/>
                  </a:lnTo>
                  <a:lnTo>
                    <a:pt x="2646959" y="391858"/>
                  </a:lnTo>
                  <a:lnTo>
                    <a:pt x="2611590" y="392518"/>
                  </a:lnTo>
                  <a:lnTo>
                    <a:pt x="2574315" y="395846"/>
                  </a:lnTo>
                  <a:lnTo>
                    <a:pt x="2538006" y="397840"/>
                  </a:lnTo>
                  <a:lnTo>
                    <a:pt x="2501481" y="396392"/>
                  </a:lnTo>
                  <a:lnTo>
                    <a:pt x="2463876" y="393979"/>
                  </a:lnTo>
                  <a:lnTo>
                    <a:pt x="2428443" y="393496"/>
                  </a:lnTo>
                  <a:lnTo>
                    <a:pt x="2370188" y="410248"/>
                  </a:lnTo>
                  <a:lnTo>
                    <a:pt x="2328862" y="444296"/>
                  </a:lnTo>
                  <a:lnTo>
                    <a:pt x="2326729" y="446722"/>
                  </a:lnTo>
                  <a:lnTo>
                    <a:pt x="2328697" y="459778"/>
                  </a:lnTo>
                  <a:lnTo>
                    <a:pt x="2348700" y="460273"/>
                  </a:lnTo>
                  <a:lnTo>
                    <a:pt x="2429052" y="446722"/>
                  </a:lnTo>
                  <a:lnTo>
                    <a:pt x="2471140" y="444296"/>
                  </a:lnTo>
                  <a:lnTo>
                    <a:pt x="2514015" y="448995"/>
                  </a:lnTo>
                  <a:lnTo>
                    <a:pt x="2561259" y="457682"/>
                  </a:lnTo>
                  <a:lnTo>
                    <a:pt x="2605227" y="468071"/>
                  </a:lnTo>
                  <a:lnTo>
                    <a:pt x="2656840" y="487705"/>
                  </a:lnTo>
                  <a:lnTo>
                    <a:pt x="2669375" y="508876"/>
                  </a:lnTo>
                  <a:lnTo>
                    <a:pt x="2673197" y="516547"/>
                  </a:lnTo>
                  <a:lnTo>
                    <a:pt x="2674899" y="521360"/>
                  </a:lnTo>
                  <a:lnTo>
                    <a:pt x="2672880" y="523709"/>
                  </a:lnTo>
                  <a:lnTo>
                    <a:pt x="2677553" y="521716"/>
                  </a:lnTo>
                  <a:lnTo>
                    <a:pt x="2696629" y="516191"/>
                  </a:lnTo>
                  <a:lnTo>
                    <a:pt x="2724429" y="507530"/>
                  </a:lnTo>
                  <a:lnTo>
                    <a:pt x="2749499" y="495947"/>
                  </a:lnTo>
                  <a:lnTo>
                    <a:pt x="2760408" y="481711"/>
                  </a:lnTo>
                  <a:close/>
                </a:path>
                <a:path w="3275329" h="1562735">
                  <a:moveTo>
                    <a:pt x="3274999" y="897191"/>
                  </a:moveTo>
                  <a:lnTo>
                    <a:pt x="3239554" y="842645"/>
                  </a:lnTo>
                  <a:lnTo>
                    <a:pt x="3197517" y="817816"/>
                  </a:lnTo>
                  <a:lnTo>
                    <a:pt x="3139808" y="798639"/>
                  </a:lnTo>
                  <a:lnTo>
                    <a:pt x="3070961" y="791832"/>
                  </a:lnTo>
                  <a:lnTo>
                    <a:pt x="3017939" y="788949"/>
                  </a:lnTo>
                  <a:lnTo>
                    <a:pt x="2839516" y="781545"/>
                  </a:lnTo>
                  <a:lnTo>
                    <a:pt x="2788843" y="779246"/>
                  </a:lnTo>
                  <a:lnTo>
                    <a:pt x="2750235" y="776884"/>
                  </a:lnTo>
                  <a:lnTo>
                    <a:pt x="2722219" y="771753"/>
                  </a:lnTo>
                  <a:lnTo>
                    <a:pt x="2714155" y="763524"/>
                  </a:lnTo>
                  <a:lnTo>
                    <a:pt x="2715704" y="753364"/>
                  </a:lnTo>
                  <a:lnTo>
                    <a:pt x="2716530" y="742467"/>
                  </a:lnTo>
                  <a:lnTo>
                    <a:pt x="2674658" y="723125"/>
                  </a:lnTo>
                  <a:lnTo>
                    <a:pt x="2614574" y="715899"/>
                  </a:lnTo>
                  <a:lnTo>
                    <a:pt x="2564714" y="714171"/>
                  </a:lnTo>
                  <a:lnTo>
                    <a:pt x="2514587" y="713409"/>
                  </a:lnTo>
                  <a:lnTo>
                    <a:pt x="2453703" y="709041"/>
                  </a:lnTo>
                  <a:lnTo>
                    <a:pt x="2368461" y="699109"/>
                  </a:lnTo>
                  <a:lnTo>
                    <a:pt x="2313076" y="692124"/>
                  </a:lnTo>
                  <a:lnTo>
                    <a:pt x="2253310" y="684110"/>
                  </a:lnTo>
                  <a:lnTo>
                    <a:pt x="2192261" y="675259"/>
                  </a:lnTo>
                  <a:lnTo>
                    <a:pt x="2133041" y="665822"/>
                  </a:lnTo>
                  <a:lnTo>
                    <a:pt x="2078736" y="655993"/>
                  </a:lnTo>
                  <a:lnTo>
                    <a:pt x="2032431" y="646010"/>
                  </a:lnTo>
                  <a:lnTo>
                    <a:pt x="1997265" y="636092"/>
                  </a:lnTo>
                  <a:lnTo>
                    <a:pt x="1997265" y="501713"/>
                  </a:lnTo>
                  <a:lnTo>
                    <a:pt x="2194953" y="373722"/>
                  </a:lnTo>
                  <a:lnTo>
                    <a:pt x="0" y="0"/>
                  </a:lnTo>
                  <a:lnTo>
                    <a:pt x="750747" y="750112"/>
                  </a:lnTo>
                  <a:lnTo>
                    <a:pt x="1165428" y="1162926"/>
                  </a:lnTo>
                  <a:lnTo>
                    <a:pt x="1392059" y="1384960"/>
                  </a:lnTo>
                  <a:lnTo>
                    <a:pt x="1578622" y="1562722"/>
                  </a:lnTo>
                  <a:lnTo>
                    <a:pt x="1719249" y="1527479"/>
                  </a:lnTo>
                  <a:lnTo>
                    <a:pt x="1781289" y="1511579"/>
                  </a:lnTo>
                  <a:lnTo>
                    <a:pt x="1838159" y="1496745"/>
                  </a:lnTo>
                  <a:lnTo>
                    <a:pt x="1890153" y="1482902"/>
                  </a:lnTo>
                  <a:lnTo>
                    <a:pt x="1937537" y="1469986"/>
                  </a:lnTo>
                  <a:lnTo>
                    <a:pt x="1980590" y="1457921"/>
                  </a:lnTo>
                  <a:lnTo>
                    <a:pt x="2019592" y="1446644"/>
                  </a:lnTo>
                  <a:lnTo>
                    <a:pt x="2086521" y="1426159"/>
                  </a:lnTo>
                  <a:lnTo>
                    <a:pt x="2161946" y="1395996"/>
                  </a:lnTo>
                  <a:lnTo>
                    <a:pt x="2171154" y="1381785"/>
                  </a:lnTo>
                  <a:lnTo>
                    <a:pt x="2167534" y="1371638"/>
                  </a:lnTo>
                  <a:lnTo>
                    <a:pt x="2176056" y="1363052"/>
                  </a:lnTo>
                  <a:lnTo>
                    <a:pt x="2199487" y="1359458"/>
                  </a:lnTo>
                  <a:lnTo>
                    <a:pt x="2226208" y="1361147"/>
                  </a:lnTo>
                  <a:lnTo>
                    <a:pt x="2259457" y="1360906"/>
                  </a:lnTo>
                  <a:lnTo>
                    <a:pt x="2302522" y="1351534"/>
                  </a:lnTo>
                  <a:lnTo>
                    <a:pt x="2377325" y="1335925"/>
                  </a:lnTo>
                  <a:lnTo>
                    <a:pt x="2430526" y="1319987"/>
                  </a:lnTo>
                  <a:lnTo>
                    <a:pt x="2466962" y="1303985"/>
                  </a:lnTo>
                  <a:lnTo>
                    <a:pt x="2491486" y="1288199"/>
                  </a:lnTo>
                  <a:lnTo>
                    <a:pt x="2508923" y="1272882"/>
                  </a:lnTo>
                  <a:lnTo>
                    <a:pt x="2524112" y="1258316"/>
                  </a:lnTo>
                  <a:lnTo>
                    <a:pt x="2541879" y="1244765"/>
                  </a:lnTo>
                  <a:lnTo>
                    <a:pt x="2567089" y="1232509"/>
                  </a:lnTo>
                  <a:lnTo>
                    <a:pt x="2615171" y="1217599"/>
                  </a:lnTo>
                  <a:lnTo>
                    <a:pt x="2662199" y="1207173"/>
                  </a:lnTo>
                  <a:lnTo>
                    <a:pt x="2708897" y="1197406"/>
                  </a:lnTo>
                  <a:lnTo>
                    <a:pt x="2755925" y="1184516"/>
                  </a:lnTo>
                  <a:lnTo>
                    <a:pt x="2804020" y="1164678"/>
                  </a:lnTo>
                  <a:lnTo>
                    <a:pt x="2844292" y="1145616"/>
                  </a:lnTo>
                  <a:lnTo>
                    <a:pt x="2893098" y="1124013"/>
                  </a:lnTo>
                  <a:lnTo>
                    <a:pt x="3002623" y="1076261"/>
                  </a:lnTo>
                  <a:lnTo>
                    <a:pt x="3056534" y="1051648"/>
                  </a:lnTo>
                  <a:lnTo>
                    <a:pt x="3105340" y="1027531"/>
                  </a:lnTo>
                  <a:lnTo>
                    <a:pt x="3145625" y="1004697"/>
                  </a:lnTo>
                  <a:lnTo>
                    <a:pt x="3200374" y="971169"/>
                  </a:lnTo>
                  <a:lnTo>
                    <a:pt x="3241370" y="944714"/>
                  </a:lnTo>
                  <a:lnTo>
                    <a:pt x="3266833" y="921372"/>
                  </a:lnTo>
                  <a:lnTo>
                    <a:pt x="3274999" y="897191"/>
                  </a:lnTo>
                  <a:close/>
                </a:path>
              </a:pathLst>
            </a:custGeom>
            <a:solidFill>
              <a:srgbClr val="FF0000">
                <a:alpha val="4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7465" y="2691345"/>
              <a:ext cx="1699895" cy="890269"/>
            </a:xfrm>
            <a:custGeom>
              <a:avLst/>
              <a:gdLst/>
              <a:ahLst/>
              <a:cxnLst/>
              <a:rect l="l" t="t" r="r" b="b"/>
              <a:pathLst>
                <a:path w="1699895" h="890270">
                  <a:moveTo>
                    <a:pt x="0" y="890058"/>
                  </a:moveTo>
                  <a:lnTo>
                    <a:pt x="49672" y="876870"/>
                  </a:lnTo>
                  <a:lnTo>
                    <a:pt x="97573" y="864162"/>
                  </a:lnTo>
                  <a:lnTo>
                    <a:pt x="142476" y="851933"/>
                  </a:lnTo>
                  <a:lnTo>
                    <a:pt x="183155" y="840184"/>
                  </a:lnTo>
                  <a:lnTo>
                    <a:pt x="218382" y="828495"/>
                  </a:lnTo>
                  <a:lnTo>
                    <a:pt x="249113" y="816686"/>
                  </a:lnTo>
                  <a:lnTo>
                    <a:pt x="277390" y="805117"/>
                  </a:lnTo>
                  <a:lnTo>
                    <a:pt x="305259" y="794147"/>
                  </a:lnTo>
                  <a:lnTo>
                    <a:pt x="360859" y="774485"/>
                  </a:lnTo>
                  <a:lnTo>
                    <a:pt x="409919" y="759618"/>
                  </a:lnTo>
                  <a:lnTo>
                    <a:pt x="448622" y="752905"/>
                  </a:lnTo>
                  <a:lnTo>
                    <a:pt x="466133" y="750986"/>
                  </a:lnTo>
                  <a:lnTo>
                    <a:pt x="484054" y="748109"/>
                  </a:lnTo>
                  <a:lnTo>
                    <a:pt x="526572" y="738038"/>
                  </a:lnTo>
                  <a:lnTo>
                    <a:pt x="562549" y="725090"/>
                  </a:lnTo>
                  <a:lnTo>
                    <a:pt x="566569" y="718317"/>
                  </a:lnTo>
                  <a:lnTo>
                    <a:pt x="563094" y="711183"/>
                  </a:lnTo>
                  <a:lnTo>
                    <a:pt x="564797" y="703331"/>
                  </a:lnTo>
                  <a:lnTo>
                    <a:pt x="621577" y="685283"/>
                  </a:lnTo>
                  <a:lnTo>
                    <a:pt x="674221" y="674265"/>
                  </a:lnTo>
                  <a:lnTo>
                    <a:pt x="732238" y="662817"/>
                  </a:lnTo>
                  <a:lnTo>
                    <a:pt x="785580" y="652412"/>
                  </a:lnTo>
                  <a:lnTo>
                    <a:pt x="824199" y="644525"/>
                  </a:lnTo>
                  <a:lnTo>
                    <a:pt x="845867" y="640328"/>
                  </a:lnTo>
                  <a:lnTo>
                    <a:pt x="850364" y="639729"/>
                  </a:lnTo>
                  <a:lnTo>
                    <a:pt x="851591" y="637691"/>
                  </a:lnTo>
                  <a:lnTo>
                    <a:pt x="863447" y="629179"/>
                  </a:lnTo>
                  <a:lnTo>
                    <a:pt x="891792" y="610356"/>
                  </a:lnTo>
                  <a:lnTo>
                    <a:pt x="928859" y="585059"/>
                  </a:lnTo>
                  <a:lnTo>
                    <a:pt x="968106" y="559763"/>
                  </a:lnTo>
                  <a:lnTo>
                    <a:pt x="1002990" y="540940"/>
                  </a:lnTo>
                  <a:lnTo>
                    <a:pt x="1054779" y="529910"/>
                  </a:lnTo>
                  <a:lnTo>
                    <a:pt x="1078012" y="529251"/>
                  </a:lnTo>
                  <a:lnTo>
                    <a:pt x="1103290" y="525595"/>
                  </a:lnTo>
                  <a:lnTo>
                    <a:pt x="1130274" y="517742"/>
                  </a:lnTo>
                  <a:lnTo>
                    <a:pt x="1157804" y="507851"/>
                  </a:lnTo>
                  <a:lnTo>
                    <a:pt x="1187515" y="496282"/>
                  </a:lnTo>
                  <a:lnTo>
                    <a:pt x="1221040" y="483394"/>
                  </a:lnTo>
                  <a:lnTo>
                    <a:pt x="1259674" y="468647"/>
                  </a:lnTo>
                  <a:lnTo>
                    <a:pt x="1302258" y="451743"/>
                  </a:lnTo>
                  <a:lnTo>
                    <a:pt x="1346751" y="433399"/>
                  </a:lnTo>
                  <a:lnTo>
                    <a:pt x="1391110" y="414337"/>
                  </a:lnTo>
                  <a:lnTo>
                    <a:pt x="1437510" y="393896"/>
                  </a:lnTo>
                  <a:lnTo>
                    <a:pt x="1486500" y="371657"/>
                  </a:lnTo>
                  <a:lnTo>
                    <a:pt x="1533586" y="348698"/>
                  </a:lnTo>
                  <a:lnTo>
                    <a:pt x="1574270" y="326099"/>
                  </a:lnTo>
                  <a:lnTo>
                    <a:pt x="1608880" y="302780"/>
                  </a:lnTo>
                  <a:lnTo>
                    <a:pt x="1639678" y="278622"/>
                  </a:lnTo>
                  <a:lnTo>
                    <a:pt x="1683290" y="237860"/>
                  </a:lnTo>
                  <a:lnTo>
                    <a:pt x="1699639" y="219157"/>
                  </a:lnTo>
                  <a:lnTo>
                    <a:pt x="1698822" y="212863"/>
                  </a:lnTo>
                  <a:lnTo>
                    <a:pt x="1656033" y="169283"/>
                  </a:lnTo>
                  <a:lnTo>
                    <a:pt x="1609150" y="138112"/>
                  </a:lnTo>
                  <a:lnTo>
                    <a:pt x="1569358" y="127562"/>
                  </a:lnTo>
                  <a:lnTo>
                    <a:pt x="1547621" y="125524"/>
                  </a:lnTo>
                  <a:lnTo>
                    <a:pt x="1521930" y="122767"/>
                  </a:lnTo>
                  <a:lnTo>
                    <a:pt x="1493383" y="118330"/>
                  </a:lnTo>
                  <a:lnTo>
                    <a:pt x="1462518" y="113175"/>
                  </a:lnTo>
                  <a:lnTo>
                    <a:pt x="1426474" y="108020"/>
                  </a:lnTo>
                  <a:lnTo>
                    <a:pt x="1382390" y="103584"/>
                  </a:lnTo>
                  <a:lnTo>
                    <a:pt x="1334840" y="101159"/>
                  </a:lnTo>
                  <a:lnTo>
                    <a:pt x="1276544" y="99533"/>
                  </a:lnTo>
                  <a:lnTo>
                    <a:pt x="1216294" y="97967"/>
                  </a:lnTo>
                  <a:lnTo>
                    <a:pt x="1162882" y="95727"/>
                  </a:lnTo>
                  <a:lnTo>
                    <a:pt x="1125100" y="92075"/>
                  </a:lnTo>
                  <a:lnTo>
                    <a:pt x="1109497" y="84282"/>
                  </a:lnTo>
                  <a:lnTo>
                    <a:pt x="1115831" y="73851"/>
                  </a:lnTo>
                  <a:lnTo>
                    <a:pt x="1122438" y="62941"/>
                  </a:lnTo>
                  <a:lnTo>
                    <a:pt x="1072348" y="48001"/>
                  </a:lnTo>
                  <a:lnTo>
                    <a:pt x="1023369" y="43029"/>
                  </a:lnTo>
                  <a:lnTo>
                    <a:pt x="967620" y="38610"/>
                  </a:lnTo>
                  <a:lnTo>
                    <a:pt x="912010" y="34558"/>
                  </a:lnTo>
                  <a:lnTo>
                    <a:pt x="863447" y="30691"/>
                  </a:lnTo>
                  <a:lnTo>
                    <a:pt x="810504" y="26315"/>
                  </a:lnTo>
                  <a:lnTo>
                    <a:pt x="760422" y="22539"/>
                  </a:lnTo>
                  <a:lnTo>
                    <a:pt x="716064" y="19002"/>
                  </a:lnTo>
                  <a:lnTo>
                    <a:pt x="680292" y="15345"/>
                  </a:lnTo>
                  <a:lnTo>
                    <a:pt x="654535" y="11509"/>
                  </a:lnTo>
                  <a:lnTo>
                    <a:pt x="636683" y="7672"/>
                  </a:lnTo>
                  <a:lnTo>
                    <a:pt x="624282" y="3836"/>
                  </a:lnTo>
                  <a:lnTo>
                    <a:pt x="614879" y="0"/>
                  </a:lnTo>
                </a:path>
              </a:pathLst>
            </a:custGeom>
            <a:ln w="381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1936" y="2400833"/>
              <a:ext cx="122014" cy="1526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21739" y="2839720"/>
            <a:ext cx="2123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Laser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Terrain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Mapping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3733800"/>
            <a:ext cx="4805362" cy="26876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21952" y="5621020"/>
            <a:ext cx="7023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33CC33"/>
                </a:solidFill>
                <a:latin typeface="Arial"/>
                <a:cs typeface="Arial"/>
              </a:rPr>
              <a:t>Stanley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4144962"/>
            <a:ext cx="4269105" cy="2473325"/>
            <a:chOff x="457200" y="4144962"/>
            <a:chExt cx="4269105" cy="2473325"/>
          </a:xfrm>
        </p:grpSpPr>
        <p:sp>
          <p:nvSpPr>
            <p:cNvPr id="12" name="object 12"/>
            <p:cNvSpPr/>
            <p:nvPr/>
          </p:nvSpPr>
          <p:spPr>
            <a:xfrm>
              <a:off x="595312" y="4144962"/>
              <a:ext cx="2247900" cy="238125"/>
            </a:xfrm>
            <a:custGeom>
              <a:avLst/>
              <a:gdLst/>
              <a:ahLst/>
              <a:cxnLst/>
              <a:rect l="l" t="t" r="r" b="b"/>
              <a:pathLst>
                <a:path w="2247900" h="238125">
                  <a:moveTo>
                    <a:pt x="22479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47900" y="238125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6400800"/>
              <a:ext cx="4268787" cy="21748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12140" y="3754120"/>
            <a:ext cx="2813050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800">
              <a:latin typeface="Calibri"/>
              <a:cs typeface="Calibri"/>
            </a:endParaRPr>
          </a:p>
          <a:p>
            <a:pPr marL="1396365">
              <a:lnSpc>
                <a:spcPct val="100000"/>
              </a:lnSpc>
            </a:pPr>
            <a:r>
              <a:rPr sz="1600" spc="-10" dirty="0">
                <a:solidFill>
                  <a:srgbClr val="00CC99"/>
                </a:solidFill>
                <a:latin typeface="Arial"/>
                <a:cs typeface="Arial"/>
              </a:rPr>
              <a:t>Sebastian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9200" y="3733800"/>
            <a:ext cx="3979862" cy="26527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946140" y="3906520"/>
            <a:ext cx="1510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Adaptive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Vision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6000" y="1447800"/>
            <a:ext cx="2657475" cy="216058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17802" y="1544320"/>
            <a:ext cx="84709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390525">
              <a:lnSpc>
                <a:spcPts val="2100"/>
              </a:lnSpc>
              <a:spcBef>
                <a:spcPts val="219"/>
              </a:spcBef>
            </a:pPr>
            <a:r>
              <a:rPr sz="1800" b="1" spc="-30" dirty="0">
                <a:latin typeface="Calibri"/>
                <a:cs typeface="Calibri"/>
              </a:rPr>
              <a:t>Path </a:t>
            </a:r>
            <a:r>
              <a:rPr sz="1800" b="1" spc="-10" dirty="0">
                <a:latin typeface="Calibri"/>
                <a:cs typeface="Calibri"/>
              </a:rPr>
              <a:t>Planning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13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Deep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Headlines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2" y="1447796"/>
            <a:ext cx="3794125" cy="2316480"/>
            <a:chOff x="381002" y="1447796"/>
            <a:chExt cx="3794125" cy="23164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2" y="1567404"/>
              <a:ext cx="3657600" cy="21962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800" y="1447796"/>
              <a:ext cx="822158" cy="40306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9226" y="1490331"/>
            <a:ext cx="3111234" cy="4132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8200" y="2007344"/>
            <a:ext cx="3267640" cy="5961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9777" y="2734706"/>
            <a:ext cx="4085849" cy="96809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04800" y="4038605"/>
            <a:ext cx="4114800" cy="2634615"/>
            <a:chOff x="304800" y="4038605"/>
            <a:chExt cx="4114800" cy="263461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4038605"/>
              <a:ext cx="4114801" cy="13723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800" y="5369142"/>
              <a:ext cx="3375825" cy="130370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58575" y="4038600"/>
            <a:ext cx="4256824" cy="2667000"/>
          </a:xfrm>
          <a:prstGeom prst="rect">
            <a:avLst/>
          </a:prstGeom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14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9576" y="4133970"/>
            <a:ext cx="1740941" cy="11270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627651" y="655640"/>
            <a:ext cx="2130425" cy="5978525"/>
            <a:chOff x="4627651" y="655640"/>
            <a:chExt cx="2130425" cy="5978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4851" y="5667374"/>
              <a:ext cx="966787" cy="9667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9578" y="2381980"/>
              <a:ext cx="1949388" cy="13232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54638" y="2332043"/>
              <a:ext cx="2103755" cy="338455"/>
            </a:xfrm>
            <a:custGeom>
              <a:avLst/>
              <a:gdLst/>
              <a:ahLst/>
              <a:cxnLst/>
              <a:rect l="l" t="t" r="r" b="b"/>
              <a:pathLst>
                <a:path w="2103754" h="338455">
                  <a:moveTo>
                    <a:pt x="2103437" y="0"/>
                  </a:moveTo>
                  <a:lnTo>
                    <a:pt x="0" y="0"/>
                  </a:lnTo>
                  <a:lnTo>
                    <a:pt x="0" y="338194"/>
                  </a:lnTo>
                  <a:lnTo>
                    <a:pt x="2103437" y="338194"/>
                  </a:lnTo>
                  <a:lnTo>
                    <a:pt x="2103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8926" y="779426"/>
              <a:ext cx="1948795" cy="14017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27651" y="655640"/>
              <a:ext cx="2011680" cy="339090"/>
            </a:xfrm>
            <a:custGeom>
              <a:avLst/>
              <a:gdLst/>
              <a:ahLst/>
              <a:cxnLst/>
              <a:rect l="l" t="t" r="r" b="b"/>
              <a:pathLst>
                <a:path w="2011679" h="339090">
                  <a:moveTo>
                    <a:pt x="2011362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2011362" y="338554"/>
                  </a:lnTo>
                  <a:lnTo>
                    <a:pt x="2011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78577" y="3747858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6" y="0"/>
                  </a:moveTo>
                  <a:lnTo>
                    <a:pt x="0" y="101384"/>
                  </a:lnTo>
                  <a:lnTo>
                    <a:pt x="182143" y="101384"/>
                  </a:lnTo>
                  <a:lnTo>
                    <a:pt x="182143" y="232232"/>
                  </a:lnTo>
                  <a:lnTo>
                    <a:pt x="546430" y="232232"/>
                  </a:lnTo>
                  <a:lnTo>
                    <a:pt x="546430" y="101384"/>
                  </a:lnTo>
                  <a:lnTo>
                    <a:pt x="728573" y="101384"/>
                  </a:lnTo>
                  <a:lnTo>
                    <a:pt x="36428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78582" y="3747858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18252" y="2276246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6" y="0"/>
                  </a:moveTo>
                  <a:lnTo>
                    <a:pt x="0" y="101384"/>
                  </a:lnTo>
                  <a:lnTo>
                    <a:pt x="182143" y="101384"/>
                  </a:lnTo>
                  <a:lnTo>
                    <a:pt x="182143" y="232232"/>
                  </a:lnTo>
                  <a:lnTo>
                    <a:pt x="546430" y="232232"/>
                  </a:lnTo>
                  <a:lnTo>
                    <a:pt x="546430" y="101384"/>
                  </a:lnTo>
                  <a:lnTo>
                    <a:pt x="728573" y="101384"/>
                  </a:lnTo>
                  <a:lnTo>
                    <a:pt x="36428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18257" y="2276246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320878" y="6003607"/>
            <a:ext cx="676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pixels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0303" y="4546282"/>
            <a:ext cx="7181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edges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34132" y="5294884"/>
            <a:ext cx="741680" cy="245110"/>
            <a:chOff x="5234132" y="5294884"/>
            <a:chExt cx="741680" cy="245110"/>
          </a:xfrm>
        </p:grpSpPr>
        <p:sp>
          <p:nvSpPr>
            <p:cNvPr id="16" name="object 16"/>
            <p:cNvSpPr/>
            <p:nvPr/>
          </p:nvSpPr>
          <p:spPr>
            <a:xfrm>
              <a:off x="5240477" y="5301234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6" y="0"/>
                  </a:moveTo>
                  <a:lnTo>
                    <a:pt x="0" y="101815"/>
                  </a:lnTo>
                  <a:lnTo>
                    <a:pt x="182143" y="101815"/>
                  </a:lnTo>
                  <a:lnTo>
                    <a:pt x="182143" y="232219"/>
                  </a:lnTo>
                  <a:lnTo>
                    <a:pt x="546430" y="232219"/>
                  </a:lnTo>
                  <a:lnTo>
                    <a:pt x="546430" y="101815"/>
                  </a:lnTo>
                  <a:lnTo>
                    <a:pt x="728573" y="101815"/>
                  </a:lnTo>
                  <a:lnTo>
                    <a:pt x="36428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0482" y="5301234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825"/>
                  </a:lnTo>
                  <a:lnTo>
                    <a:pt x="546426" y="101825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825"/>
                  </a:lnTo>
                  <a:lnTo>
                    <a:pt x="0" y="101825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40003" y="2719070"/>
            <a:ext cx="14795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object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parts </a:t>
            </a:r>
            <a:r>
              <a:rPr sz="2000" spc="-10" dirty="0">
                <a:latin typeface="Arial"/>
                <a:cs typeface="Arial"/>
              </a:rPr>
              <a:t>(combination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edges)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27303" y="1315720"/>
            <a:ext cx="1592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object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models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Deep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Belief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Net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Face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Images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558800" y="1104905"/>
            <a:ext cx="4495800" cy="5684520"/>
            <a:chOff x="558800" y="1104905"/>
            <a:chExt cx="4495800" cy="568452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800" y="1104905"/>
              <a:ext cx="3332035" cy="470715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1100" y="4711700"/>
              <a:ext cx="2590800" cy="5969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7890" y="5842000"/>
              <a:ext cx="1233924" cy="9469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7300" y="5029200"/>
              <a:ext cx="1257300" cy="1079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90835" y="5105400"/>
              <a:ext cx="1062355" cy="878205"/>
            </a:xfrm>
            <a:custGeom>
              <a:avLst/>
              <a:gdLst/>
              <a:ahLst/>
              <a:cxnLst/>
              <a:rect l="l" t="t" r="r" b="b"/>
              <a:pathLst>
                <a:path w="1062354" h="878204">
                  <a:moveTo>
                    <a:pt x="0" y="0"/>
                  </a:moveTo>
                  <a:lnTo>
                    <a:pt x="1062170" y="877888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8700" y="4089400"/>
              <a:ext cx="1206500" cy="736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47414" y="4168952"/>
              <a:ext cx="1021715" cy="530225"/>
            </a:xfrm>
            <a:custGeom>
              <a:avLst/>
              <a:gdLst/>
              <a:ahLst/>
              <a:cxnLst/>
              <a:rect l="l" t="t" r="r" b="b"/>
              <a:pathLst>
                <a:path w="1021714" h="530225">
                  <a:moveTo>
                    <a:pt x="0" y="0"/>
                  </a:moveTo>
                  <a:lnTo>
                    <a:pt x="1021520" y="530046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54400" y="3098800"/>
              <a:ext cx="1282700" cy="3683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24846" y="3175006"/>
              <a:ext cx="1115695" cy="168910"/>
            </a:xfrm>
            <a:custGeom>
              <a:avLst/>
              <a:gdLst/>
              <a:ahLst/>
              <a:cxnLst/>
              <a:rect l="l" t="t" r="r" b="b"/>
              <a:pathLst>
                <a:path w="1115695" h="168910">
                  <a:moveTo>
                    <a:pt x="0" y="168675"/>
                  </a:moveTo>
                  <a:lnTo>
                    <a:pt x="1115510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29000" y="1485899"/>
              <a:ext cx="1295400" cy="10922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512146" y="1562106"/>
              <a:ext cx="1115695" cy="904240"/>
            </a:xfrm>
            <a:custGeom>
              <a:avLst/>
              <a:gdLst/>
              <a:ahLst/>
              <a:cxnLst/>
              <a:rect l="l" t="t" r="r" b="b"/>
              <a:pathLst>
                <a:path w="1115695" h="904239">
                  <a:moveTo>
                    <a:pt x="0" y="903687"/>
                  </a:moveTo>
                  <a:lnTo>
                    <a:pt x="1115510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8739" y="6392872"/>
            <a:ext cx="1400175" cy="4546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materials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15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375" y="3787140"/>
            <a:ext cx="1949098" cy="132302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0325" y="3787140"/>
            <a:ext cx="1949098" cy="13230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8375" y="3779161"/>
            <a:ext cx="1949098" cy="1321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21500" y="3771224"/>
            <a:ext cx="1949098" cy="13214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19100" y="3505200"/>
            <a:ext cx="2011680" cy="338455"/>
          </a:xfrm>
          <a:custGeom>
            <a:avLst/>
            <a:gdLst/>
            <a:ahLst/>
            <a:cxnLst/>
            <a:rect l="l" t="t" r="r" b="b"/>
            <a:pathLst>
              <a:path w="2011680" h="338454">
                <a:moveTo>
                  <a:pt x="2011362" y="0"/>
                </a:moveTo>
                <a:lnTo>
                  <a:pt x="0" y="0"/>
                </a:lnTo>
                <a:lnTo>
                  <a:pt x="0" y="338137"/>
                </a:lnTo>
                <a:lnTo>
                  <a:pt x="2011362" y="338137"/>
                </a:lnTo>
                <a:lnTo>
                  <a:pt x="2011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2700" y="3511550"/>
            <a:ext cx="2011680" cy="338455"/>
          </a:xfrm>
          <a:custGeom>
            <a:avLst/>
            <a:gdLst/>
            <a:ahLst/>
            <a:cxnLst/>
            <a:rect l="l" t="t" r="r" b="b"/>
            <a:pathLst>
              <a:path w="2011679" h="338454">
                <a:moveTo>
                  <a:pt x="2011362" y="0"/>
                </a:moveTo>
                <a:lnTo>
                  <a:pt x="0" y="0"/>
                </a:lnTo>
                <a:lnTo>
                  <a:pt x="0" y="338137"/>
                </a:lnTo>
                <a:lnTo>
                  <a:pt x="2011362" y="338137"/>
                </a:lnTo>
                <a:lnTo>
                  <a:pt x="2011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8200" y="3511550"/>
            <a:ext cx="4253230" cy="338455"/>
          </a:xfrm>
          <a:custGeom>
            <a:avLst/>
            <a:gdLst/>
            <a:ahLst/>
            <a:cxnLst/>
            <a:rect l="l" t="t" r="r" b="b"/>
            <a:pathLst>
              <a:path w="4253230" h="338454">
                <a:moveTo>
                  <a:pt x="2212975" y="0"/>
                </a:moveTo>
                <a:lnTo>
                  <a:pt x="0" y="0"/>
                </a:lnTo>
                <a:lnTo>
                  <a:pt x="0" y="338137"/>
                </a:lnTo>
                <a:lnTo>
                  <a:pt x="2212975" y="338137"/>
                </a:lnTo>
                <a:lnTo>
                  <a:pt x="2212975" y="0"/>
                </a:lnTo>
                <a:close/>
              </a:path>
              <a:path w="4253230" h="338454">
                <a:moveTo>
                  <a:pt x="4252912" y="0"/>
                </a:moveTo>
                <a:lnTo>
                  <a:pt x="2239962" y="0"/>
                </a:lnTo>
                <a:lnTo>
                  <a:pt x="2239962" y="338137"/>
                </a:lnTo>
                <a:lnTo>
                  <a:pt x="4252912" y="338137"/>
                </a:lnTo>
                <a:lnTo>
                  <a:pt x="42529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375" y="2034532"/>
            <a:ext cx="1949098" cy="14024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00325" y="2036119"/>
            <a:ext cx="1949098" cy="140240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78375" y="2032944"/>
            <a:ext cx="1949098" cy="140240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1500" y="2018657"/>
            <a:ext cx="1949098" cy="1402405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19100" y="1790700"/>
            <a:ext cx="2011680" cy="338455"/>
          </a:xfrm>
          <a:custGeom>
            <a:avLst/>
            <a:gdLst/>
            <a:ahLst/>
            <a:cxnLst/>
            <a:rect l="l" t="t" r="r" b="b"/>
            <a:pathLst>
              <a:path w="2011680" h="338455">
                <a:moveTo>
                  <a:pt x="2011362" y="0"/>
                </a:moveTo>
                <a:lnTo>
                  <a:pt x="0" y="0"/>
                </a:lnTo>
                <a:lnTo>
                  <a:pt x="0" y="338137"/>
                </a:lnTo>
                <a:lnTo>
                  <a:pt x="2011362" y="338137"/>
                </a:lnTo>
                <a:lnTo>
                  <a:pt x="2011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90800" y="1790700"/>
            <a:ext cx="2011680" cy="338455"/>
          </a:xfrm>
          <a:custGeom>
            <a:avLst/>
            <a:gdLst/>
            <a:ahLst/>
            <a:cxnLst/>
            <a:rect l="l" t="t" r="r" b="b"/>
            <a:pathLst>
              <a:path w="2011679" h="338455">
                <a:moveTo>
                  <a:pt x="2011362" y="0"/>
                </a:moveTo>
                <a:lnTo>
                  <a:pt x="0" y="0"/>
                </a:lnTo>
                <a:lnTo>
                  <a:pt x="0" y="338137"/>
                </a:lnTo>
                <a:lnTo>
                  <a:pt x="2011362" y="338137"/>
                </a:lnTo>
                <a:lnTo>
                  <a:pt x="2011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24400" y="1790700"/>
            <a:ext cx="2011680" cy="338455"/>
          </a:xfrm>
          <a:custGeom>
            <a:avLst/>
            <a:gdLst/>
            <a:ahLst/>
            <a:cxnLst/>
            <a:rect l="l" t="t" r="r" b="b"/>
            <a:pathLst>
              <a:path w="2011679" h="338455">
                <a:moveTo>
                  <a:pt x="2011362" y="0"/>
                </a:moveTo>
                <a:lnTo>
                  <a:pt x="0" y="0"/>
                </a:lnTo>
                <a:lnTo>
                  <a:pt x="0" y="338137"/>
                </a:lnTo>
                <a:lnTo>
                  <a:pt x="2011362" y="338137"/>
                </a:lnTo>
                <a:lnTo>
                  <a:pt x="2011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62487" y="1644649"/>
            <a:ext cx="4253230" cy="484505"/>
          </a:xfrm>
          <a:custGeom>
            <a:avLst/>
            <a:gdLst/>
            <a:ahLst/>
            <a:cxnLst/>
            <a:rect l="l" t="t" r="r" b="b"/>
            <a:pathLst>
              <a:path w="4253230" h="484505">
                <a:moveTo>
                  <a:pt x="4252912" y="0"/>
                </a:moveTo>
                <a:lnTo>
                  <a:pt x="2239962" y="0"/>
                </a:lnTo>
                <a:lnTo>
                  <a:pt x="2239962" y="146050"/>
                </a:lnTo>
                <a:lnTo>
                  <a:pt x="2212975" y="146050"/>
                </a:lnTo>
                <a:lnTo>
                  <a:pt x="2212975" y="0"/>
                </a:lnTo>
                <a:lnTo>
                  <a:pt x="0" y="0"/>
                </a:lnTo>
                <a:lnTo>
                  <a:pt x="0" y="338137"/>
                </a:lnTo>
                <a:lnTo>
                  <a:pt x="2209800" y="338137"/>
                </a:lnTo>
                <a:lnTo>
                  <a:pt x="2209800" y="484187"/>
                </a:lnTo>
                <a:lnTo>
                  <a:pt x="4222750" y="484187"/>
                </a:lnTo>
                <a:lnTo>
                  <a:pt x="4222750" y="338137"/>
                </a:lnTo>
                <a:lnTo>
                  <a:pt x="4252912" y="338137"/>
                </a:lnTo>
                <a:lnTo>
                  <a:pt x="42529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781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Learning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Object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Parts</a:t>
            </a:r>
          </a:p>
        </p:txBody>
      </p:sp>
      <p:sp>
        <p:nvSpPr>
          <p:cNvPr id="18" name="object 18"/>
          <p:cNvSpPr/>
          <p:nvPr/>
        </p:nvSpPr>
        <p:spPr>
          <a:xfrm>
            <a:off x="479425" y="1638300"/>
            <a:ext cx="2011680" cy="338455"/>
          </a:xfrm>
          <a:custGeom>
            <a:avLst/>
            <a:gdLst/>
            <a:ahLst/>
            <a:cxnLst/>
            <a:rect l="l" t="t" r="r" b="b"/>
            <a:pathLst>
              <a:path w="2011680" h="338455">
                <a:moveTo>
                  <a:pt x="2011362" y="0"/>
                </a:moveTo>
                <a:lnTo>
                  <a:pt x="0" y="0"/>
                </a:lnTo>
                <a:lnTo>
                  <a:pt x="0" y="338137"/>
                </a:lnTo>
                <a:lnTo>
                  <a:pt x="2011362" y="338137"/>
                </a:lnTo>
                <a:lnTo>
                  <a:pt x="2011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66987" y="1644650"/>
            <a:ext cx="2011680" cy="338455"/>
          </a:xfrm>
          <a:custGeom>
            <a:avLst/>
            <a:gdLst/>
            <a:ahLst/>
            <a:cxnLst/>
            <a:rect l="l" t="t" r="r" b="b"/>
            <a:pathLst>
              <a:path w="2011679" h="338455">
                <a:moveTo>
                  <a:pt x="2011362" y="0"/>
                </a:moveTo>
                <a:lnTo>
                  <a:pt x="0" y="0"/>
                </a:lnTo>
                <a:lnTo>
                  <a:pt x="0" y="338137"/>
                </a:lnTo>
                <a:lnTo>
                  <a:pt x="2011362" y="338137"/>
                </a:lnTo>
                <a:lnTo>
                  <a:pt x="2011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868362" y="5099050"/>
            <a:ext cx="1143635" cy="1149350"/>
            <a:chOff x="868362" y="5099050"/>
            <a:chExt cx="1143635" cy="114935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8362" y="5508066"/>
              <a:ext cx="1143281" cy="74033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5400" y="51054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5" h="365125">
                  <a:moveTo>
                    <a:pt x="137325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95399" y="51054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5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009900" y="5114925"/>
            <a:ext cx="1143635" cy="1133475"/>
            <a:chOff x="3009900" y="5114925"/>
            <a:chExt cx="1143635" cy="1133475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09900" y="5508066"/>
              <a:ext cx="1143281" cy="74033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29000" y="5121275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2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28999" y="5121275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5181600" y="5114925"/>
            <a:ext cx="1143635" cy="1133475"/>
            <a:chOff x="5181600" y="5114925"/>
            <a:chExt cx="1143635" cy="1133475"/>
          </a:xfrm>
        </p:grpSpPr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81600" y="5508066"/>
              <a:ext cx="1143281" cy="74033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630862" y="5121275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2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30861" y="5121275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353300" y="5114925"/>
            <a:ext cx="1143635" cy="1157605"/>
            <a:chOff x="7353300" y="5114925"/>
            <a:chExt cx="1143635" cy="1157605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53300" y="5531878"/>
              <a:ext cx="1143281" cy="74033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764462" y="5121275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2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64461" y="5121275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289049" y="3422650"/>
            <a:ext cx="287655" cy="377825"/>
            <a:chOff x="1289049" y="3422650"/>
            <a:chExt cx="287655" cy="377825"/>
          </a:xfrm>
        </p:grpSpPr>
        <p:sp>
          <p:nvSpPr>
            <p:cNvPr id="37" name="object 37"/>
            <p:cNvSpPr/>
            <p:nvPr/>
          </p:nvSpPr>
          <p:spPr>
            <a:xfrm>
              <a:off x="12953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5" h="365125">
                  <a:moveTo>
                    <a:pt x="137325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953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5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422649" y="3422650"/>
            <a:ext cx="287655" cy="377825"/>
            <a:chOff x="3422649" y="3422650"/>
            <a:chExt cx="287655" cy="377825"/>
          </a:xfrm>
        </p:grpSpPr>
        <p:sp>
          <p:nvSpPr>
            <p:cNvPr id="40" name="object 40"/>
            <p:cNvSpPr/>
            <p:nvPr/>
          </p:nvSpPr>
          <p:spPr>
            <a:xfrm>
              <a:off x="34289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2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289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632449" y="3422650"/>
            <a:ext cx="287655" cy="377825"/>
            <a:chOff x="5632449" y="3422650"/>
            <a:chExt cx="287655" cy="377825"/>
          </a:xfrm>
        </p:grpSpPr>
        <p:sp>
          <p:nvSpPr>
            <p:cNvPr id="43" name="object 43"/>
            <p:cNvSpPr/>
            <p:nvPr/>
          </p:nvSpPr>
          <p:spPr>
            <a:xfrm>
              <a:off x="56387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2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387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7727949" y="3422650"/>
            <a:ext cx="287655" cy="377825"/>
            <a:chOff x="7727949" y="3422650"/>
            <a:chExt cx="287655" cy="377825"/>
          </a:xfrm>
        </p:grpSpPr>
        <p:sp>
          <p:nvSpPr>
            <p:cNvPr id="46" name="object 46"/>
            <p:cNvSpPr/>
            <p:nvPr/>
          </p:nvSpPr>
          <p:spPr>
            <a:xfrm>
              <a:off x="77342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2" y="0"/>
                  </a:moveTo>
                  <a:lnTo>
                    <a:pt x="0" y="119900"/>
                  </a:lnTo>
                  <a:lnTo>
                    <a:pt x="68656" y="119900"/>
                  </a:lnTo>
                  <a:lnTo>
                    <a:pt x="68656" y="365125"/>
                  </a:lnTo>
                  <a:lnTo>
                    <a:pt x="205981" y="365125"/>
                  </a:lnTo>
                  <a:lnTo>
                    <a:pt x="205981" y="119900"/>
                  </a:lnTo>
                  <a:lnTo>
                    <a:pt x="274637" y="119900"/>
                  </a:lnTo>
                  <a:lnTo>
                    <a:pt x="1373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34299" y="3429000"/>
              <a:ext cx="274955" cy="365125"/>
            </a:xfrm>
            <a:custGeom>
              <a:avLst/>
              <a:gdLst/>
              <a:ahLst/>
              <a:cxnLst/>
              <a:rect l="l" t="t" r="r" b="b"/>
              <a:pathLst>
                <a:path w="274954" h="365125">
                  <a:moveTo>
                    <a:pt x="137319" y="0"/>
                  </a:moveTo>
                  <a:lnTo>
                    <a:pt x="274638" y="119899"/>
                  </a:lnTo>
                  <a:lnTo>
                    <a:pt x="205978" y="119899"/>
                  </a:lnTo>
                  <a:lnTo>
                    <a:pt x="205978" y="365125"/>
                  </a:lnTo>
                  <a:lnTo>
                    <a:pt x="68659" y="365125"/>
                  </a:lnTo>
                  <a:lnTo>
                    <a:pt x="68659" y="119899"/>
                  </a:lnTo>
                  <a:lnTo>
                    <a:pt x="0" y="119899"/>
                  </a:lnTo>
                  <a:lnTo>
                    <a:pt x="13731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8739" y="6578018"/>
            <a:ext cx="172085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16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8385" y="5762611"/>
            <a:ext cx="1432341" cy="92751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84490" y="538561"/>
            <a:ext cx="3075305" cy="2285365"/>
            <a:chOff x="1284490" y="538561"/>
            <a:chExt cx="3075305" cy="22853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2229" y="877727"/>
              <a:ext cx="2868618" cy="19460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84490" y="538561"/>
              <a:ext cx="3075305" cy="424180"/>
            </a:xfrm>
            <a:custGeom>
              <a:avLst/>
              <a:gdLst/>
              <a:ahLst/>
              <a:cxnLst/>
              <a:rect l="l" t="t" r="r" b="b"/>
              <a:pathLst>
                <a:path w="3075304" h="424180">
                  <a:moveTo>
                    <a:pt x="3074784" y="0"/>
                  </a:moveTo>
                  <a:lnTo>
                    <a:pt x="0" y="0"/>
                  </a:lnTo>
                  <a:lnTo>
                    <a:pt x="0" y="424149"/>
                  </a:lnTo>
                  <a:lnTo>
                    <a:pt x="3074784" y="424149"/>
                  </a:lnTo>
                  <a:lnTo>
                    <a:pt x="3074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16869" y="2837307"/>
            <a:ext cx="3075305" cy="2884805"/>
            <a:chOff x="1216869" y="2837307"/>
            <a:chExt cx="3075305" cy="28848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4602" y="3308212"/>
              <a:ext cx="2979256" cy="19459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16869" y="2966966"/>
              <a:ext cx="3075305" cy="424180"/>
            </a:xfrm>
            <a:custGeom>
              <a:avLst/>
              <a:gdLst/>
              <a:ahLst/>
              <a:cxnLst/>
              <a:rect l="l" t="t" r="r" b="b"/>
              <a:pathLst>
                <a:path w="3075304" h="424179">
                  <a:moveTo>
                    <a:pt x="3074784" y="0"/>
                  </a:moveTo>
                  <a:lnTo>
                    <a:pt x="0" y="0"/>
                  </a:lnTo>
                  <a:lnTo>
                    <a:pt x="0" y="424149"/>
                  </a:lnTo>
                  <a:lnTo>
                    <a:pt x="3074784" y="424149"/>
                  </a:lnTo>
                  <a:lnTo>
                    <a:pt x="3074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3385" y="5258143"/>
              <a:ext cx="344170" cy="457834"/>
            </a:xfrm>
            <a:custGeom>
              <a:avLst/>
              <a:gdLst/>
              <a:ahLst/>
              <a:cxnLst/>
              <a:rect l="l" t="t" r="r" b="b"/>
              <a:pathLst>
                <a:path w="344169" h="457835">
                  <a:moveTo>
                    <a:pt x="172034" y="0"/>
                  </a:moveTo>
                  <a:lnTo>
                    <a:pt x="0" y="150215"/>
                  </a:lnTo>
                  <a:lnTo>
                    <a:pt x="86017" y="150215"/>
                  </a:lnTo>
                  <a:lnTo>
                    <a:pt x="86017" y="457436"/>
                  </a:lnTo>
                  <a:lnTo>
                    <a:pt x="258051" y="457436"/>
                  </a:lnTo>
                  <a:lnTo>
                    <a:pt x="258051" y="150215"/>
                  </a:lnTo>
                  <a:lnTo>
                    <a:pt x="344068" y="150215"/>
                  </a:lnTo>
                  <a:lnTo>
                    <a:pt x="1720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3379" y="5258143"/>
              <a:ext cx="344170" cy="457834"/>
            </a:xfrm>
            <a:custGeom>
              <a:avLst/>
              <a:gdLst/>
              <a:ahLst/>
              <a:cxnLst/>
              <a:rect l="l" t="t" r="r" b="b"/>
              <a:pathLst>
                <a:path w="344169" h="457835">
                  <a:moveTo>
                    <a:pt x="172036" y="0"/>
                  </a:moveTo>
                  <a:lnTo>
                    <a:pt x="344074" y="150213"/>
                  </a:lnTo>
                  <a:lnTo>
                    <a:pt x="258055" y="150213"/>
                  </a:lnTo>
                  <a:lnTo>
                    <a:pt x="258055" y="457439"/>
                  </a:lnTo>
                  <a:lnTo>
                    <a:pt x="86018" y="457439"/>
                  </a:lnTo>
                  <a:lnTo>
                    <a:pt x="86018" y="150213"/>
                  </a:lnTo>
                  <a:lnTo>
                    <a:pt x="0" y="150213"/>
                  </a:lnTo>
                  <a:lnTo>
                    <a:pt x="172036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73273" y="2843657"/>
              <a:ext cx="344170" cy="457834"/>
            </a:xfrm>
            <a:custGeom>
              <a:avLst/>
              <a:gdLst/>
              <a:ahLst/>
              <a:cxnLst/>
              <a:rect l="l" t="t" r="r" b="b"/>
              <a:pathLst>
                <a:path w="344169" h="457835">
                  <a:moveTo>
                    <a:pt x="172034" y="0"/>
                  </a:moveTo>
                  <a:lnTo>
                    <a:pt x="0" y="150215"/>
                  </a:lnTo>
                  <a:lnTo>
                    <a:pt x="86017" y="150215"/>
                  </a:lnTo>
                  <a:lnTo>
                    <a:pt x="86017" y="457441"/>
                  </a:lnTo>
                  <a:lnTo>
                    <a:pt x="258051" y="457441"/>
                  </a:lnTo>
                  <a:lnTo>
                    <a:pt x="258051" y="150215"/>
                  </a:lnTo>
                  <a:lnTo>
                    <a:pt x="344068" y="150215"/>
                  </a:lnTo>
                  <a:lnTo>
                    <a:pt x="1720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73268" y="2843657"/>
              <a:ext cx="344170" cy="457834"/>
            </a:xfrm>
            <a:custGeom>
              <a:avLst/>
              <a:gdLst/>
              <a:ahLst/>
              <a:cxnLst/>
              <a:rect l="l" t="t" r="r" b="b"/>
              <a:pathLst>
                <a:path w="344169" h="457835">
                  <a:moveTo>
                    <a:pt x="172036" y="0"/>
                  </a:moveTo>
                  <a:lnTo>
                    <a:pt x="344074" y="150213"/>
                  </a:lnTo>
                  <a:lnTo>
                    <a:pt x="258055" y="150213"/>
                  </a:lnTo>
                  <a:lnTo>
                    <a:pt x="258055" y="457439"/>
                  </a:lnTo>
                  <a:lnTo>
                    <a:pt x="86018" y="457439"/>
                  </a:lnTo>
                  <a:lnTo>
                    <a:pt x="86018" y="150213"/>
                  </a:lnTo>
                  <a:lnTo>
                    <a:pt x="0" y="150213"/>
                  </a:lnTo>
                  <a:lnTo>
                    <a:pt x="172036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0290">
              <a:lnSpc>
                <a:spcPct val="100000"/>
              </a:lnSpc>
              <a:spcBef>
                <a:spcPts val="100"/>
              </a:spcBef>
            </a:pPr>
            <a:r>
              <a:rPr b="0" spc="-35" dirty="0">
                <a:latin typeface="Calibri"/>
                <a:cs typeface="Calibri"/>
              </a:rPr>
              <a:t>Training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Multiple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Objects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739" y="6578018"/>
            <a:ext cx="172085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60297" rIns="0" bIns="0" rtlCol="0">
            <a:spAutoFit/>
          </a:bodyPr>
          <a:lstStyle/>
          <a:p>
            <a:pPr marL="3962400" marR="5080">
              <a:lnSpc>
                <a:spcPct val="100699"/>
              </a:lnSpc>
              <a:spcBef>
                <a:spcPts val="80"/>
              </a:spcBef>
            </a:pPr>
            <a:r>
              <a:rPr sz="2400" spc="-25" dirty="0"/>
              <a:t>Trained</a:t>
            </a:r>
            <a:r>
              <a:rPr sz="2400" spc="-60" dirty="0"/>
              <a:t> </a:t>
            </a:r>
            <a:r>
              <a:rPr sz="2400" dirty="0"/>
              <a:t>on</a:t>
            </a:r>
            <a:r>
              <a:rPr sz="2400" spc="-55" dirty="0"/>
              <a:t> </a:t>
            </a:r>
            <a:r>
              <a:rPr sz="2400" dirty="0"/>
              <a:t>4</a:t>
            </a:r>
            <a:r>
              <a:rPr sz="2400" spc="-60" dirty="0"/>
              <a:t> </a:t>
            </a:r>
            <a:r>
              <a:rPr sz="2400" dirty="0"/>
              <a:t>classes</a:t>
            </a:r>
            <a:r>
              <a:rPr sz="2400" spc="-60" dirty="0"/>
              <a:t> </a:t>
            </a:r>
            <a:r>
              <a:rPr sz="2400" dirty="0"/>
              <a:t>(cars,</a:t>
            </a:r>
            <a:r>
              <a:rPr sz="2400" spc="-55" dirty="0"/>
              <a:t> </a:t>
            </a:r>
            <a:r>
              <a:rPr sz="2400" spc="-10" dirty="0"/>
              <a:t>faces, motorbikes,</a:t>
            </a:r>
            <a:r>
              <a:rPr sz="2400" spc="-75" dirty="0"/>
              <a:t> </a:t>
            </a:r>
            <a:r>
              <a:rPr sz="2400" spc="-10" dirty="0"/>
              <a:t>airplanes).</a:t>
            </a:r>
            <a:endParaRPr sz="2400"/>
          </a:p>
          <a:p>
            <a:pPr marL="3962400" marR="273685">
              <a:lnSpc>
                <a:spcPct val="100699"/>
              </a:lnSpc>
              <a:spcBef>
                <a:spcPts val="600"/>
              </a:spcBef>
            </a:pPr>
            <a:r>
              <a:rPr sz="2400" dirty="0"/>
              <a:t>Second</a:t>
            </a:r>
            <a:r>
              <a:rPr sz="2400" spc="-70" dirty="0"/>
              <a:t> </a:t>
            </a:r>
            <a:r>
              <a:rPr sz="2400" dirty="0"/>
              <a:t>layer:</a:t>
            </a:r>
            <a:r>
              <a:rPr sz="2400" spc="-70" dirty="0"/>
              <a:t> </a:t>
            </a:r>
            <a:r>
              <a:rPr sz="2400" spc="-25" dirty="0"/>
              <a:t>Shared-</a:t>
            </a:r>
            <a:r>
              <a:rPr sz="2400" spc="-10" dirty="0"/>
              <a:t>features </a:t>
            </a:r>
            <a:r>
              <a:rPr sz="2400" dirty="0"/>
              <a:t>and</a:t>
            </a:r>
            <a:r>
              <a:rPr sz="2400" spc="-25" dirty="0"/>
              <a:t> object-</a:t>
            </a:r>
            <a:r>
              <a:rPr sz="2400" dirty="0"/>
              <a:t>specific</a:t>
            </a:r>
            <a:r>
              <a:rPr sz="2400" spc="-30" dirty="0"/>
              <a:t> </a:t>
            </a:r>
            <a:r>
              <a:rPr sz="2400" spc="-10" dirty="0"/>
              <a:t>features.</a:t>
            </a:r>
            <a:endParaRPr sz="2400"/>
          </a:p>
          <a:p>
            <a:pPr marL="3962400" marR="835660">
              <a:lnSpc>
                <a:spcPts val="2800"/>
              </a:lnSpc>
              <a:spcBef>
                <a:spcPts val="780"/>
              </a:spcBef>
            </a:pPr>
            <a:r>
              <a:rPr sz="2400" dirty="0"/>
              <a:t>Third</a:t>
            </a:r>
            <a:r>
              <a:rPr sz="2400" spc="-90" dirty="0"/>
              <a:t> </a:t>
            </a:r>
            <a:r>
              <a:rPr sz="2400" dirty="0"/>
              <a:t>layer:</a:t>
            </a:r>
            <a:r>
              <a:rPr sz="2400" spc="-95" dirty="0"/>
              <a:t> </a:t>
            </a:r>
            <a:r>
              <a:rPr sz="2400" dirty="0"/>
              <a:t>More</a:t>
            </a:r>
            <a:r>
              <a:rPr sz="2400" spc="-90" dirty="0"/>
              <a:t> </a:t>
            </a:r>
            <a:r>
              <a:rPr sz="2400" spc="-10" dirty="0"/>
              <a:t>specific features.</a:t>
            </a:r>
            <a:endParaRPr sz="240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17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Scene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Labeling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Deep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4" y="1681458"/>
            <a:ext cx="9036877" cy="35007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606" y="6281420"/>
            <a:ext cx="3531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[Farabet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ICML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2012,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PAMI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2013]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18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" y="1776928"/>
            <a:ext cx="8953500" cy="18663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0707" y="-47497"/>
            <a:ext cx="6964680" cy="1229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indent="1163955">
              <a:lnSpc>
                <a:spcPct val="79500"/>
              </a:lnSpc>
              <a:spcBef>
                <a:spcPts val="1180"/>
              </a:spcBef>
            </a:pPr>
            <a:r>
              <a:rPr b="0" dirty="0">
                <a:latin typeface="Calibri"/>
                <a:cs typeface="Calibri"/>
              </a:rPr>
              <a:t>Machine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in </a:t>
            </a:r>
            <a:r>
              <a:rPr b="0" dirty="0">
                <a:latin typeface="Calibri"/>
                <a:cs typeface="Calibri"/>
              </a:rPr>
              <a:t>Automatic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Speech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Recognition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322882"/>
            <a:ext cx="4559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3989463"/>
            <a:ext cx="3917746" cy="28685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4340" y="3535426"/>
            <a:ext cx="8353425" cy="108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spectrogram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>
              <a:latin typeface="Calibri"/>
              <a:cs typeface="Calibri"/>
            </a:endParaRPr>
          </a:p>
          <a:p>
            <a:pPr marL="409067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Deep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state-</a:t>
            </a:r>
            <a:r>
              <a:rPr sz="2000" spc="-30" dirty="0">
                <a:latin typeface="Calibri"/>
                <a:cs typeface="Calibri"/>
              </a:rPr>
              <a:t>of-</a:t>
            </a:r>
            <a:r>
              <a:rPr sz="2000" spc="-10" dirty="0">
                <a:latin typeface="Calibri"/>
                <a:cs typeface="Calibri"/>
              </a:rPr>
              <a:t>the-</a:t>
            </a:r>
            <a:r>
              <a:rPr sz="2000" dirty="0">
                <a:latin typeface="Calibri"/>
                <a:cs typeface="Calibri"/>
              </a:rPr>
              <a:t>art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results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73550" y="4845050"/>
          <a:ext cx="4774563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7510"/>
                <a:gridCol w="519430"/>
                <a:gridCol w="508000"/>
                <a:gridCol w="509269"/>
                <a:gridCol w="520064"/>
                <a:gridCol w="509270"/>
                <a:gridCol w="541020"/>
              </a:tblGrid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Hidden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16.0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12.8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10.9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650740" y="5505268"/>
            <a:ext cx="3956050" cy="112522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Calibri"/>
                <a:cs typeface="Calibri"/>
              </a:rPr>
              <a:t>Baseline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GMM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15.4%</a:t>
            </a:r>
            <a:endParaRPr sz="1800" dirty="0">
              <a:latin typeface="Calibri"/>
              <a:cs typeface="Calibri"/>
            </a:endParaRPr>
          </a:p>
          <a:p>
            <a:pPr marL="12700" marR="469265">
              <a:lnSpc>
                <a:spcPct val="101200"/>
              </a:lnSpc>
              <a:spcBef>
                <a:spcPts val="720"/>
              </a:spcBef>
            </a:pPr>
            <a:r>
              <a:rPr sz="1400" dirty="0">
                <a:latin typeface="Calibri"/>
                <a:cs typeface="Calibri"/>
              </a:rPr>
              <a:t>[Zeiler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“On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rectified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linear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units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speech recognition”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ICASSP</a:t>
            </a:r>
            <a:r>
              <a:rPr sz="1400" spc="-20" dirty="0">
                <a:latin typeface="Calibri"/>
                <a:cs typeface="Calibri"/>
              </a:rPr>
              <a:t> 2013]</a:t>
            </a:r>
            <a:endParaRPr sz="1400" dirty="0">
              <a:latin typeface="Calibri"/>
              <a:cs typeface="Calibri"/>
            </a:endParaRPr>
          </a:p>
          <a:p>
            <a:pPr marL="3787775">
              <a:lnSpc>
                <a:spcPts val="1425"/>
              </a:lnSpc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19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385" y="2479357"/>
            <a:ext cx="39928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Calibri"/>
                <a:cs typeface="Calibri"/>
              </a:rPr>
              <a:t>Types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20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567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025"/>
            <a:ext cx="7385684" cy="44215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Supervised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(inductive)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(labels)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Unsupervised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(without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outputs)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Semi-</a:t>
            </a:r>
            <a:r>
              <a:rPr sz="3200" b="1" dirty="0">
                <a:latin typeface="Calibri"/>
                <a:cs typeface="Calibri"/>
              </a:rPr>
              <a:t>supervised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Reinforcement</a:t>
            </a:r>
            <a:r>
              <a:rPr sz="3200" b="1" spc="-1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"/>
              <a:buChar char="–"/>
              <a:tabLst>
                <a:tab pos="754380" algn="l"/>
              </a:tabLst>
            </a:pPr>
            <a:r>
              <a:rPr sz="2800" spc="-10" dirty="0">
                <a:latin typeface="Calibri"/>
                <a:cs typeface="Calibri"/>
              </a:rPr>
              <a:t>Rewards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2505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21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016000"/>
            <a:ext cx="7139305" cy="171703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3676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1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1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2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Bookman Old Style"/>
                <a:cs typeface="Bookman Old Style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676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30" dirty="0">
                <a:latin typeface="Bookman Old Style"/>
                <a:cs typeface="Bookman Old Style"/>
              </a:rPr>
              <a:t>f</a:t>
            </a:r>
            <a:r>
              <a:rPr sz="3200" spc="130" dirty="0">
                <a:latin typeface="Calibri"/>
                <a:cs typeface="Calibri"/>
              </a:rPr>
              <a:t>(</a:t>
            </a:r>
            <a:r>
              <a:rPr sz="3200" i="1" spc="130" dirty="0">
                <a:latin typeface="Bookman Old Style"/>
                <a:cs typeface="Bookman Old Style"/>
              </a:rPr>
              <a:t>x</a:t>
            </a:r>
            <a:r>
              <a:rPr sz="3200" spc="130" dirty="0">
                <a:latin typeface="Calibri"/>
                <a:cs typeface="Calibri"/>
              </a:rPr>
              <a:t>)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370" dirty="0">
                <a:latin typeface="Bookman Old Style"/>
                <a:cs typeface="Bookman Old Style"/>
              </a:rPr>
              <a:t>y</a:t>
            </a:r>
            <a:r>
              <a:rPr sz="3200" i="1" spc="-229" dirty="0">
                <a:latin typeface="Bookman Old Style"/>
                <a:cs typeface="Bookman Old Style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35" dirty="0">
                <a:latin typeface="Bookman Old Style"/>
                <a:cs typeface="Bookman Old Style"/>
              </a:rPr>
              <a:t>x</a:t>
            </a:r>
            <a:endParaRPr sz="3200">
              <a:latin typeface="Bookman Old Style"/>
              <a:cs typeface="Bookman Old Style"/>
            </a:endParaRPr>
          </a:p>
          <a:p>
            <a:pPr marL="4826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i="1" spc="-320" dirty="0">
                <a:latin typeface="Bookman Old Style"/>
                <a:cs typeface="Bookman Old Style"/>
              </a:rPr>
              <a:t>y</a:t>
            </a:r>
            <a:r>
              <a:rPr sz="2800" i="1" spc="-200" dirty="0">
                <a:latin typeface="Bookman Old Style"/>
                <a:cs typeface="Bookman Old Style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valued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1339" y="3096196"/>
            <a:ext cx="4997450" cy="2836545"/>
            <a:chOff x="2331339" y="3096196"/>
            <a:chExt cx="4997450" cy="2836545"/>
          </a:xfrm>
        </p:grpSpPr>
        <p:sp>
          <p:nvSpPr>
            <p:cNvPr id="5" name="object 5"/>
            <p:cNvSpPr/>
            <p:nvPr/>
          </p:nvSpPr>
          <p:spPr>
            <a:xfrm>
              <a:off x="2394115" y="3102546"/>
              <a:ext cx="4928235" cy="2460625"/>
            </a:xfrm>
            <a:custGeom>
              <a:avLst/>
              <a:gdLst/>
              <a:ahLst/>
              <a:cxnLst/>
              <a:rect l="l" t="t" r="r" b="b"/>
              <a:pathLst>
                <a:path w="4928234" h="2460625">
                  <a:moveTo>
                    <a:pt x="0" y="2460051"/>
                  </a:moveTo>
                  <a:lnTo>
                    <a:pt x="4928192" y="2460051"/>
                  </a:lnTo>
                </a:path>
                <a:path w="4928234" h="2460625">
                  <a:moveTo>
                    <a:pt x="0" y="2155251"/>
                  </a:moveTo>
                  <a:lnTo>
                    <a:pt x="4928192" y="2155251"/>
                  </a:lnTo>
                </a:path>
                <a:path w="4928234" h="2460625">
                  <a:moveTo>
                    <a:pt x="0" y="1850451"/>
                  </a:moveTo>
                  <a:lnTo>
                    <a:pt x="4928192" y="1850451"/>
                  </a:lnTo>
                </a:path>
                <a:path w="4928234" h="2460625">
                  <a:moveTo>
                    <a:pt x="0" y="1532950"/>
                  </a:moveTo>
                  <a:lnTo>
                    <a:pt x="4928192" y="1532950"/>
                  </a:lnTo>
                </a:path>
                <a:path w="4928234" h="2460625">
                  <a:moveTo>
                    <a:pt x="0" y="1228150"/>
                  </a:moveTo>
                  <a:lnTo>
                    <a:pt x="4928192" y="1228150"/>
                  </a:lnTo>
                </a:path>
                <a:path w="4928234" h="2460625">
                  <a:moveTo>
                    <a:pt x="0" y="923354"/>
                  </a:moveTo>
                  <a:lnTo>
                    <a:pt x="4928192" y="923354"/>
                  </a:lnTo>
                </a:path>
                <a:path w="4928234" h="2460625">
                  <a:moveTo>
                    <a:pt x="0" y="618554"/>
                  </a:moveTo>
                  <a:lnTo>
                    <a:pt x="4928192" y="618554"/>
                  </a:lnTo>
                </a:path>
                <a:path w="4928234" h="2460625">
                  <a:moveTo>
                    <a:pt x="0" y="313754"/>
                  </a:moveTo>
                  <a:lnTo>
                    <a:pt x="4928192" y="313754"/>
                  </a:lnTo>
                </a:path>
                <a:path w="4928234" h="2460625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94115" y="3102546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h="2767329">
                  <a:moveTo>
                    <a:pt x="0" y="2767181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37689" y="3102546"/>
              <a:ext cx="56515" cy="2767330"/>
            </a:xfrm>
            <a:custGeom>
              <a:avLst/>
              <a:gdLst/>
              <a:ahLst/>
              <a:cxnLst/>
              <a:rect l="l" t="t" r="r" b="b"/>
              <a:pathLst>
                <a:path w="56514" h="2767329">
                  <a:moveTo>
                    <a:pt x="0" y="2767181"/>
                  </a:moveTo>
                  <a:lnTo>
                    <a:pt x="56430" y="2767181"/>
                  </a:lnTo>
                </a:path>
                <a:path w="56514" h="2767329">
                  <a:moveTo>
                    <a:pt x="0" y="2460051"/>
                  </a:moveTo>
                  <a:lnTo>
                    <a:pt x="56430" y="2460051"/>
                  </a:lnTo>
                </a:path>
                <a:path w="56514" h="2767329">
                  <a:moveTo>
                    <a:pt x="0" y="2155251"/>
                  </a:moveTo>
                  <a:lnTo>
                    <a:pt x="56430" y="2155251"/>
                  </a:lnTo>
                </a:path>
                <a:path w="56514" h="2767329">
                  <a:moveTo>
                    <a:pt x="0" y="1850451"/>
                  </a:moveTo>
                  <a:lnTo>
                    <a:pt x="56430" y="1850451"/>
                  </a:lnTo>
                </a:path>
                <a:path w="56514" h="2767329">
                  <a:moveTo>
                    <a:pt x="0" y="1532950"/>
                  </a:moveTo>
                  <a:lnTo>
                    <a:pt x="56430" y="1532950"/>
                  </a:lnTo>
                </a:path>
                <a:path w="56514" h="2767329">
                  <a:moveTo>
                    <a:pt x="0" y="1228150"/>
                  </a:moveTo>
                  <a:lnTo>
                    <a:pt x="56430" y="1228150"/>
                  </a:lnTo>
                </a:path>
                <a:path w="56514" h="2767329">
                  <a:moveTo>
                    <a:pt x="0" y="923354"/>
                  </a:moveTo>
                  <a:lnTo>
                    <a:pt x="56430" y="923354"/>
                  </a:lnTo>
                </a:path>
                <a:path w="56514" h="2767329">
                  <a:moveTo>
                    <a:pt x="0" y="618554"/>
                  </a:moveTo>
                  <a:lnTo>
                    <a:pt x="56430" y="618554"/>
                  </a:lnTo>
                </a:path>
                <a:path w="56514" h="2767329">
                  <a:moveTo>
                    <a:pt x="0" y="313754"/>
                  </a:moveTo>
                  <a:lnTo>
                    <a:pt x="56430" y="313754"/>
                  </a:lnTo>
                </a:path>
                <a:path w="56514" h="2767329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94115" y="5869729"/>
              <a:ext cx="4928235" cy="56515"/>
            </a:xfrm>
            <a:custGeom>
              <a:avLst/>
              <a:gdLst/>
              <a:ahLst/>
              <a:cxnLst/>
              <a:rect l="l" t="t" r="r" b="b"/>
              <a:pathLst>
                <a:path w="4928234" h="56514">
                  <a:moveTo>
                    <a:pt x="0" y="0"/>
                  </a:moveTo>
                  <a:lnTo>
                    <a:pt x="4928192" y="1"/>
                  </a:lnTo>
                </a:path>
                <a:path w="4928234" h="56514">
                  <a:moveTo>
                    <a:pt x="0" y="0"/>
                  </a:moveTo>
                  <a:lnTo>
                    <a:pt x="0" y="56430"/>
                  </a:lnTo>
                </a:path>
                <a:path w="4928234" h="56514">
                  <a:moveTo>
                    <a:pt x="984081" y="0"/>
                  </a:moveTo>
                  <a:lnTo>
                    <a:pt x="984081" y="56430"/>
                  </a:lnTo>
                </a:path>
                <a:path w="4928234" h="56514">
                  <a:moveTo>
                    <a:pt x="1974681" y="0"/>
                  </a:moveTo>
                  <a:lnTo>
                    <a:pt x="1974681" y="56430"/>
                  </a:lnTo>
                </a:path>
                <a:path w="4928234" h="56514">
                  <a:moveTo>
                    <a:pt x="2952581" y="0"/>
                  </a:moveTo>
                  <a:lnTo>
                    <a:pt x="2952581" y="56430"/>
                  </a:lnTo>
                </a:path>
                <a:path w="4928234" h="56514">
                  <a:moveTo>
                    <a:pt x="3943182" y="0"/>
                  </a:moveTo>
                  <a:lnTo>
                    <a:pt x="3943182" y="56430"/>
                  </a:lnTo>
                </a:path>
                <a:path w="4928234" h="56514">
                  <a:moveTo>
                    <a:pt x="4928192" y="0"/>
                  </a:moveTo>
                  <a:lnTo>
                    <a:pt x="4928192" y="5643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300" y="3556000"/>
              <a:ext cx="241300" cy="241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3900" y="3365499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3543300"/>
              <a:ext cx="241300" cy="241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4400" y="3479799"/>
              <a:ext cx="241300" cy="241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6000" y="3467099"/>
              <a:ext cx="241300" cy="241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3568700"/>
              <a:ext cx="241300" cy="241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6500" y="3644900"/>
              <a:ext cx="241300" cy="241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100" y="3454399"/>
              <a:ext cx="241300" cy="241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9700" y="3479799"/>
              <a:ext cx="241300" cy="241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300" y="3467099"/>
              <a:ext cx="241300" cy="241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0200" y="36068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800" y="3860800"/>
              <a:ext cx="241300" cy="241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0" y="3759200"/>
              <a:ext cx="241300" cy="241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000" y="3454399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6600" y="3771900"/>
              <a:ext cx="241300" cy="241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5500" y="3568700"/>
              <a:ext cx="241300" cy="241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38862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8700" y="3352799"/>
              <a:ext cx="241300" cy="241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0" y="370840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3759200"/>
              <a:ext cx="241300" cy="241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0800" y="386080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2400" y="3835400"/>
              <a:ext cx="241300" cy="241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369570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2900" y="3937000"/>
              <a:ext cx="241300" cy="241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0" y="388620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6100" y="3911600"/>
              <a:ext cx="241300" cy="241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7700" y="406400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6600" y="3949700"/>
              <a:ext cx="241300" cy="241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8200" y="4457700"/>
              <a:ext cx="241300" cy="2413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800" y="4330700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400" y="4127500"/>
              <a:ext cx="241300" cy="241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4267200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1900" y="4356100"/>
              <a:ext cx="241300" cy="241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3500" y="4660900"/>
              <a:ext cx="241300" cy="241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5324" y="3597275"/>
              <a:ext cx="101599" cy="10159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235325" y="3597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6925" y="3406775"/>
              <a:ext cx="101599" cy="10159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336925" y="34067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5824" y="3584575"/>
              <a:ext cx="101599" cy="10159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425825" y="35845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7425" y="3521075"/>
              <a:ext cx="101599" cy="10159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5274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9024" y="3508375"/>
              <a:ext cx="101599" cy="1015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6290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0625" y="3609974"/>
              <a:ext cx="101599" cy="10159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7306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9524" y="3686174"/>
              <a:ext cx="101599" cy="10159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819525" y="3686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1125" y="3495674"/>
              <a:ext cx="101599" cy="10159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9211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2725" y="3521075"/>
              <a:ext cx="101599" cy="10159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0227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4325" y="3508375"/>
              <a:ext cx="101599" cy="10159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1243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3224" y="3648074"/>
              <a:ext cx="101599" cy="10159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213225" y="3648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4825" y="3902075"/>
              <a:ext cx="101599" cy="101599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314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6425" y="3800474"/>
              <a:ext cx="101599" cy="10159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4164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8025" y="3495674"/>
              <a:ext cx="101599" cy="10159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5180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9625" y="3813175"/>
              <a:ext cx="101599" cy="10159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619625" y="3813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8525" y="3609974"/>
              <a:ext cx="101599" cy="10159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7085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0125" y="3927475"/>
              <a:ext cx="101599" cy="101599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8101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1725" y="3394075"/>
              <a:ext cx="101599" cy="10159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911725" y="33940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3325" y="3749675"/>
              <a:ext cx="101599" cy="10159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013325" y="3749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2224" y="3800474"/>
              <a:ext cx="101599" cy="10159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1022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3825" y="3902075"/>
              <a:ext cx="101599" cy="101599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203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5425" y="3876675"/>
              <a:ext cx="101599" cy="10159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305425" y="3876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7024" y="3736975"/>
              <a:ext cx="101599" cy="101599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407025" y="3736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925" y="3978275"/>
              <a:ext cx="101599" cy="101599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495925" y="3978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525" y="3927475"/>
              <a:ext cx="101599" cy="101599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5975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9125" y="3952875"/>
              <a:ext cx="101599" cy="101599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699125" y="39528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0725" y="4105275"/>
              <a:ext cx="101599" cy="101599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5800725" y="4105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9624" y="3990975"/>
              <a:ext cx="101599" cy="101599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889625" y="3990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1225" y="4498975"/>
              <a:ext cx="101599" cy="101599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991225" y="449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2825" y="4371975"/>
              <a:ext cx="101599" cy="101599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092825" y="4371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4424" y="4168775"/>
              <a:ext cx="101599" cy="10159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194425" y="41687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3325" y="4308474"/>
              <a:ext cx="101599" cy="101599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6283325" y="4308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4924" y="4397375"/>
              <a:ext cx="101599" cy="101599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6384925" y="4397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6525" y="4702175"/>
              <a:ext cx="101599" cy="10159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486525" y="4702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2126360" y="2874518"/>
            <a:ext cx="1446530" cy="332168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  <a:p>
            <a:pPr marL="86995">
              <a:lnSpc>
                <a:spcPct val="100000"/>
              </a:lnSpc>
              <a:spcBef>
                <a:spcPts val="60"/>
              </a:spcBef>
              <a:tabLst>
                <a:tab pos="1072515" algn="l"/>
              </a:tabLst>
            </a:pPr>
            <a:r>
              <a:rPr sz="1400" spc="-20" dirty="0">
                <a:latin typeface="Calibri"/>
                <a:cs typeface="Calibri"/>
              </a:rPr>
              <a:t>1970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1980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172483" y="5957189"/>
            <a:ext cx="137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219" algn="l"/>
              </a:tabLst>
            </a:pPr>
            <a:r>
              <a:rPr sz="1400" spc="-20" dirty="0">
                <a:latin typeface="Calibri"/>
                <a:cs typeface="Calibri"/>
              </a:rPr>
              <a:t>1990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2000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143764" y="5957189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129398" y="5957189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2020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42033" y="3288974"/>
            <a:ext cx="458470" cy="236410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527050" marR="5080" indent="-514984">
              <a:lnSpc>
                <a:spcPct val="101200"/>
              </a:lnSpc>
              <a:spcBef>
                <a:spcPts val="10"/>
              </a:spcBef>
            </a:pPr>
            <a:r>
              <a:rPr sz="1400" b="1" dirty="0">
                <a:latin typeface="Calibri"/>
                <a:cs typeface="Calibri"/>
              </a:rPr>
              <a:t>September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Arctic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Sea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Ice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Extent (1,000,000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sq </a:t>
            </a:r>
            <a:r>
              <a:rPr sz="1400" b="1" spc="-25" dirty="0">
                <a:latin typeface="Calibri"/>
                <a:cs typeface="Calibri"/>
              </a:rPr>
              <a:t>km)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8739" y="6218682"/>
            <a:ext cx="5716270" cy="59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8985" algn="r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Calibri"/>
                <a:cs typeface="Calibri"/>
              </a:rPr>
              <a:t>Year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Witt.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Journal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Statistics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Education,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Volume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21,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(2013)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794000" y="3365500"/>
            <a:ext cx="4279900" cy="1409700"/>
            <a:chOff x="2794000" y="3365500"/>
            <a:chExt cx="4279900" cy="1409700"/>
          </a:xfrm>
        </p:grpSpPr>
        <p:pic>
          <p:nvPicPr>
            <p:cNvPr id="118" name="object 1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4000" y="3365500"/>
              <a:ext cx="4254500" cy="1104900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2857500" y="3416300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>
                  <a:moveTo>
                    <a:pt x="0" y="0"/>
                  </a:moveTo>
                  <a:lnTo>
                    <a:pt x="4114802" y="9525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2100" y="3517900"/>
              <a:ext cx="4241800" cy="125730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2895600" y="3568700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2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1" y="4620"/>
                  </a:lnTo>
                  <a:lnTo>
                    <a:pt x="419376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4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9" y="19181"/>
                  </a:lnTo>
                  <a:lnTo>
                    <a:pt x="938378" y="21538"/>
                  </a:lnTo>
                  <a:lnTo>
                    <a:pt x="989726" y="24107"/>
                  </a:lnTo>
                  <a:lnTo>
                    <a:pt x="1040947" y="26897"/>
                  </a:lnTo>
                  <a:lnTo>
                    <a:pt x="1092035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7" y="40519"/>
                  </a:lnTo>
                  <a:lnTo>
                    <a:pt x="1294912" y="44597"/>
                  </a:lnTo>
                  <a:lnTo>
                    <a:pt x="1345231" y="48968"/>
                  </a:lnTo>
                  <a:lnTo>
                    <a:pt x="1395375" y="53644"/>
                  </a:lnTo>
                  <a:lnTo>
                    <a:pt x="1445338" y="58636"/>
                  </a:lnTo>
                  <a:lnTo>
                    <a:pt x="1495114" y="63955"/>
                  </a:lnTo>
                  <a:lnTo>
                    <a:pt x="1544697" y="69614"/>
                  </a:lnTo>
                  <a:lnTo>
                    <a:pt x="1594078" y="75624"/>
                  </a:lnTo>
                  <a:lnTo>
                    <a:pt x="1643252" y="81997"/>
                  </a:lnTo>
                  <a:lnTo>
                    <a:pt x="1692212" y="88745"/>
                  </a:lnTo>
                  <a:lnTo>
                    <a:pt x="1740952" y="95879"/>
                  </a:lnTo>
                  <a:lnTo>
                    <a:pt x="1789464" y="103411"/>
                  </a:lnTo>
                  <a:lnTo>
                    <a:pt x="1837741" y="111353"/>
                  </a:lnTo>
                  <a:lnTo>
                    <a:pt x="1885778" y="119716"/>
                  </a:lnTo>
                  <a:lnTo>
                    <a:pt x="1933568" y="128513"/>
                  </a:lnTo>
                  <a:lnTo>
                    <a:pt x="1981103" y="137754"/>
                  </a:lnTo>
                  <a:lnTo>
                    <a:pt x="2028377" y="147452"/>
                  </a:lnTo>
                  <a:lnTo>
                    <a:pt x="2075384" y="157618"/>
                  </a:lnTo>
                  <a:lnTo>
                    <a:pt x="2122116" y="168264"/>
                  </a:lnTo>
                  <a:lnTo>
                    <a:pt x="2168568" y="179402"/>
                  </a:lnTo>
                  <a:lnTo>
                    <a:pt x="2214731" y="191043"/>
                  </a:lnTo>
                  <a:lnTo>
                    <a:pt x="2260601" y="203200"/>
                  </a:lnTo>
                  <a:lnTo>
                    <a:pt x="2839642" y="424656"/>
                  </a:lnTo>
                  <a:lnTo>
                    <a:pt x="3444876" y="730250"/>
                  </a:lnTo>
                  <a:lnTo>
                    <a:pt x="3921524" y="1000919"/>
                  </a:lnTo>
                  <a:lnTo>
                    <a:pt x="4114802" y="111760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Slide Number Placeholder 12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22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7"/>
            <a:ext cx="4972685" cy="1972310"/>
            <a:chOff x="1936750" y="3406317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13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29"/>
                  </a:lnTo>
                  <a:lnTo>
                    <a:pt x="4784242" y="1431074"/>
                  </a:lnTo>
                  <a:lnTo>
                    <a:pt x="4780000" y="1434109"/>
                  </a:lnTo>
                  <a:lnTo>
                    <a:pt x="4777346" y="1438656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46" y="1495882"/>
                  </a:lnTo>
                  <a:lnTo>
                    <a:pt x="157353" y="1495882"/>
                  </a:lnTo>
                  <a:lnTo>
                    <a:pt x="157353" y="108267"/>
                  </a:lnTo>
                  <a:lnTo>
                    <a:pt x="188518" y="161709"/>
                  </a:lnTo>
                  <a:lnTo>
                    <a:pt x="193535" y="167360"/>
                  </a:lnTo>
                  <a:lnTo>
                    <a:pt x="200113" y="170535"/>
                  </a:lnTo>
                  <a:lnTo>
                    <a:pt x="207403" y="171018"/>
                  </a:lnTo>
                  <a:lnTo>
                    <a:pt x="214566" y="168579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303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26" y="168579"/>
                  </a:lnTo>
                  <a:lnTo>
                    <a:pt x="69176" y="171018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53" y="108267"/>
                  </a:lnTo>
                  <a:lnTo>
                    <a:pt x="119253" y="1495882"/>
                  </a:lnTo>
                  <a:lnTo>
                    <a:pt x="0" y="1495882"/>
                  </a:lnTo>
                  <a:lnTo>
                    <a:pt x="0" y="1533982"/>
                  </a:lnTo>
                  <a:lnTo>
                    <a:pt x="119253" y="1533982"/>
                  </a:lnTo>
                  <a:lnTo>
                    <a:pt x="119253" y="1972132"/>
                  </a:lnTo>
                  <a:lnTo>
                    <a:pt x="157353" y="1972132"/>
                  </a:lnTo>
                  <a:lnTo>
                    <a:pt x="157353" y="1533982"/>
                  </a:lnTo>
                  <a:lnTo>
                    <a:pt x="4837646" y="1533982"/>
                  </a:lnTo>
                  <a:lnTo>
                    <a:pt x="4784204" y="1565148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406" y="1598066"/>
                  </a:lnTo>
                  <a:lnTo>
                    <a:pt x="4945913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49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5140" y="1016000"/>
            <a:ext cx="7215505" cy="44684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1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1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2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Bookman Old Style"/>
                <a:cs typeface="Bookman Old Style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30" dirty="0">
                <a:latin typeface="Bookman Old Style"/>
                <a:cs typeface="Bookman Old Style"/>
              </a:rPr>
              <a:t>f</a:t>
            </a:r>
            <a:r>
              <a:rPr sz="3200" spc="130" dirty="0">
                <a:latin typeface="Calibri"/>
                <a:cs typeface="Calibri"/>
              </a:rPr>
              <a:t>(</a:t>
            </a:r>
            <a:r>
              <a:rPr sz="3200" i="1" spc="130" dirty="0">
                <a:latin typeface="Bookman Old Style"/>
                <a:cs typeface="Bookman Old Style"/>
              </a:rPr>
              <a:t>x</a:t>
            </a:r>
            <a:r>
              <a:rPr sz="3200" spc="130" dirty="0">
                <a:latin typeface="Calibri"/>
                <a:cs typeface="Calibri"/>
              </a:rPr>
              <a:t>)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370" dirty="0">
                <a:latin typeface="Bookman Old Style"/>
                <a:cs typeface="Bookman Old Style"/>
              </a:rPr>
              <a:t>y</a:t>
            </a:r>
            <a:r>
              <a:rPr sz="3200" i="1" spc="-229" dirty="0">
                <a:latin typeface="Bookman Old Style"/>
                <a:cs typeface="Bookman Old Style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35" dirty="0">
                <a:latin typeface="Bookman Old Style"/>
                <a:cs typeface="Bookman Old Style"/>
              </a:rPr>
              <a:t>x</a:t>
            </a:r>
            <a:endParaRPr sz="3200">
              <a:latin typeface="Bookman Old Style"/>
              <a:cs typeface="Bookman Old Style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i="1" spc="-320" dirty="0">
                <a:latin typeface="Bookman Old Style"/>
                <a:cs typeface="Bookman Old Style"/>
              </a:rPr>
              <a:t>y</a:t>
            </a:r>
            <a:r>
              <a:rPr sz="2800" i="1" spc="-200" dirty="0">
                <a:latin typeface="Bookman Old Style"/>
                <a:cs typeface="Bookman Old Style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categorical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967105" algn="ctr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L="6032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  <a:p>
            <a:pPr marL="890905" algn="ctr">
              <a:lnSpc>
                <a:spcPct val="100000"/>
              </a:lnSpc>
              <a:spcBef>
                <a:spcPts val="57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899" y="4806950"/>
              <a:ext cx="228599" cy="228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49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400" y="4806950"/>
              <a:ext cx="228599" cy="2285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1" y="4806950"/>
              <a:ext cx="228599" cy="2285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1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499" y="4806950"/>
              <a:ext cx="228599" cy="228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599" y="4806950"/>
              <a:ext cx="228599" cy="228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9" y="3803649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49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86" y="3803649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49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49"/>
              <a:ext cx="241300" cy="2413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8739" y="6569510"/>
            <a:ext cx="2395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23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7"/>
            <a:ext cx="4972685" cy="1972310"/>
            <a:chOff x="1936750" y="3406317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13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29"/>
                  </a:lnTo>
                  <a:lnTo>
                    <a:pt x="4784242" y="1431074"/>
                  </a:lnTo>
                  <a:lnTo>
                    <a:pt x="4780000" y="1434109"/>
                  </a:lnTo>
                  <a:lnTo>
                    <a:pt x="4777346" y="1438656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46" y="1495882"/>
                  </a:lnTo>
                  <a:lnTo>
                    <a:pt x="157353" y="1495882"/>
                  </a:lnTo>
                  <a:lnTo>
                    <a:pt x="157353" y="108267"/>
                  </a:lnTo>
                  <a:lnTo>
                    <a:pt x="188518" y="161709"/>
                  </a:lnTo>
                  <a:lnTo>
                    <a:pt x="193535" y="167360"/>
                  </a:lnTo>
                  <a:lnTo>
                    <a:pt x="200113" y="170535"/>
                  </a:lnTo>
                  <a:lnTo>
                    <a:pt x="207403" y="171018"/>
                  </a:lnTo>
                  <a:lnTo>
                    <a:pt x="214566" y="168579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303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26" y="168579"/>
                  </a:lnTo>
                  <a:lnTo>
                    <a:pt x="69176" y="171018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53" y="108267"/>
                  </a:lnTo>
                  <a:lnTo>
                    <a:pt x="119253" y="1495882"/>
                  </a:lnTo>
                  <a:lnTo>
                    <a:pt x="0" y="1495882"/>
                  </a:lnTo>
                  <a:lnTo>
                    <a:pt x="0" y="1533982"/>
                  </a:lnTo>
                  <a:lnTo>
                    <a:pt x="119253" y="1533982"/>
                  </a:lnTo>
                  <a:lnTo>
                    <a:pt x="119253" y="1972132"/>
                  </a:lnTo>
                  <a:lnTo>
                    <a:pt x="157353" y="1972132"/>
                  </a:lnTo>
                  <a:lnTo>
                    <a:pt x="157353" y="1533982"/>
                  </a:lnTo>
                  <a:lnTo>
                    <a:pt x="4837646" y="1533982"/>
                  </a:lnTo>
                  <a:lnTo>
                    <a:pt x="4784204" y="1565148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406" y="1598066"/>
                  </a:lnTo>
                  <a:lnTo>
                    <a:pt x="4945913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49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5140" y="1016000"/>
            <a:ext cx="7215505" cy="44684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1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1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2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Bookman Old Style"/>
                <a:cs typeface="Bookman Old Style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30" dirty="0">
                <a:latin typeface="Bookman Old Style"/>
                <a:cs typeface="Bookman Old Style"/>
              </a:rPr>
              <a:t>f</a:t>
            </a:r>
            <a:r>
              <a:rPr sz="3200" spc="130" dirty="0">
                <a:latin typeface="Calibri"/>
                <a:cs typeface="Calibri"/>
              </a:rPr>
              <a:t>(</a:t>
            </a:r>
            <a:r>
              <a:rPr sz="3200" i="1" spc="130" dirty="0">
                <a:latin typeface="Bookman Old Style"/>
                <a:cs typeface="Bookman Old Style"/>
              </a:rPr>
              <a:t>x</a:t>
            </a:r>
            <a:r>
              <a:rPr sz="3200" spc="130" dirty="0">
                <a:latin typeface="Calibri"/>
                <a:cs typeface="Calibri"/>
              </a:rPr>
              <a:t>)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370" dirty="0">
                <a:latin typeface="Bookman Old Style"/>
                <a:cs typeface="Bookman Old Style"/>
              </a:rPr>
              <a:t>y</a:t>
            </a:r>
            <a:r>
              <a:rPr sz="3200" i="1" spc="-229" dirty="0">
                <a:latin typeface="Bookman Old Style"/>
                <a:cs typeface="Bookman Old Style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35" dirty="0">
                <a:latin typeface="Bookman Old Style"/>
                <a:cs typeface="Bookman Old Style"/>
              </a:rPr>
              <a:t>x</a:t>
            </a:r>
            <a:endParaRPr sz="3200">
              <a:latin typeface="Bookman Old Style"/>
              <a:cs typeface="Bookman Old Style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i="1" spc="-320" dirty="0">
                <a:latin typeface="Bookman Old Style"/>
                <a:cs typeface="Bookman Old Style"/>
              </a:rPr>
              <a:t>y</a:t>
            </a:r>
            <a:r>
              <a:rPr sz="2800" i="1" spc="-200" dirty="0">
                <a:latin typeface="Bookman Old Style"/>
                <a:cs typeface="Bookman Old Style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categorical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967105" algn="ctr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L="6032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  <a:p>
            <a:pPr marL="890905" algn="ctr">
              <a:lnSpc>
                <a:spcPct val="100000"/>
              </a:lnSpc>
              <a:spcBef>
                <a:spcPts val="57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899" y="4806950"/>
              <a:ext cx="228599" cy="228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49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400" y="4806950"/>
              <a:ext cx="228599" cy="2285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1" y="4806950"/>
              <a:ext cx="228599" cy="2285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1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499" y="4806950"/>
              <a:ext cx="228599" cy="228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599" y="4806950"/>
              <a:ext cx="228599" cy="228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9" y="3803649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49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86" y="3803649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49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49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11400" y="4749800"/>
              <a:ext cx="355600" cy="368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899" y="4799571"/>
              <a:ext cx="228599" cy="2285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49" y="4793221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82900" y="4749800"/>
              <a:ext cx="355600" cy="368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400" y="4799571"/>
              <a:ext cx="228599" cy="2285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46400" y="47995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2400" y="4749800"/>
              <a:ext cx="355600" cy="368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799571"/>
              <a:ext cx="228599" cy="22859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755900" y="47995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0900" y="4749800"/>
              <a:ext cx="368300" cy="3683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1" y="4799571"/>
              <a:ext cx="228599" cy="22859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1" y="4793221"/>
              <a:ext cx="241300" cy="241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91000" y="4749800"/>
              <a:ext cx="355600" cy="3683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499" y="4799571"/>
              <a:ext cx="228599" cy="22859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793221"/>
              <a:ext cx="241300" cy="241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37100" y="4749800"/>
              <a:ext cx="355600" cy="3683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599" y="4799571"/>
              <a:ext cx="228599" cy="22859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793221"/>
              <a:ext cx="241300" cy="241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6689" y="3804538"/>
              <a:ext cx="241300" cy="241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84850" y="3804538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2286" y="3804538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65650" y="3804538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33850" y="3804538"/>
              <a:ext cx="241300" cy="241300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1962975" y="6076078"/>
            <a:ext cx="4946015" cy="172085"/>
          </a:xfrm>
          <a:custGeom>
            <a:avLst/>
            <a:gdLst/>
            <a:ahLst/>
            <a:cxnLst/>
            <a:rect l="l" t="t" r="r" b="b"/>
            <a:pathLst>
              <a:path w="4946015" h="172085">
                <a:moveTo>
                  <a:pt x="4793665" y="0"/>
                </a:moveTo>
                <a:lnTo>
                  <a:pt x="4788954" y="1240"/>
                </a:lnTo>
                <a:lnTo>
                  <a:pt x="4784242" y="2481"/>
                </a:lnTo>
                <a:lnTo>
                  <a:pt x="4780000" y="5520"/>
                </a:lnTo>
                <a:lnTo>
                  <a:pt x="4777346" y="10064"/>
                </a:lnTo>
                <a:lnTo>
                  <a:pt x="4774906" y="17223"/>
                </a:lnTo>
                <a:lnTo>
                  <a:pt x="4775384" y="24511"/>
                </a:lnTo>
                <a:lnTo>
                  <a:pt x="4778557" y="31088"/>
                </a:lnTo>
                <a:lnTo>
                  <a:pt x="4784204" y="36118"/>
                </a:lnTo>
                <a:lnTo>
                  <a:pt x="4837645" y="67288"/>
                </a:lnTo>
                <a:lnTo>
                  <a:pt x="0" y="67288"/>
                </a:lnTo>
                <a:lnTo>
                  <a:pt x="0" y="105388"/>
                </a:lnTo>
                <a:lnTo>
                  <a:pt x="4837645" y="105388"/>
                </a:lnTo>
                <a:lnTo>
                  <a:pt x="4784204" y="136558"/>
                </a:lnTo>
                <a:lnTo>
                  <a:pt x="4778557" y="141587"/>
                </a:lnTo>
                <a:lnTo>
                  <a:pt x="4775384" y="148164"/>
                </a:lnTo>
                <a:lnTo>
                  <a:pt x="4774906" y="155452"/>
                </a:lnTo>
                <a:lnTo>
                  <a:pt x="4777346" y="162612"/>
                </a:lnTo>
                <a:lnTo>
                  <a:pt x="4782379" y="168262"/>
                </a:lnTo>
                <a:lnTo>
                  <a:pt x="4788957" y="171436"/>
                </a:lnTo>
                <a:lnTo>
                  <a:pt x="4796245" y="171911"/>
                </a:lnTo>
                <a:lnTo>
                  <a:pt x="4803406" y="169467"/>
                </a:lnTo>
                <a:lnTo>
                  <a:pt x="4945913" y="86338"/>
                </a:lnTo>
                <a:lnTo>
                  <a:pt x="4798860" y="557"/>
                </a:lnTo>
                <a:lnTo>
                  <a:pt x="479366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3854081" y="6348690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8739" y="6578018"/>
            <a:ext cx="23952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24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7"/>
            <a:ext cx="4972685" cy="1972310"/>
            <a:chOff x="1936750" y="3406317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13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29"/>
                  </a:lnTo>
                  <a:lnTo>
                    <a:pt x="4784242" y="1431074"/>
                  </a:lnTo>
                  <a:lnTo>
                    <a:pt x="4780000" y="1434109"/>
                  </a:lnTo>
                  <a:lnTo>
                    <a:pt x="4777346" y="1438656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46" y="1495882"/>
                  </a:lnTo>
                  <a:lnTo>
                    <a:pt x="157353" y="1495882"/>
                  </a:lnTo>
                  <a:lnTo>
                    <a:pt x="157353" y="108267"/>
                  </a:lnTo>
                  <a:lnTo>
                    <a:pt x="188518" y="161709"/>
                  </a:lnTo>
                  <a:lnTo>
                    <a:pt x="193535" y="167360"/>
                  </a:lnTo>
                  <a:lnTo>
                    <a:pt x="200113" y="170535"/>
                  </a:lnTo>
                  <a:lnTo>
                    <a:pt x="207403" y="171018"/>
                  </a:lnTo>
                  <a:lnTo>
                    <a:pt x="214566" y="168579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303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26" y="168579"/>
                  </a:lnTo>
                  <a:lnTo>
                    <a:pt x="69176" y="171018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53" y="108267"/>
                  </a:lnTo>
                  <a:lnTo>
                    <a:pt x="119253" y="1495882"/>
                  </a:lnTo>
                  <a:lnTo>
                    <a:pt x="0" y="1495882"/>
                  </a:lnTo>
                  <a:lnTo>
                    <a:pt x="0" y="1533982"/>
                  </a:lnTo>
                  <a:lnTo>
                    <a:pt x="119253" y="1533982"/>
                  </a:lnTo>
                  <a:lnTo>
                    <a:pt x="119253" y="1972132"/>
                  </a:lnTo>
                  <a:lnTo>
                    <a:pt x="157353" y="1972132"/>
                  </a:lnTo>
                  <a:lnTo>
                    <a:pt x="157353" y="1533982"/>
                  </a:lnTo>
                  <a:lnTo>
                    <a:pt x="4837646" y="1533982"/>
                  </a:lnTo>
                  <a:lnTo>
                    <a:pt x="4784204" y="1565148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406" y="1598066"/>
                  </a:lnTo>
                  <a:lnTo>
                    <a:pt x="4945913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49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7840" y="1016000"/>
            <a:ext cx="7190105" cy="40303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3930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1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1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60" dirty="0">
                <a:latin typeface="Bookman Old Style"/>
                <a:cs typeface="Bookman Old Style"/>
              </a:rPr>
              <a:t>y</a:t>
            </a:r>
            <a:r>
              <a:rPr sz="3150" spc="-89" baseline="-18518" dirty="0">
                <a:latin typeface="Calibri"/>
                <a:cs typeface="Calibri"/>
              </a:rPr>
              <a:t>2</a:t>
            </a:r>
            <a:r>
              <a:rPr sz="3200" spc="-60" dirty="0">
                <a:latin typeface="Calibri"/>
                <a:cs typeface="Calibri"/>
              </a:rPr>
              <a:t>),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Bookman Old Style"/>
                <a:cs typeface="Bookman Old Style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930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30" dirty="0">
                <a:latin typeface="Bookman Old Style"/>
                <a:cs typeface="Bookman Old Style"/>
              </a:rPr>
              <a:t>f</a:t>
            </a:r>
            <a:r>
              <a:rPr sz="3200" spc="130" dirty="0">
                <a:latin typeface="Calibri"/>
                <a:cs typeface="Calibri"/>
              </a:rPr>
              <a:t>(</a:t>
            </a:r>
            <a:r>
              <a:rPr sz="3200" i="1" spc="130" dirty="0">
                <a:latin typeface="Bookman Old Style"/>
                <a:cs typeface="Bookman Old Style"/>
              </a:rPr>
              <a:t>x</a:t>
            </a:r>
            <a:r>
              <a:rPr sz="3200" spc="130" dirty="0">
                <a:latin typeface="Calibri"/>
                <a:cs typeface="Calibri"/>
              </a:rPr>
              <a:t>)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370" dirty="0">
                <a:latin typeface="Bookman Old Style"/>
                <a:cs typeface="Bookman Old Style"/>
              </a:rPr>
              <a:t>y</a:t>
            </a:r>
            <a:r>
              <a:rPr sz="3200" i="1" spc="-229" dirty="0">
                <a:latin typeface="Bookman Old Style"/>
                <a:cs typeface="Bookman Old Style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35" dirty="0">
                <a:latin typeface="Bookman Old Style"/>
                <a:cs typeface="Bookman Old Style"/>
              </a:rPr>
              <a:t>x</a:t>
            </a:r>
            <a:endParaRPr sz="3200">
              <a:latin typeface="Bookman Old Style"/>
              <a:cs typeface="Bookman Old Style"/>
            </a:endParaRPr>
          </a:p>
          <a:p>
            <a:pPr marL="5080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i="1" spc="-320" dirty="0">
                <a:latin typeface="Bookman Old Style"/>
                <a:cs typeface="Bookman Old Style"/>
              </a:rPr>
              <a:t>y</a:t>
            </a:r>
            <a:r>
              <a:rPr sz="2800" i="1" spc="-200" dirty="0">
                <a:latin typeface="Bookman Old Style"/>
                <a:cs typeface="Bookman Old Style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categorical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2273300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R="5801995" algn="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R="5777865" algn="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899" y="4806950"/>
              <a:ext cx="228599" cy="228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49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400" y="4806950"/>
              <a:ext cx="228599" cy="2285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1" y="4806950"/>
              <a:ext cx="228599" cy="2285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1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499" y="4806950"/>
              <a:ext cx="228599" cy="228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599" y="4806950"/>
              <a:ext cx="228599" cy="228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9" y="3803649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49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86" y="3803649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49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49"/>
              <a:ext cx="241300" cy="24130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1962975" y="5715000"/>
            <a:ext cx="4946015" cy="927100"/>
            <a:chOff x="1962975" y="5715000"/>
            <a:chExt cx="4946015" cy="927100"/>
          </a:xfrm>
        </p:grpSpPr>
        <p:sp>
          <p:nvSpPr>
            <p:cNvPr id="37" name="object 37"/>
            <p:cNvSpPr/>
            <p:nvPr/>
          </p:nvSpPr>
          <p:spPr>
            <a:xfrm>
              <a:off x="1962975" y="6076078"/>
              <a:ext cx="4946015" cy="172085"/>
            </a:xfrm>
            <a:custGeom>
              <a:avLst/>
              <a:gdLst/>
              <a:ahLst/>
              <a:cxnLst/>
              <a:rect l="l" t="t" r="r" b="b"/>
              <a:pathLst>
                <a:path w="4946015" h="172085">
                  <a:moveTo>
                    <a:pt x="4793665" y="0"/>
                  </a:moveTo>
                  <a:lnTo>
                    <a:pt x="4788954" y="1240"/>
                  </a:lnTo>
                  <a:lnTo>
                    <a:pt x="4784242" y="2481"/>
                  </a:lnTo>
                  <a:lnTo>
                    <a:pt x="4780000" y="5520"/>
                  </a:lnTo>
                  <a:lnTo>
                    <a:pt x="4777346" y="10064"/>
                  </a:lnTo>
                  <a:lnTo>
                    <a:pt x="4774906" y="17223"/>
                  </a:lnTo>
                  <a:lnTo>
                    <a:pt x="4775384" y="24511"/>
                  </a:lnTo>
                  <a:lnTo>
                    <a:pt x="4778557" y="31088"/>
                  </a:lnTo>
                  <a:lnTo>
                    <a:pt x="4784204" y="36118"/>
                  </a:lnTo>
                  <a:lnTo>
                    <a:pt x="4837645" y="67288"/>
                  </a:lnTo>
                  <a:lnTo>
                    <a:pt x="0" y="67288"/>
                  </a:lnTo>
                  <a:lnTo>
                    <a:pt x="0" y="105388"/>
                  </a:lnTo>
                  <a:lnTo>
                    <a:pt x="4837645" y="105388"/>
                  </a:lnTo>
                  <a:lnTo>
                    <a:pt x="4784204" y="136558"/>
                  </a:lnTo>
                  <a:lnTo>
                    <a:pt x="4778557" y="141587"/>
                  </a:lnTo>
                  <a:lnTo>
                    <a:pt x="4775384" y="148164"/>
                  </a:lnTo>
                  <a:lnTo>
                    <a:pt x="4774906" y="155452"/>
                  </a:lnTo>
                  <a:lnTo>
                    <a:pt x="4777346" y="162612"/>
                  </a:lnTo>
                  <a:lnTo>
                    <a:pt x="4782379" y="168262"/>
                  </a:lnTo>
                  <a:lnTo>
                    <a:pt x="4788957" y="171436"/>
                  </a:lnTo>
                  <a:lnTo>
                    <a:pt x="4796245" y="171911"/>
                  </a:lnTo>
                  <a:lnTo>
                    <a:pt x="4803406" y="169467"/>
                  </a:lnTo>
                  <a:lnTo>
                    <a:pt x="4945913" y="86338"/>
                  </a:lnTo>
                  <a:lnTo>
                    <a:pt x="4798860" y="557"/>
                  </a:lnTo>
                  <a:lnTo>
                    <a:pt x="479366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8700" y="6019800"/>
              <a:ext cx="368300" cy="368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0581" y="6060817"/>
              <a:ext cx="228599" cy="2285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4232" y="6054467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0200" y="6019800"/>
              <a:ext cx="368300" cy="368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2082" y="6060817"/>
              <a:ext cx="228599" cy="22859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94208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79700" y="60198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1581" y="6060817"/>
              <a:ext cx="228599" cy="22859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75158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0900" y="60198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8463" y="6060817"/>
              <a:ext cx="228599" cy="2285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2113" y="6054467"/>
              <a:ext cx="241300" cy="241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78300" y="60198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0181" y="6060817"/>
              <a:ext cx="228599" cy="2285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25018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24400" y="6019800"/>
              <a:ext cx="368300" cy="368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6281" y="6060817"/>
              <a:ext cx="228599" cy="22859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79628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800" y="6032500"/>
              <a:ext cx="3683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6689" y="6067167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27700" y="6032500"/>
              <a:ext cx="3556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84850" y="6067167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2500" y="6032500"/>
              <a:ext cx="3683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2286" y="6067167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8500" y="6032500"/>
              <a:ext cx="355600" cy="3683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57200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6" y="8982"/>
                  </a:lnTo>
                  <a:lnTo>
                    <a:pt x="33475" y="33477"/>
                  </a:lnTo>
                  <a:lnTo>
                    <a:pt x="8981" y="69809"/>
                  </a:lnTo>
                  <a:lnTo>
                    <a:pt x="0" y="114300"/>
                  </a:lnTo>
                  <a:lnTo>
                    <a:pt x="8981" y="158790"/>
                  </a:lnTo>
                  <a:lnTo>
                    <a:pt x="33475" y="195122"/>
                  </a:lnTo>
                  <a:lnTo>
                    <a:pt x="69806" y="219617"/>
                  </a:lnTo>
                  <a:lnTo>
                    <a:pt x="114300" y="228600"/>
                  </a:lnTo>
                  <a:lnTo>
                    <a:pt x="158793" y="219617"/>
                  </a:lnTo>
                  <a:lnTo>
                    <a:pt x="195124" y="195122"/>
                  </a:lnTo>
                  <a:lnTo>
                    <a:pt x="219618" y="158790"/>
                  </a:lnTo>
                  <a:lnTo>
                    <a:pt x="228600" y="114300"/>
                  </a:lnTo>
                  <a:lnTo>
                    <a:pt x="219618" y="69809"/>
                  </a:lnTo>
                  <a:lnTo>
                    <a:pt x="195124" y="33477"/>
                  </a:lnTo>
                  <a:lnTo>
                    <a:pt x="158793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7200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76700" y="6032500"/>
              <a:ext cx="355600" cy="3683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14020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6" y="8982"/>
                  </a:lnTo>
                  <a:lnTo>
                    <a:pt x="33475" y="33477"/>
                  </a:lnTo>
                  <a:lnTo>
                    <a:pt x="8981" y="69809"/>
                  </a:lnTo>
                  <a:lnTo>
                    <a:pt x="0" y="114300"/>
                  </a:lnTo>
                  <a:lnTo>
                    <a:pt x="8981" y="158790"/>
                  </a:lnTo>
                  <a:lnTo>
                    <a:pt x="33475" y="195122"/>
                  </a:lnTo>
                  <a:lnTo>
                    <a:pt x="69806" y="219617"/>
                  </a:lnTo>
                  <a:lnTo>
                    <a:pt x="114300" y="228600"/>
                  </a:lnTo>
                  <a:lnTo>
                    <a:pt x="158793" y="219617"/>
                  </a:lnTo>
                  <a:lnTo>
                    <a:pt x="195124" y="195122"/>
                  </a:lnTo>
                  <a:lnTo>
                    <a:pt x="219618" y="158790"/>
                  </a:lnTo>
                  <a:lnTo>
                    <a:pt x="228600" y="114300"/>
                  </a:lnTo>
                  <a:lnTo>
                    <a:pt x="219618" y="69809"/>
                  </a:lnTo>
                  <a:lnTo>
                    <a:pt x="195124" y="33477"/>
                  </a:lnTo>
                  <a:lnTo>
                    <a:pt x="158793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14020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95800" y="5715000"/>
              <a:ext cx="152400" cy="9271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572000" y="5753100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h="796290">
                  <a:moveTo>
                    <a:pt x="0" y="0"/>
                  </a:moveTo>
                  <a:lnTo>
                    <a:pt x="1" y="79609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333559" y="5092941"/>
            <a:ext cx="2608580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  <a:tabLst>
                <a:tab pos="1310005" algn="l"/>
              </a:tabLst>
            </a:pPr>
            <a:r>
              <a:rPr sz="2100" baseline="3968" dirty="0">
                <a:latin typeface="Calibri"/>
                <a:cs typeface="Calibri"/>
              </a:rPr>
              <a:t>Predict</a:t>
            </a:r>
            <a:r>
              <a:rPr sz="2100" spc="-104" baseline="3968" dirty="0">
                <a:latin typeface="Calibri"/>
                <a:cs typeface="Calibri"/>
              </a:rPr>
              <a:t> </a:t>
            </a:r>
            <a:r>
              <a:rPr sz="2100" spc="-15" baseline="3968" dirty="0">
                <a:latin typeface="Calibri"/>
                <a:cs typeface="Calibri"/>
              </a:rPr>
              <a:t>Benign</a:t>
            </a:r>
            <a:r>
              <a:rPr sz="2100" baseline="3968" dirty="0">
                <a:latin typeface="Calibri"/>
                <a:cs typeface="Calibri"/>
              </a:rPr>
              <a:t>	</a:t>
            </a:r>
            <a:r>
              <a:rPr sz="1400" dirty="0">
                <a:latin typeface="Calibri"/>
                <a:cs typeface="Calibri"/>
              </a:rPr>
              <a:t>Predict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Malignant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854081" y="6348690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739" y="6578018"/>
            <a:ext cx="23952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2" name="Slide Number Placeholder 7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25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342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1095" y="2841536"/>
            <a:ext cx="3598545" cy="2726055"/>
            <a:chOff x="961095" y="2841536"/>
            <a:chExt cx="3598545" cy="2726055"/>
          </a:xfrm>
        </p:grpSpPr>
        <p:sp>
          <p:nvSpPr>
            <p:cNvPr id="4" name="object 4"/>
            <p:cNvSpPr/>
            <p:nvPr/>
          </p:nvSpPr>
          <p:spPr>
            <a:xfrm>
              <a:off x="961085" y="28415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23"/>
                  </a:moveTo>
                  <a:lnTo>
                    <a:pt x="3451326" y="2487447"/>
                  </a:lnTo>
                  <a:lnTo>
                    <a:pt x="3446145" y="2486888"/>
                  </a:lnTo>
                  <a:lnTo>
                    <a:pt x="3441433" y="2488120"/>
                  </a:lnTo>
                  <a:lnTo>
                    <a:pt x="3436709" y="2489365"/>
                  </a:lnTo>
                  <a:lnTo>
                    <a:pt x="3432467" y="2492400"/>
                  </a:lnTo>
                  <a:lnTo>
                    <a:pt x="3429825" y="2496947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112" y="2554173"/>
                  </a:lnTo>
                  <a:lnTo>
                    <a:pt x="183426" y="2554173"/>
                  </a:lnTo>
                  <a:lnTo>
                    <a:pt x="183438" y="108267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502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61" y="149669"/>
                  </a:lnTo>
                  <a:lnTo>
                    <a:pt x="247510" y="142506"/>
                  </a:lnTo>
                  <a:lnTo>
                    <a:pt x="164388" y="0"/>
                  </a:lnTo>
                  <a:lnTo>
                    <a:pt x="81254" y="142506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38" y="108267"/>
                  </a:lnTo>
                  <a:lnTo>
                    <a:pt x="145326" y="2554173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73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73"/>
                  </a:lnTo>
                  <a:lnTo>
                    <a:pt x="3490112" y="2592273"/>
                  </a:lnTo>
                  <a:lnTo>
                    <a:pt x="3436670" y="2623439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25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73" y="2656357"/>
                  </a:lnTo>
                  <a:lnTo>
                    <a:pt x="3598380" y="2573223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4787900"/>
              <a:ext cx="368300" cy="368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0214" y="4837671"/>
              <a:ext cx="228599" cy="228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3864" y="4831321"/>
              <a:ext cx="241300" cy="241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5100" y="4749800"/>
              <a:ext cx="3683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6981" y="4799571"/>
              <a:ext cx="228599" cy="228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0632" y="4793221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0000" y="4254500"/>
              <a:ext cx="3683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1881" y="4295952"/>
              <a:ext cx="228599" cy="228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5532" y="4289602"/>
              <a:ext cx="241300" cy="241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8600" y="5016500"/>
              <a:ext cx="3683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0481" y="5066271"/>
              <a:ext cx="228599" cy="2285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4132" y="5059921"/>
              <a:ext cx="241300" cy="241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5300" y="39751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0641" y="4023880"/>
              <a:ext cx="228599" cy="2285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4291" y="401753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09900" y="3517899"/>
              <a:ext cx="3683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69564" y="3560330"/>
              <a:ext cx="241300" cy="241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6300" y="3149599"/>
              <a:ext cx="355600" cy="368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03450" y="3194049"/>
              <a:ext cx="241300" cy="241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48100" y="4521200"/>
              <a:ext cx="368300" cy="368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09314" y="4564621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19500" y="3517899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80714" y="3559301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3300" y="3086099"/>
              <a:ext cx="3683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08832" y="3129521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36700" y="3086099"/>
              <a:ext cx="2819400" cy="22860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612900" y="3135871"/>
              <a:ext cx="2667000" cy="2144395"/>
            </a:xfrm>
            <a:custGeom>
              <a:avLst/>
              <a:gdLst/>
              <a:ahLst/>
              <a:cxnLst/>
              <a:rect l="l" t="t" r="r" b="b"/>
              <a:pathLst>
                <a:path w="2667000" h="2144395">
                  <a:moveTo>
                    <a:pt x="0" y="0"/>
                  </a:moveTo>
                  <a:lnTo>
                    <a:pt x="2667001" y="214416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180399" y="5672566"/>
            <a:ext cx="1146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libri"/>
                <a:cs typeface="Calibri"/>
              </a:rPr>
              <a:t>Tumor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Size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740" y="4044200"/>
            <a:ext cx="4165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libri"/>
                <a:cs typeface="Calibri"/>
              </a:rPr>
              <a:t>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47514" y="2755265"/>
            <a:ext cx="3872865" cy="20828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Clump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Thickness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Size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Shape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50" dirty="0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940" y="1002211"/>
            <a:ext cx="7073265" cy="11468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i="1" spc="85" dirty="0">
                <a:latin typeface="Bookman Old Style"/>
                <a:cs typeface="Bookman Old Style"/>
              </a:rPr>
              <a:t>x</a:t>
            </a:r>
            <a:r>
              <a:rPr sz="3200" i="1" spc="-5" dirty="0">
                <a:latin typeface="Bookman Old Style"/>
                <a:cs typeface="Bookman Old Style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multi-</a:t>
            </a:r>
            <a:r>
              <a:rPr sz="3200" spc="-10" dirty="0">
                <a:latin typeface="Calibri"/>
                <a:cs typeface="Calibri"/>
              </a:rPr>
              <a:t>dimensional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739" y="6569510"/>
            <a:ext cx="2395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26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1016000"/>
            <a:ext cx="6909434" cy="171703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405765" algn="l"/>
                <a:tab pos="3698240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1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i="1" dirty="0">
                <a:latin typeface="Bookman Old Style"/>
                <a:cs typeface="Bookman Old Style"/>
              </a:rPr>
              <a:t>x</a:t>
            </a:r>
            <a:r>
              <a:rPr sz="3150" baseline="-18518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Bookman Old Style"/>
                <a:cs typeface="Bookman Old Style"/>
              </a:rPr>
              <a:t>x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150" baseline="-18518" dirty="0">
                <a:latin typeface="Calibri"/>
                <a:cs typeface="Calibri"/>
              </a:rPr>
              <a:t>	</a:t>
            </a:r>
            <a:r>
              <a:rPr sz="3200" dirty="0">
                <a:latin typeface="Calibri"/>
                <a:cs typeface="Calibri"/>
              </a:rPr>
              <a:t>(without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labels)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hidden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behind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Bookman Old Style"/>
                <a:cs typeface="Bookman Old Style"/>
              </a:rPr>
              <a:t>x</a:t>
            </a:r>
            <a:r>
              <a:rPr sz="3200" spc="-25" dirty="0">
                <a:latin typeface="Calibri"/>
                <a:cs typeface="Calibri"/>
              </a:rPr>
              <a:t>’s</a:t>
            </a:r>
            <a:endParaRPr sz="320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E.g.,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clustering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2674" y="3044736"/>
            <a:ext cx="7954645" cy="2726055"/>
            <a:chOff x="672674" y="3044736"/>
            <a:chExt cx="7954645" cy="2726055"/>
          </a:xfrm>
        </p:grpSpPr>
        <p:sp>
          <p:nvSpPr>
            <p:cNvPr id="5" name="object 5"/>
            <p:cNvSpPr/>
            <p:nvPr/>
          </p:nvSpPr>
          <p:spPr>
            <a:xfrm>
              <a:off x="6726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45" y="2486888"/>
                  </a:lnTo>
                  <a:lnTo>
                    <a:pt x="3441420" y="2488120"/>
                  </a:lnTo>
                  <a:lnTo>
                    <a:pt x="3436709" y="2489365"/>
                  </a:lnTo>
                  <a:lnTo>
                    <a:pt x="3432467" y="2492400"/>
                  </a:lnTo>
                  <a:lnTo>
                    <a:pt x="3429812" y="2496947"/>
                  </a:lnTo>
                  <a:lnTo>
                    <a:pt x="3427361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112" y="2554186"/>
                  </a:lnTo>
                  <a:lnTo>
                    <a:pt x="183426" y="2554186"/>
                  </a:lnTo>
                  <a:lnTo>
                    <a:pt x="183426" y="108267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489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06"/>
                  </a:lnTo>
                  <a:lnTo>
                    <a:pt x="164376" y="0"/>
                  </a:lnTo>
                  <a:lnTo>
                    <a:pt x="81254" y="142506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67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73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73"/>
                  </a:lnTo>
                  <a:lnTo>
                    <a:pt x="3490112" y="2592273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61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73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4254500"/>
              <a:ext cx="368300" cy="368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915" y="4294911"/>
              <a:ext cx="241300" cy="241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1800" y="4368800"/>
              <a:ext cx="368300" cy="368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70824" y="44155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299"/>
                  </a:lnTo>
                  <a:lnTo>
                    <a:pt x="8981" y="158787"/>
                  </a:lnTo>
                  <a:lnTo>
                    <a:pt x="33475" y="195119"/>
                  </a:lnTo>
                  <a:lnTo>
                    <a:pt x="69806" y="219616"/>
                  </a:lnTo>
                  <a:lnTo>
                    <a:pt x="114300" y="228599"/>
                  </a:lnTo>
                  <a:lnTo>
                    <a:pt x="158787" y="219616"/>
                  </a:lnTo>
                  <a:lnTo>
                    <a:pt x="195119" y="195119"/>
                  </a:lnTo>
                  <a:lnTo>
                    <a:pt x="219616" y="158787"/>
                  </a:lnTo>
                  <a:lnTo>
                    <a:pt x="228600" y="114299"/>
                  </a:lnTo>
                  <a:lnTo>
                    <a:pt x="219616" y="69806"/>
                  </a:lnTo>
                  <a:lnTo>
                    <a:pt x="195119" y="33475"/>
                  </a:lnTo>
                  <a:lnTo>
                    <a:pt x="158787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70824" y="44155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1800" y="4864100"/>
              <a:ext cx="368300" cy="368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70824" y="49128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300"/>
                  </a:lnTo>
                  <a:lnTo>
                    <a:pt x="8981" y="158787"/>
                  </a:lnTo>
                  <a:lnTo>
                    <a:pt x="33475" y="195119"/>
                  </a:lnTo>
                  <a:lnTo>
                    <a:pt x="69806" y="219616"/>
                  </a:lnTo>
                  <a:lnTo>
                    <a:pt x="114300" y="228600"/>
                  </a:lnTo>
                  <a:lnTo>
                    <a:pt x="158787" y="219616"/>
                  </a:lnTo>
                  <a:lnTo>
                    <a:pt x="195119" y="195119"/>
                  </a:lnTo>
                  <a:lnTo>
                    <a:pt x="219616" y="158787"/>
                  </a:lnTo>
                  <a:lnTo>
                    <a:pt x="228600" y="114300"/>
                  </a:lnTo>
                  <a:lnTo>
                    <a:pt x="219616" y="69806"/>
                  </a:lnTo>
                  <a:lnTo>
                    <a:pt x="195119" y="33475"/>
                  </a:lnTo>
                  <a:lnTo>
                    <a:pt x="158787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70824" y="49128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4600" y="4749800"/>
              <a:ext cx="368300" cy="368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13624" y="47985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300"/>
                  </a:lnTo>
                  <a:lnTo>
                    <a:pt x="8981" y="158787"/>
                  </a:lnTo>
                  <a:lnTo>
                    <a:pt x="33475" y="195119"/>
                  </a:lnTo>
                  <a:lnTo>
                    <a:pt x="69806" y="219616"/>
                  </a:lnTo>
                  <a:lnTo>
                    <a:pt x="114300" y="228600"/>
                  </a:lnTo>
                  <a:lnTo>
                    <a:pt x="158787" y="219616"/>
                  </a:lnTo>
                  <a:lnTo>
                    <a:pt x="195119" y="195119"/>
                  </a:lnTo>
                  <a:lnTo>
                    <a:pt x="219616" y="158787"/>
                  </a:lnTo>
                  <a:lnTo>
                    <a:pt x="228600" y="114300"/>
                  </a:lnTo>
                  <a:lnTo>
                    <a:pt x="219616" y="69806"/>
                  </a:lnTo>
                  <a:lnTo>
                    <a:pt x="195119" y="33475"/>
                  </a:lnTo>
                  <a:lnTo>
                    <a:pt x="158787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13624" y="47985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5600" y="3657599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8274" y="3700030"/>
              <a:ext cx="241300" cy="241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0400" y="3911600"/>
              <a:ext cx="368300" cy="368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3074" y="3949979"/>
              <a:ext cx="241300" cy="241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3300" y="3695699"/>
              <a:ext cx="368300" cy="368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5974" y="373004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6600" y="3416299"/>
              <a:ext cx="368300" cy="3683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077453" y="34630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0" y="195119"/>
                  </a:lnTo>
                  <a:lnTo>
                    <a:pt x="69812" y="219616"/>
                  </a:lnTo>
                  <a:lnTo>
                    <a:pt x="114300" y="228599"/>
                  </a:lnTo>
                  <a:lnTo>
                    <a:pt x="158793" y="219616"/>
                  </a:lnTo>
                  <a:lnTo>
                    <a:pt x="195124" y="195119"/>
                  </a:lnTo>
                  <a:lnTo>
                    <a:pt x="219618" y="158787"/>
                  </a:lnTo>
                  <a:lnTo>
                    <a:pt x="228600" y="114300"/>
                  </a:lnTo>
                  <a:lnTo>
                    <a:pt x="219618" y="69806"/>
                  </a:lnTo>
                  <a:lnTo>
                    <a:pt x="195124" y="33475"/>
                  </a:lnTo>
                  <a:lnTo>
                    <a:pt x="158793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77453" y="34630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799" y="43688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34474" y="4409211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7799" y="4711700"/>
              <a:ext cx="3683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82303" y="4752111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6099" y="47117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48774" y="4752111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4399" y="4546600"/>
              <a:ext cx="3683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7074" y="4584979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8600" y="4622800"/>
              <a:ext cx="368300" cy="3683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573136" y="466752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8983" y="158793"/>
                  </a:lnTo>
                  <a:lnTo>
                    <a:pt x="33480" y="195124"/>
                  </a:lnTo>
                  <a:lnTo>
                    <a:pt x="69812" y="219618"/>
                  </a:lnTo>
                  <a:lnTo>
                    <a:pt x="114300" y="228600"/>
                  </a:lnTo>
                  <a:lnTo>
                    <a:pt x="158793" y="219618"/>
                  </a:lnTo>
                  <a:lnTo>
                    <a:pt x="195124" y="195124"/>
                  </a:lnTo>
                  <a:lnTo>
                    <a:pt x="219618" y="158793"/>
                  </a:lnTo>
                  <a:lnTo>
                    <a:pt x="228600" y="114300"/>
                  </a:lnTo>
                  <a:lnTo>
                    <a:pt x="219618" y="69812"/>
                  </a:lnTo>
                  <a:lnTo>
                    <a:pt x="195124" y="33480"/>
                  </a:lnTo>
                  <a:lnTo>
                    <a:pt x="158793" y="8983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73136" y="466752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65300" y="3301999"/>
              <a:ext cx="368300" cy="3683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28977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0" y="195119"/>
                  </a:lnTo>
                  <a:lnTo>
                    <a:pt x="69812" y="219616"/>
                  </a:lnTo>
                  <a:lnTo>
                    <a:pt x="114300" y="228600"/>
                  </a:lnTo>
                  <a:lnTo>
                    <a:pt x="158793" y="219616"/>
                  </a:lnTo>
                  <a:lnTo>
                    <a:pt x="195124" y="195119"/>
                  </a:lnTo>
                  <a:lnTo>
                    <a:pt x="219618" y="158787"/>
                  </a:lnTo>
                  <a:lnTo>
                    <a:pt x="228600" y="114300"/>
                  </a:lnTo>
                  <a:lnTo>
                    <a:pt x="219618" y="69806"/>
                  </a:lnTo>
                  <a:lnTo>
                    <a:pt x="195124" y="33475"/>
                  </a:lnTo>
                  <a:lnTo>
                    <a:pt x="158793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28977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287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45" y="2486888"/>
                  </a:lnTo>
                  <a:lnTo>
                    <a:pt x="3441420" y="2488120"/>
                  </a:lnTo>
                  <a:lnTo>
                    <a:pt x="3436709" y="2489365"/>
                  </a:lnTo>
                  <a:lnTo>
                    <a:pt x="3432467" y="2492400"/>
                  </a:lnTo>
                  <a:lnTo>
                    <a:pt x="3429812" y="2496947"/>
                  </a:lnTo>
                  <a:lnTo>
                    <a:pt x="3427361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112" y="2554186"/>
                  </a:lnTo>
                  <a:lnTo>
                    <a:pt x="183438" y="2554186"/>
                  </a:lnTo>
                  <a:lnTo>
                    <a:pt x="183438" y="108267"/>
                  </a:lnTo>
                  <a:lnTo>
                    <a:pt x="214604" y="161709"/>
                  </a:lnTo>
                  <a:lnTo>
                    <a:pt x="219621" y="167360"/>
                  </a:lnTo>
                  <a:lnTo>
                    <a:pt x="226199" y="170535"/>
                  </a:lnTo>
                  <a:lnTo>
                    <a:pt x="233489" y="171018"/>
                  </a:lnTo>
                  <a:lnTo>
                    <a:pt x="240665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06"/>
                  </a:lnTo>
                  <a:lnTo>
                    <a:pt x="164388" y="0"/>
                  </a:lnTo>
                  <a:lnTo>
                    <a:pt x="81254" y="142506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48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38" y="108267"/>
                  </a:lnTo>
                  <a:lnTo>
                    <a:pt x="145338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38" y="2592273"/>
                  </a:lnTo>
                  <a:lnTo>
                    <a:pt x="145338" y="2725623"/>
                  </a:lnTo>
                  <a:lnTo>
                    <a:pt x="183438" y="2725623"/>
                  </a:lnTo>
                  <a:lnTo>
                    <a:pt x="183438" y="2592273"/>
                  </a:lnTo>
                  <a:lnTo>
                    <a:pt x="3490112" y="2592273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61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73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1500" y="4254500"/>
              <a:ext cx="368300" cy="368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22353" y="4301261"/>
              <a:ext cx="228599" cy="22859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16003" y="4294911"/>
              <a:ext cx="241300" cy="2413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7900" y="43688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26924" y="4415561"/>
              <a:ext cx="228599" cy="22859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126924" y="44155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7900" y="48641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26924" y="4912880"/>
              <a:ext cx="228599" cy="22859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126924" y="49128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0700" y="47498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69724" y="4798580"/>
              <a:ext cx="228599" cy="2285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669724" y="47985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1700" y="3657599"/>
              <a:ext cx="368300" cy="368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44374" y="3700030"/>
              <a:ext cx="241300" cy="241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6500" y="3911600"/>
              <a:ext cx="368300" cy="368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49174" y="3949979"/>
              <a:ext cx="241300" cy="241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9400" y="3695699"/>
              <a:ext cx="368300" cy="368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92074" y="3730040"/>
              <a:ext cx="241300" cy="241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2700" y="3416299"/>
              <a:ext cx="368300" cy="3683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433553" y="3463061"/>
              <a:ext cx="229235" cy="228600"/>
            </a:xfrm>
            <a:custGeom>
              <a:avLst/>
              <a:gdLst/>
              <a:ahLst/>
              <a:cxnLst/>
              <a:rect l="l" t="t" r="r" b="b"/>
              <a:pathLst>
                <a:path w="229234" h="228600">
                  <a:moveTo>
                    <a:pt x="114312" y="0"/>
                  </a:moveTo>
                  <a:lnTo>
                    <a:pt x="69817" y="8981"/>
                  </a:lnTo>
                  <a:lnTo>
                    <a:pt x="33481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1" y="195119"/>
                  </a:lnTo>
                  <a:lnTo>
                    <a:pt x="69817" y="219616"/>
                  </a:lnTo>
                  <a:lnTo>
                    <a:pt x="114312" y="228599"/>
                  </a:lnTo>
                  <a:lnTo>
                    <a:pt x="158800" y="219616"/>
                  </a:lnTo>
                  <a:lnTo>
                    <a:pt x="195132" y="195119"/>
                  </a:lnTo>
                  <a:lnTo>
                    <a:pt x="219629" y="158787"/>
                  </a:lnTo>
                  <a:lnTo>
                    <a:pt x="228612" y="114300"/>
                  </a:lnTo>
                  <a:lnTo>
                    <a:pt x="219629" y="69806"/>
                  </a:lnTo>
                  <a:lnTo>
                    <a:pt x="195132" y="33475"/>
                  </a:lnTo>
                  <a:lnTo>
                    <a:pt x="158800" y="8981"/>
                  </a:lnTo>
                  <a:lnTo>
                    <a:pt x="114312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33553" y="34630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7900" y="4368800"/>
              <a:ext cx="368300" cy="3683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90574" y="4409211"/>
              <a:ext cx="241300" cy="2413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3900" y="4711700"/>
              <a:ext cx="368300" cy="3683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38403" y="4752111"/>
              <a:ext cx="241300" cy="2413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200" y="4711700"/>
              <a:ext cx="368300" cy="3683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04874" y="4752111"/>
              <a:ext cx="241300" cy="2413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0500" y="4546600"/>
              <a:ext cx="368300" cy="3683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3174" y="4584979"/>
              <a:ext cx="241300" cy="2413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54700" y="4622800"/>
              <a:ext cx="368300" cy="3683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9236" y="4667529"/>
              <a:ext cx="228599" cy="22859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929236" y="466752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1400" y="3301999"/>
              <a:ext cx="368300" cy="3683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185077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0" y="195119"/>
                  </a:lnTo>
                  <a:lnTo>
                    <a:pt x="69812" y="219616"/>
                  </a:lnTo>
                  <a:lnTo>
                    <a:pt x="114300" y="228600"/>
                  </a:lnTo>
                  <a:lnTo>
                    <a:pt x="158793" y="219616"/>
                  </a:lnTo>
                  <a:lnTo>
                    <a:pt x="195124" y="195119"/>
                  </a:lnTo>
                  <a:lnTo>
                    <a:pt x="219618" y="158787"/>
                  </a:lnTo>
                  <a:lnTo>
                    <a:pt x="228600" y="114300"/>
                  </a:lnTo>
                  <a:lnTo>
                    <a:pt x="219618" y="69806"/>
                  </a:lnTo>
                  <a:lnTo>
                    <a:pt x="195124" y="33475"/>
                  </a:lnTo>
                  <a:lnTo>
                    <a:pt x="158793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185077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86199" y="3873500"/>
              <a:ext cx="1219200" cy="6985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49699" y="3934980"/>
              <a:ext cx="1079068" cy="534492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949700" y="3934980"/>
              <a:ext cx="1079500" cy="534670"/>
            </a:xfrm>
            <a:custGeom>
              <a:avLst/>
              <a:gdLst/>
              <a:ahLst/>
              <a:cxnLst/>
              <a:rect l="l" t="t" r="r" b="b"/>
              <a:pathLst>
                <a:path w="1079500" h="534670">
                  <a:moveTo>
                    <a:pt x="0" y="133624"/>
                  </a:moveTo>
                  <a:lnTo>
                    <a:pt x="811828" y="133624"/>
                  </a:lnTo>
                  <a:lnTo>
                    <a:pt x="811828" y="0"/>
                  </a:lnTo>
                  <a:lnTo>
                    <a:pt x="1079080" y="267248"/>
                  </a:lnTo>
                  <a:lnTo>
                    <a:pt x="811828" y="534495"/>
                  </a:lnTo>
                  <a:lnTo>
                    <a:pt x="811828" y="400871"/>
                  </a:lnTo>
                  <a:lnTo>
                    <a:pt x="0" y="400871"/>
                  </a:lnTo>
                  <a:lnTo>
                    <a:pt x="0" y="133624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Slide Number Placeholder 7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27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3334" y="6508433"/>
            <a:ext cx="1733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[Source: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Daphne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Koller]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996" y="4046106"/>
            <a:ext cx="335915" cy="67310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Genes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8027" y="6290945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Individuals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631" y="5983822"/>
            <a:ext cx="7830216" cy="20310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52626" y="1834235"/>
            <a:ext cx="7848600" cy="4086860"/>
            <a:chOff x="752626" y="1834235"/>
            <a:chExt cx="7848600" cy="40868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377" y="2052383"/>
              <a:ext cx="7830463" cy="36337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626" y="5719438"/>
              <a:ext cx="7841627" cy="2013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6630" y="1841499"/>
              <a:ext cx="723265" cy="196215"/>
            </a:xfrm>
            <a:custGeom>
              <a:avLst/>
              <a:gdLst/>
              <a:ahLst/>
              <a:cxnLst/>
              <a:rect l="l" t="t" r="r" b="b"/>
              <a:pathLst>
                <a:path w="72326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99707" y="97956"/>
                  </a:lnTo>
                  <a:lnTo>
                    <a:pt x="321716" y="90258"/>
                  </a:lnTo>
                  <a:lnTo>
                    <a:pt x="339689" y="69265"/>
                  </a:lnTo>
                  <a:lnTo>
                    <a:pt x="351806" y="38129"/>
                  </a:lnTo>
                  <a:lnTo>
                    <a:pt x="356250" y="0"/>
                  </a:lnTo>
                  <a:lnTo>
                    <a:pt x="360693" y="38129"/>
                  </a:lnTo>
                  <a:lnTo>
                    <a:pt x="372811" y="69265"/>
                  </a:lnTo>
                  <a:lnTo>
                    <a:pt x="390783" y="90258"/>
                  </a:lnTo>
                  <a:lnTo>
                    <a:pt x="412792" y="97956"/>
                  </a:lnTo>
                  <a:lnTo>
                    <a:pt x="666587" y="97956"/>
                  </a:lnTo>
                  <a:lnTo>
                    <a:pt x="688596" y="105654"/>
                  </a:lnTo>
                  <a:lnTo>
                    <a:pt x="706569" y="126647"/>
                  </a:lnTo>
                  <a:lnTo>
                    <a:pt x="718687" y="157783"/>
                  </a:lnTo>
                  <a:lnTo>
                    <a:pt x="72313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89764" y="1841499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1" y="126647"/>
                  </a:lnTo>
                  <a:lnTo>
                    <a:pt x="34533" y="105654"/>
                  </a:lnTo>
                  <a:lnTo>
                    <a:pt x="56543" y="97956"/>
                  </a:lnTo>
                  <a:lnTo>
                    <a:pt x="223103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9" y="90258"/>
                  </a:lnTo>
                  <a:lnTo>
                    <a:pt x="336188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7403" y="1840585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1" y="126647"/>
                  </a:lnTo>
                  <a:lnTo>
                    <a:pt x="34533" y="105654"/>
                  </a:lnTo>
                  <a:lnTo>
                    <a:pt x="56543" y="97956"/>
                  </a:lnTo>
                  <a:lnTo>
                    <a:pt x="223103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9" y="90258"/>
                  </a:lnTo>
                  <a:lnTo>
                    <a:pt x="336188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5034" y="1840585"/>
              <a:ext cx="652145" cy="196215"/>
            </a:xfrm>
            <a:custGeom>
              <a:avLst/>
              <a:gdLst/>
              <a:ahLst/>
              <a:cxnLst/>
              <a:rect l="l" t="t" r="r" b="b"/>
              <a:pathLst>
                <a:path w="65214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64451" y="97956"/>
                  </a:lnTo>
                  <a:lnTo>
                    <a:pt x="286460" y="90258"/>
                  </a:lnTo>
                  <a:lnTo>
                    <a:pt x="304432" y="69265"/>
                  </a:lnTo>
                  <a:lnTo>
                    <a:pt x="316549" y="38129"/>
                  </a:lnTo>
                  <a:lnTo>
                    <a:pt x="320993" y="0"/>
                  </a:lnTo>
                  <a:lnTo>
                    <a:pt x="325436" y="38129"/>
                  </a:lnTo>
                  <a:lnTo>
                    <a:pt x="337554" y="69265"/>
                  </a:lnTo>
                  <a:lnTo>
                    <a:pt x="355527" y="90258"/>
                  </a:lnTo>
                  <a:lnTo>
                    <a:pt x="377536" y="97956"/>
                  </a:lnTo>
                  <a:lnTo>
                    <a:pt x="595022" y="97956"/>
                  </a:lnTo>
                  <a:lnTo>
                    <a:pt x="617031" y="105654"/>
                  </a:lnTo>
                  <a:lnTo>
                    <a:pt x="635004" y="126647"/>
                  </a:lnTo>
                  <a:lnTo>
                    <a:pt x="647121" y="157783"/>
                  </a:lnTo>
                  <a:lnTo>
                    <a:pt x="65156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599" y="1840585"/>
              <a:ext cx="1066800" cy="196215"/>
            </a:xfrm>
            <a:custGeom>
              <a:avLst/>
              <a:gdLst/>
              <a:ahLst/>
              <a:cxnLst/>
              <a:rect l="l" t="t" r="r" b="b"/>
              <a:pathLst>
                <a:path w="1066800" h="196214">
                  <a:moveTo>
                    <a:pt x="0" y="195913"/>
                  </a:moveTo>
                  <a:lnTo>
                    <a:pt x="4442" y="157783"/>
                  </a:lnTo>
                  <a:lnTo>
                    <a:pt x="16558" y="126647"/>
                  </a:lnTo>
                  <a:lnTo>
                    <a:pt x="34530" y="105653"/>
                  </a:lnTo>
                  <a:lnTo>
                    <a:pt x="56540" y="97955"/>
                  </a:lnTo>
                  <a:lnTo>
                    <a:pt x="469016" y="97957"/>
                  </a:lnTo>
                  <a:lnTo>
                    <a:pt x="491024" y="90259"/>
                  </a:lnTo>
                  <a:lnTo>
                    <a:pt x="508997" y="69266"/>
                  </a:lnTo>
                  <a:lnTo>
                    <a:pt x="521114" y="38129"/>
                  </a:lnTo>
                  <a:lnTo>
                    <a:pt x="525558" y="0"/>
                  </a:lnTo>
                  <a:lnTo>
                    <a:pt x="530001" y="38129"/>
                  </a:lnTo>
                  <a:lnTo>
                    <a:pt x="542119" y="69266"/>
                  </a:lnTo>
                  <a:lnTo>
                    <a:pt x="560092" y="90259"/>
                  </a:lnTo>
                  <a:lnTo>
                    <a:pt x="582101" y="97957"/>
                  </a:lnTo>
                  <a:lnTo>
                    <a:pt x="1010257" y="97957"/>
                  </a:lnTo>
                  <a:lnTo>
                    <a:pt x="1032266" y="105655"/>
                  </a:lnTo>
                  <a:lnTo>
                    <a:pt x="1050239" y="126648"/>
                  </a:lnTo>
                  <a:lnTo>
                    <a:pt x="1062357" y="157784"/>
                  </a:lnTo>
                  <a:lnTo>
                    <a:pt x="1066800" y="1959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43399" y="1840585"/>
              <a:ext cx="990600" cy="196215"/>
            </a:xfrm>
            <a:custGeom>
              <a:avLst/>
              <a:gdLst/>
              <a:ahLst/>
              <a:cxnLst/>
              <a:rect l="l" t="t" r="r" b="b"/>
              <a:pathLst>
                <a:path w="990600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431477" y="97956"/>
                  </a:lnTo>
                  <a:lnTo>
                    <a:pt x="453485" y="90258"/>
                  </a:lnTo>
                  <a:lnTo>
                    <a:pt x="471458" y="69265"/>
                  </a:lnTo>
                  <a:lnTo>
                    <a:pt x="483575" y="38129"/>
                  </a:lnTo>
                  <a:lnTo>
                    <a:pt x="488019" y="0"/>
                  </a:lnTo>
                  <a:lnTo>
                    <a:pt x="492462" y="38129"/>
                  </a:lnTo>
                  <a:lnTo>
                    <a:pt x="504580" y="69265"/>
                  </a:lnTo>
                  <a:lnTo>
                    <a:pt x="522552" y="90258"/>
                  </a:lnTo>
                  <a:lnTo>
                    <a:pt x="544561" y="97956"/>
                  </a:lnTo>
                  <a:lnTo>
                    <a:pt x="934058" y="97956"/>
                  </a:lnTo>
                  <a:lnTo>
                    <a:pt x="956066" y="105654"/>
                  </a:lnTo>
                  <a:lnTo>
                    <a:pt x="974039" y="126647"/>
                  </a:lnTo>
                  <a:lnTo>
                    <a:pt x="986157" y="157783"/>
                  </a:lnTo>
                  <a:lnTo>
                    <a:pt x="99060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1139" y="1840585"/>
              <a:ext cx="1440815" cy="196215"/>
            </a:xfrm>
            <a:custGeom>
              <a:avLst/>
              <a:gdLst/>
              <a:ahLst/>
              <a:cxnLst/>
              <a:rect l="l" t="t" r="r" b="b"/>
              <a:pathLst>
                <a:path w="1440815" h="196214">
                  <a:moveTo>
                    <a:pt x="0" y="195913"/>
                  </a:moveTo>
                  <a:lnTo>
                    <a:pt x="4444" y="157783"/>
                  </a:lnTo>
                  <a:lnTo>
                    <a:pt x="16563" y="126647"/>
                  </a:lnTo>
                  <a:lnTo>
                    <a:pt x="34538" y="105654"/>
                  </a:lnTo>
                  <a:lnTo>
                    <a:pt x="56550" y="97956"/>
                  </a:lnTo>
                  <a:lnTo>
                    <a:pt x="653201" y="97956"/>
                  </a:lnTo>
                  <a:lnTo>
                    <a:pt x="675209" y="90258"/>
                  </a:lnTo>
                  <a:lnTo>
                    <a:pt x="693182" y="69265"/>
                  </a:lnTo>
                  <a:lnTo>
                    <a:pt x="705300" y="38129"/>
                  </a:lnTo>
                  <a:lnTo>
                    <a:pt x="709743" y="0"/>
                  </a:lnTo>
                  <a:lnTo>
                    <a:pt x="714186" y="38129"/>
                  </a:lnTo>
                  <a:lnTo>
                    <a:pt x="726304" y="69265"/>
                  </a:lnTo>
                  <a:lnTo>
                    <a:pt x="744276" y="90258"/>
                  </a:lnTo>
                  <a:lnTo>
                    <a:pt x="766285" y="97956"/>
                  </a:lnTo>
                  <a:lnTo>
                    <a:pt x="1384118" y="97956"/>
                  </a:lnTo>
                  <a:lnTo>
                    <a:pt x="1406127" y="105654"/>
                  </a:lnTo>
                  <a:lnTo>
                    <a:pt x="1424099" y="126647"/>
                  </a:lnTo>
                  <a:lnTo>
                    <a:pt x="1436217" y="157783"/>
                  </a:lnTo>
                  <a:lnTo>
                    <a:pt x="144066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81794" y="1841499"/>
              <a:ext cx="1812925" cy="196215"/>
            </a:xfrm>
            <a:custGeom>
              <a:avLst/>
              <a:gdLst/>
              <a:ahLst/>
              <a:cxnLst/>
              <a:rect l="l" t="t" r="r" b="b"/>
              <a:pathLst>
                <a:path w="1812925" h="196214">
                  <a:moveTo>
                    <a:pt x="0" y="195913"/>
                  </a:moveTo>
                  <a:lnTo>
                    <a:pt x="4444" y="157783"/>
                  </a:lnTo>
                  <a:lnTo>
                    <a:pt x="16563" y="126646"/>
                  </a:lnTo>
                  <a:lnTo>
                    <a:pt x="34538" y="105653"/>
                  </a:lnTo>
                  <a:lnTo>
                    <a:pt x="56550" y="97955"/>
                  </a:lnTo>
                  <a:lnTo>
                    <a:pt x="836367" y="97957"/>
                  </a:lnTo>
                  <a:lnTo>
                    <a:pt x="858376" y="90259"/>
                  </a:lnTo>
                  <a:lnTo>
                    <a:pt x="876349" y="69266"/>
                  </a:lnTo>
                  <a:lnTo>
                    <a:pt x="888467" y="38129"/>
                  </a:lnTo>
                  <a:lnTo>
                    <a:pt x="892910" y="0"/>
                  </a:lnTo>
                  <a:lnTo>
                    <a:pt x="897353" y="38129"/>
                  </a:lnTo>
                  <a:lnTo>
                    <a:pt x="909471" y="69266"/>
                  </a:lnTo>
                  <a:lnTo>
                    <a:pt x="927443" y="90259"/>
                  </a:lnTo>
                  <a:lnTo>
                    <a:pt x="949452" y="97957"/>
                  </a:lnTo>
                  <a:lnTo>
                    <a:pt x="1755918" y="97957"/>
                  </a:lnTo>
                  <a:lnTo>
                    <a:pt x="1777927" y="105655"/>
                  </a:lnTo>
                  <a:lnTo>
                    <a:pt x="1795900" y="126648"/>
                  </a:lnTo>
                  <a:lnTo>
                    <a:pt x="1808017" y="157785"/>
                  </a:lnTo>
                  <a:lnTo>
                    <a:pt x="1812461" y="1959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5940" y="1049020"/>
            <a:ext cx="8046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6295" algn="l"/>
              </a:tabLst>
            </a:pPr>
            <a:r>
              <a:rPr sz="2800" dirty="0">
                <a:latin typeface="Calibri"/>
                <a:cs typeface="Calibri"/>
              </a:rPr>
              <a:t>Genomics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genetic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similarity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28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106" y="1232992"/>
            <a:ext cx="1490370" cy="19853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9052" y="1232992"/>
            <a:ext cx="1490370" cy="19853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4303" y="3281934"/>
            <a:ext cx="2650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Organize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clusters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8675" y="3271520"/>
            <a:ext cx="2166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94287" y="3988889"/>
            <a:ext cx="3295015" cy="2186940"/>
            <a:chOff x="5094287" y="3988889"/>
            <a:chExt cx="3295015" cy="21869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4287" y="3988889"/>
              <a:ext cx="3294659" cy="21864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11673" y="6065150"/>
              <a:ext cx="2545715" cy="87630"/>
            </a:xfrm>
            <a:custGeom>
              <a:avLst/>
              <a:gdLst/>
              <a:ahLst/>
              <a:cxnLst/>
              <a:rect l="l" t="t" r="r" b="b"/>
              <a:pathLst>
                <a:path w="2545715" h="87629">
                  <a:moveTo>
                    <a:pt x="2545613" y="0"/>
                  </a:moveTo>
                  <a:lnTo>
                    <a:pt x="0" y="0"/>
                  </a:lnTo>
                  <a:lnTo>
                    <a:pt x="0" y="87151"/>
                  </a:lnTo>
                  <a:lnTo>
                    <a:pt x="2545613" y="87151"/>
                  </a:lnTo>
                  <a:lnTo>
                    <a:pt x="2545613" y="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98973" y="6052450"/>
            <a:ext cx="27959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Calibri"/>
                <a:cs typeface="Calibri"/>
              </a:rPr>
              <a:t>Image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credit: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NASA/JPL-</a:t>
            </a:r>
            <a:r>
              <a:rPr sz="700" dirty="0">
                <a:latin typeface="Calibri"/>
                <a:cs typeface="Calibri"/>
              </a:rPr>
              <a:t>Caltech/E.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Churchwell</a:t>
            </a:r>
            <a:r>
              <a:rPr sz="700" spc="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(Univ.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of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Wisconsin,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Madison)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4941" y="6252845"/>
            <a:ext cx="248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Astronomical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2600" y="3467100"/>
            <a:ext cx="3263900" cy="3390900"/>
            <a:chOff x="482600" y="3467100"/>
            <a:chExt cx="3263900" cy="33909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600" y="3467100"/>
              <a:ext cx="3263900" cy="3390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0914" y="4156908"/>
              <a:ext cx="368640" cy="6789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8509" y="3965125"/>
              <a:ext cx="368640" cy="67893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000" y="4273087"/>
              <a:ext cx="368640" cy="67893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1587" y="5035129"/>
              <a:ext cx="368640" cy="67893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5671" y="4876147"/>
              <a:ext cx="368640" cy="6789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4718" y="4876147"/>
              <a:ext cx="368640" cy="67893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60029" y="5073290"/>
              <a:ext cx="368640" cy="67893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6599" y="4968703"/>
              <a:ext cx="368640" cy="67893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8088" y="5317503"/>
              <a:ext cx="368640" cy="67893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3138" y="5256319"/>
              <a:ext cx="368640" cy="67893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05025" y="4015023"/>
              <a:ext cx="368640" cy="67893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0633" y="4096430"/>
              <a:ext cx="368640" cy="67893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2280" y="4326389"/>
              <a:ext cx="368640" cy="67893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637" y="4289775"/>
              <a:ext cx="368640" cy="67893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2824" y="5215614"/>
              <a:ext cx="368640" cy="67893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8739" y="6111314"/>
            <a:ext cx="3186430" cy="6972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Calibri"/>
                <a:cs typeface="Calibri"/>
              </a:rPr>
              <a:t>Market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segmentation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45964" y="957647"/>
            <a:ext cx="3149600" cy="2407285"/>
            <a:chOff x="5045964" y="957647"/>
            <a:chExt cx="3149600" cy="240728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7627" y="1109602"/>
              <a:ext cx="292201" cy="6225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7303" y="1058485"/>
              <a:ext cx="292201" cy="62253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72987" y="2197040"/>
              <a:ext cx="292201" cy="62253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5964" y="1856134"/>
              <a:ext cx="292201" cy="62253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8378" y="1901473"/>
              <a:ext cx="292201" cy="6225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16357" y="957647"/>
              <a:ext cx="292201" cy="6225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7944" y="1726987"/>
              <a:ext cx="292201" cy="6225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25791" y="1024550"/>
              <a:ext cx="292201" cy="62253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6247" y="1360313"/>
              <a:ext cx="292201" cy="62253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3362" y="1104446"/>
              <a:ext cx="292201" cy="62253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80350" y="1721895"/>
              <a:ext cx="292201" cy="62253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5104" y="2579449"/>
              <a:ext cx="292201" cy="62253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82802" y="2339331"/>
              <a:ext cx="292201" cy="62253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287937" y="1732089"/>
              <a:ext cx="317500" cy="351155"/>
            </a:xfrm>
            <a:custGeom>
              <a:avLst/>
              <a:gdLst/>
              <a:ahLst/>
              <a:cxnLst/>
              <a:rect l="l" t="t" r="r" b="b"/>
              <a:pathLst>
                <a:path w="317500" h="351155">
                  <a:moveTo>
                    <a:pt x="317461" y="234708"/>
                  </a:moveTo>
                  <a:lnTo>
                    <a:pt x="312585" y="228320"/>
                  </a:lnTo>
                  <a:lnTo>
                    <a:pt x="298678" y="226466"/>
                  </a:lnTo>
                  <a:lnTo>
                    <a:pt x="292290" y="231343"/>
                  </a:lnTo>
                  <a:lnTo>
                    <a:pt x="285877" y="279171"/>
                  </a:lnTo>
                  <a:lnTo>
                    <a:pt x="195262" y="61747"/>
                  </a:lnTo>
                  <a:lnTo>
                    <a:pt x="233743" y="90868"/>
                  </a:lnTo>
                  <a:lnTo>
                    <a:pt x="241706" y="89763"/>
                  </a:lnTo>
                  <a:lnTo>
                    <a:pt x="250177" y="78574"/>
                  </a:lnTo>
                  <a:lnTo>
                    <a:pt x="249072" y="70612"/>
                  </a:lnTo>
                  <a:lnTo>
                    <a:pt x="155829" y="50"/>
                  </a:lnTo>
                  <a:lnTo>
                    <a:pt x="59080" y="65811"/>
                  </a:lnTo>
                  <a:lnTo>
                    <a:pt x="57581" y="73710"/>
                  </a:lnTo>
                  <a:lnTo>
                    <a:pt x="65468" y="85318"/>
                  </a:lnTo>
                  <a:lnTo>
                    <a:pt x="73380" y="86817"/>
                  </a:lnTo>
                  <a:lnTo>
                    <a:pt x="113271" y="59677"/>
                  </a:lnTo>
                  <a:lnTo>
                    <a:pt x="29298" y="235610"/>
                  </a:lnTo>
                  <a:lnTo>
                    <a:pt x="25311" y="187515"/>
                  </a:lnTo>
                  <a:lnTo>
                    <a:pt x="19177" y="182321"/>
                  </a:lnTo>
                  <a:lnTo>
                    <a:pt x="5194" y="183476"/>
                  </a:lnTo>
                  <a:lnTo>
                    <a:pt x="0" y="189611"/>
                  </a:lnTo>
                  <a:lnTo>
                    <a:pt x="9664" y="306222"/>
                  </a:lnTo>
                  <a:lnTo>
                    <a:pt x="106413" y="240398"/>
                  </a:lnTo>
                  <a:lnTo>
                    <a:pt x="107911" y="232498"/>
                  </a:lnTo>
                  <a:lnTo>
                    <a:pt x="100025" y="220903"/>
                  </a:lnTo>
                  <a:lnTo>
                    <a:pt x="92125" y="219405"/>
                  </a:lnTo>
                  <a:lnTo>
                    <a:pt x="52222" y="246545"/>
                  </a:lnTo>
                  <a:lnTo>
                    <a:pt x="136194" y="70612"/>
                  </a:lnTo>
                  <a:lnTo>
                    <a:pt x="140182" y="118706"/>
                  </a:lnTo>
                  <a:lnTo>
                    <a:pt x="146316" y="123901"/>
                  </a:lnTo>
                  <a:lnTo>
                    <a:pt x="152679" y="123380"/>
                  </a:lnTo>
                  <a:lnTo>
                    <a:pt x="159016" y="124218"/>
                  </a:lnTo>
                  <a:lnTo>
                    <a:pt x="165404" y="119341"/>
                  </a:lnTo>
                  <a:lnTo>
                    <a:pt x="171818" y="71513"/>
                  </a:lnTo>
                  <a:lnTo>
                    <a:pt x="262432" y="288937"/>
                  </a:lnTo>
                  <a:lnTo>
                    <a:pt x="223951" y="259816"/>
                  </a:lnTo>
                  <a:lnTo>
                    <a:pt x="215988" y="260921"/>
                  </a:lnTo>
                  <a:lnTo>
                    <a:pt x="207518" y="272110"/>
                  </a:lnTo>
                  <a:lnTo>
                    <a:pt x="208622" y="280073"/>
                  </a:lnTo>
                  <a:lnTo>
                    <a:pt x="301917" y="350685"/>
                  </a:lnTo>
                  <a:lnTo>
                    <a:pt x="317461" y="234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60542" y="2349487"/>
              <a:ext cx="212496" cy="1588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49963" y="2741997"/>
              <a:ext cx="292201" cy="62253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942114" y="1680971"/>
              <a:ext cx="663575" cy="1405890"/>
            </a:xfrm>
            <a:custGeom>
              <a:avLst/>
              <a:gdLst/>
              <a:ahLst/>
              <a:cxnLst/>
              <a:rect l="l" t="t" r="r" b="b"/>
              <a:pathLst>
                <a:path w="663575" h="1405889">
                  <a:moveTo>
                    <a:pt x="575856" y="357327"/>
                  </a:moveTo>
                  <a:lnTo>
                    <a:pt x="574370" y="240334"/>
                  </a:lnTo>
                  <a:lnTo>
                    <a:pt x="568604" y="234721"/>
                  </a:lnTo>
                  <a:lnTo>
                    <a:pt x="554583" y="234911"/>
                  </a:lnTo>
                  <a:lnTo>
                    <a:pt x="548970" y="240665"/>
                  </a:lnTo>
                  <a:lnTo>
                    <a:pt x="549592" y="288912"/>
                  </a:lnTo>
                  <a:lnTo>
                    <a:pt x="409308" y="55346"/>
                  </a:lnTo>
                  <a:lnTo>
                    <a:pt x="451612" y="78562"/>
                  </a:lnTo>
                  <a:lnTo>
                    <a:pt x="459333" y="76314"/>
                  </a:lnTo>
                  <a:lnTo>
                    <a:pt x="466090" y="64008"/>
                  </a:lnTo>
                  <a:lnTo>
                    <a:pt x="463842" y="56286"/>
                  </a:lnTo>
                  <a:lnTo>
                    <a:pt x="361264" y="0"/>
                  </a:lnTo>
                  <a:lnTo>
                    <a:pt x="362750" y="116992"/>
                  </a:lnTo>
                  <a:lnTo>
                    <a:pt x="368515" y="122605"/>
                  </a:lnTo>
                  <a:lnTo>
                    <a:pt x="382536" y="122428"/>
                  </a:lnTo>
                  <a:lnTo>
                    <a:pt x="388150" y="116674"/>
                  </a:lnTo>
                  <a:lnTo>
                    <a:pt x="387540" y="68427"/>
                  </a:lnTo>
                  <a:lnTo>
                    <a:pt x="527812" y="301993"/>
                  </a:lnTo>
                  <a:lnTo>
                    <a:pt x="485508" y="278777"/>
                  </a:lnTo>
                  <a:lnTo>
                    <a:pt x="477786" y="281025"/>
                  </a:lnTo>
                  <a:lnTo>
                    <a:pt x="471043" y="293319"/>
                  </a:lnTo>
                  <a:lnTo>
                    <a:pt x="473290" y="301040"/>
                  </a:lnTo>
                  <a:lnTo>
                    <a:pt x="575856" y="357327"/>
                  </a:lnTo>
                  <a:close/>
                </a:path>
                <a:path w="663575" h="1405889">
                  <a:moveTo>
                    <a:pt x="663054" y="1209738"/>
                  </a:moveTo>
                  <a:lnTo>
                    <a:pt x="659257" y="1092860"/>
                  </a:lnTo>
                  <a:lnTo>
                    <a:pt x="653389" y="1087361"/>
                  </a:lnTo>
                  <a:lnTo>
                    <a:pt x="639368" y="1087818"/>
                  </a:lnTo>
                  <a:lnTo>
                    <a:pt x="633869" y="1093673"/>
                  </a:lnTo>
                  <a:lnTo>
                    <a:pt x="635419" y="1141907"/>
                  </a:lnTo>
                  <a:lnTo>
                    <a:pt x="472160" y="881684"/>
                  </a:lnTo>
                  <a:lnTo>
                    <a:pt x="514908" y="904074"/>
                  </a:lnTo>
                  <a:lnTo>
                    <a:pt x="522592" y="901674"/>
                  </a:lnTo>
                  <a:lnTo>
                    <a:pt x="529094" y="889241"/>
                  </a:lnTo>
                  <a:lnTo>
                    <a:pt x="526694" y="881570"/>
                  </a:lnTo>
                  <a:lnTo>
                    <a:pt x="423049" y="827290"/>
                  </a:lnTo>
                  <a:lnTo>
                    <a:pt x="426821" y="944232"/>
                  </a:lnTo>
                  <a:lnTo>
                    <a:pt x="432689" y="949731"/>
                  </a:lnTo>
                  <a:lnTo>
                    <a:pt x="446709" y="949274"/>
                  </a:lnTo>
                  <a:lnTo>
                    <a:pt x="452208" y="943406"/>
                  </a:lnTo>
                  <a:lnTo>
                    <a:pt x="450646" y="895184"/>
                  </a:lnTo>
                  <a:lnTo>
                    <a:pt x="613905" y="1155407"/>
                  </a:lnTo>
                  <a:lnTo>
                    <a:pt x="571157" y="1133017"/>
                  </a:lnTo>
                  <a:lnTo>
                    <a:pt x="563473" y="1135418"/>
                  </a:lnTo>
                  <a:lnTo>
                    <a:pt x="556971" y="1147851"/>
                  </a:lnTo>
                  <a:lnTo>
                    <a:pt x="559371" y="1155522"/>
                  </a:lnTo>
                  <a:lnTo>
                    <a:pt x="662711" y="1209649"/>
                  </a:lnTo>
                  <a:lnTo>
                    <a:pt x="550849" y="1176540"/>
                  </a:lnTo>
                  <a:lnTo>
                    <a:pt x="543788" y="1180388"/>
                  </a:lnTo>
                  <a:lnTo>
                    <a:pt x="539813" y="1193838"/>
                  </a:lnTo>
                  <a:lnTo>
                    <a:pt x="543648" y="1200899"/>
                  </a:lnTo>
                  <a:lnTo>
                    <a:pt x="589902" y="1214589"/>
                  </a:lnTo>
                  <a:lnTo>
                    <a:pt x="116014" y="1330794"/>
                  </a:lnTo>
                  <a:lnTo>
                    <a:pt x="110896" y="1327188"/>
                  </a:lnTo>
                  <a:lnTo>
                    <a:pt x="77101" y="1333093"/>
                  </a:lnTo>
                  <a:lnTo>
                    <a:pt x="101765" y="1309243"/>
                  </a:lnTo>
                  <a:lnTo>
                    <a:pt x="101866" y="1302994"/>
                  </a:lnTo>
                  <a:lnTo>
                    <a:pt x="230047" y="1194828"/>
                  </a:lnTo>
                  <a:lnTo>
                    <a:pt x="213868" y="1240294"/>
                  </a:lnTo>
                  <a:lnTo>
                    <a:pt x="217322" y="1247559"/>
                  </a:lnTo>
                  <a:lnTo>
                    <a:pt x="230543" y="1252258"/>
                  </a:lnTo>
                  <a:lnTo>
                    <a:pt x="237807" y="1248803"/>
                  </a:lnTo>
                  <a:lnTo>
                    <a:pt x="277025" y="1138567"/>
                  </a:lnTo>
                  <a:lnTo>
                    <a:pt x="161759" y="1158697"/>
                  </a:lnTo>
                  <a:lnTo>
                    <a:pt x="157137" y="1165275"/>
                  </a:lnTo>
                  <a:lnTo>
                    <a:pt x="159550" y="1179093"/>
                  </a:lnTo>
                  <a:lnTo>
                    <a:pt x="166128" y="1183716"/>
                  </a:lnTo>
                  <a:lnTo>
                    <a:pt x="213664" y="1175410"/>
                  </a:lnTo>
                  <a:lnTo>
                    <a:pt x="46977" y="1316075"/>
                  </a:lnTo>
                  <a:lnTo>
                    <a:pt x="63157" y="1270609"/>
                  </a:lnTo>
                  <a:lnTo>
                    <a:pt x="59702" y="1263345"/>
                  </a:lnTo>
                  <a:lnTo>
                    <a:pt x="46494" y="1258646"/>
                  </a:lnTo>
                  <a:lnTo>
                    <a:pt x="39230" y="1262100"/>
                  </a:lnTo>
                  <a:lnTo>
                    <a:pt x="25" y="1372285"/>
                  </a:lnTo>
                  <a:lnTo>
                    <a:pt x="105460" y="1403515"/>
                  </a:lnTo>
                  <a:lnTo>
                    <a:pt x="112191" y="1405496"/>
                  </a:lnTo>
                  <a:lnTo>
                    <a:pt x="119253" y="1401660"/>
                  </a:lnTo>
                  <a:lnTo>
                    <a:pt x="123240" y="1388211"/>
                  </a:lnTo>
                  <a:lnTo>
                    <a:pt x="119392" y="1381137"/>
                  </a:lnTo>
                  <a:lnTo>
                    <a:pt x="73126" y="1367447"/>
                  </a:lnTo>
                  <a:lnTo>
                    <a:pt x="595960" y="1239266"/>
                  </a:lnTo>
                  <a:lnTo>
                    <a:pt x="561276" y="1272806"/>
                  </a:lnTo>
                  <a:lnTo>
                    <a:pt x="561136" y="1280845"/>
                  </a:lnTo>
                  <a:lnTo>
                    <a:pt x="570890" y="1290929"/>
                  </a:lnTo>
                  <a:lnTo>
                    <a:pt x="578916" y="1291069"/>
                  </a:lnTo>
                  <a:lnTo>
                    <a:pt x="662990" y="1209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97268" y="2650553"/>
              <a:ext cx="185572" cy="24022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365138" y="2470124"/>
              <a:ext cx="718185" cy="219075"/>
            </a:xfrm>
            <a:custGeom>
              <a:avLst/>
              <a:gdLst/>
              <a:ahLst/>
              <a:cxnLst/>
              <a:rect l="l" t="t" r="r" b="b"/>
              <a:pathLst>
                <a:path w="718184" h="219075">
                  <a:moveTo>
                    <a:pt x="110591" y="0"/>
                  </a:moveTo>
                  <a:lnTo>
                    <a:pt x="0" y="38176"/>
                  </a:lnTo>
                  <a:lnTo>
                    <a:pt x="87668" y="115658"/>
                  </a:lnTo>
                  <a:lnTo>
                    <a:pt x="95694" y="115163"/>
                  </a:lnTo>
                  <a:lnTo>
                    <a:pt x="104978" y="104660"/>
                  </a:lnTo>
                  <a:lnTo>
                    <a:pt x="104482" y="96634"/>
                  </a:lnTo>
                  <a:lnTo>
                    <a:pt x="68325" y="64668"/>
                  </a:lnTo>
                  <a:lnTo>
                    <a:pt x="644448" y="178904"/>
                  </a:lnTo>
                  <a:lnTo>
                    <a:pt x="598830" y="194652"/>
                  </a:lnTo>
                  <a:lnTo>
                    <a:pt x="595312" y="201879"/>
                  </a:lnTo>
                  <a:lnTo>
                    <a:pt x="599884" y="215137"/>
                  </a:lnTo>
                  <a:lnTo>
                    <a:pt x="607123" y="218655"/>
                  </a:lnTo>
                  <a:lnTo>
                    <a:pt x="613752" y="216369"/>
                  </a:lnTo>
                  <a:lnTo>
                    <a:pt x="717727" y="180492"/>
                  </a:lnTo>
                  <a:lnTo>
                    <a:pt x="630047" y="102997"/>
                  </a:lnTo>
                  <a:lnTo>
                    <a:pt x="622033" y="103492"/>
                  </a:lnTo>
                  <a:lnTo>
                    <a:pt x="612736" y="114007"/>
                  </a:lnTo>
                  <a:lnTo>
                    <a:pt x="613232" y="122034"/>
                  </a:lnTo>
                  <a:lnTo>
                    <a:pt x="649389" y="153987"/>
                  </a:lnTo>
                  <a:lnTo>
                    <a:pt x="73266" y="39750"/>
                  </a:lnTo>
                  <a:lnTo>
                    <a:pt x="118884" y="24015"/>
                  </a:lnTo>
                  <a:lnTo>
                    <a:pt x="122402" y="16789"/>
                  </a:lnTo>
                  <a:lnTo>
                    <a:pt x="117830" y="3517"/>
                  </a:lnTo>
                  <a:lnTo>
                    <a:pt x="1105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49453" y="1266189"/>
              <a:ext cx="166954" cy="10628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297576" y="1226705"/>
              <a:ext cx="2784475" cy="870585"/>
            </a:xfrm>
            <a:custGeom>
              <a:avLst/>
              <a:gdLst/>
              <a:ahLst/>
              <a:cxnLst/>
              <a:rect l="l" t="t" r="r" b="b"/>
              <a:pathLst>
                <a:path w="2784475" h="870585">
                  <a:moveTo>
                    <a:pt x="292315" y="811542"/>
                  </a:moveTo>
                  <a:lnTo>
                    <a:pt x="194284" y="754367"/>
                  </a:lnTo>
                  <a:lnTo>
                    <a:pt x="190817" y="753986"/>
                  </a:lnTo>
                  <a:lnTo>
                    <a:pt x="187680" y="754811"/>
                  </a:lnTo>
                  <a:lnTo>
                    <a:pt x="184543" y="755650"/>
                  </a:lnTo>
                  <a:lnTo>
                    <a:pt x="181711" y="757669"/>
                  </a:lnTo>
                  <a:lnTo>
                    <a:pt x="176403" y="766762"/>
                  </a:lnTo>
                  <a:lnTo>
                    <a:pt x="178460" y="774534"/>
                  </a:lnTo>
                  <a:lnTo>
                    <a:pt x="220141" y="798855"/>
                  </a:lnTo>
                  <a:lnTo>
                    <a:pt x="72174" y="798855"/>
                  </a:lnTo>
                  <a:lnTo>
                    <a:pt x="113855" y="774534"/>
                  </a:lnTo>
                  <a:lnTo>
                    <a:pt x="115912" y="766762"/>
                  </a:lnTo>
                  <a:lnTo>
                    <a:pt x="108839" y="754646"/>
                  </a:lnTo>
                  <a:lnTo>
                    <a:pt x="101066" y="752589"/>
                  </a:lnTo>
                  <a:lnTo>
                    <a:pt x="0" y="811555"/>
                  </a:lnTo>
                  <a:lnTo>
                    <a:pt x="101066" y="870508"/>
                  </a:lnTo>
                  <a:lnTo>
                    <a:pt x="108839" y="868451"/>
                  </a:lnTo>
                  <a:lnTo>
                    <a:pt x="115912" y="856335"/>
                  </a:lnTo>
                  <a:lnTo>
                    <a:pt x="113855" y="848563"/>
                  </a:lnTo>
                  <a:lnTo>
                    <a:pt x="72174" y="824255"/>
                  </a:lnTo>
                  <a:lnTo>
                    <a:pt x="220141" y="824255"/>
                  </a:lnTo>
                  <a:lnTo>
                    <a:pt x="178460" y="848563"/>
                  </a:lnTo>
                  <a:lnTo>
                    <a:pt x="176403" y="856335"/>
                  </a:lnTo>
                  <a:lnTo>
                    <a:pt x="183476" y="868451"/>
                  </a:lnTo>
                  <a:lnTo>
                    <a:pt x="191249" y="870508"/>
                  </a:lnTo>
                  <a:lnTo>
                    <a:pt x="292315" y="811542"/>
                  </a:lnTo>
                  <a:close/>
                </a:path>
                <a:path w="2784475" h="870585">
                  <a:moveTo>
                    <a:pt x="2028278" y="109118"/>
                  </a:moveTo>
                  <a:lnTo>
                    <a:pt x="1937816" y="34912"/>
                  </a:lnTo>
                  <a:lnTo>
                    <a:pt x="1929815" y="35699"/>
                  </a:lnTo>
                  <a:lnTo>
                    <a:pt x="1920913" y="46545"/>
                  </a:lnTo>
                  <a:lnTo>
                    <a:pt x="1921713" y="54546"/>
                  </a:lnTo>
                  <a:lnTo>
                    <a:pt x="1959013" y="85153"/>
                  </a:lnTo>
                  <a:lnTo>
                    <a:pt x="1684210" y="41097"/>
                  </a:lnTo>
                  <a:lnTo>
                    <a:pt x="1729219" y="23685"/>
                  </a:lnTo>
                  <a:lnTo>
                    <a:pt x="1732470" y="16332"/>
                  </a:lnTo>
                  <a:lnTo>
                    <a:pt x="1727403" y="3238"/>
                  </a:lnTo>
                  <a:lnTo>
                    <a:pt x="1720049" y="0"/>
                  </a:lnTo>
                  <a:lnTo>
                    <a:pt x="1713509" y="2527"/>
                  </a:lnTo>
                  <a:lnTo>
                    <a:pt x="1610931" y="42202"/>
                  </a:lnTo>
                  <a:lnTo>
                    <a:pt x="1701380" y="116408"/>
                  </a:lnTo>
                  <a:lnTo>
                    <a:pt x="1709394" y="115620"/>
                  </a:lnTo>
                  <a:lnTo>
                    <a:pt x="1718284" y="104775"/>
                  </a:lnTo>
                  <a:lnTo>
                    <a:pt x="1717497" y="96774"/>
                  </a:lnTo>
                  <a:lnTo>
                    <a:pt x="1680184" y="66167"/>
                  </a:lnTo>
                  <a:lnTo>
                    <a:pt x="1954987" y="110236"/>
                  </a:lnTo>
                  <a:lnTo>
                    <a:pt x="1909991" y="127647"/>
                  </a:lnTo>
                  <a:lnTo>
                    <a:pt x="1906739" y="135001"/>
                  </a:lnTo>
                  <a:lnTo>
                    <a:pt x="1911794" y="148082"/>
                  </a:lnTo>
                  <a:lnTo>
                    <a:pt x="1919147" y="151333"/>
                  </a:lnTo>
                  <a:lnTo>
                    <a:pt x="2028278" y="109118"/>
                  </a:lnTo>
                  <a:close/>
                </a:path>
                <a:path w="2784475" h="870585">
                  <a:moveTo>
                    <a:pt x="2386660" y="689559"/>
                  </a:moveTo>
                  <a:lnTo>
                    <a:pt x="2381161" y="683691"/>
                  </a:lnTo>
                  <a:lnTo>
                    <a:pt x="2367140" y="683234"/>
                  </a:lnTo>
                  <a:lnTo>
                    <a:pt x="2361273" y="688733"/>
                  </a:lnTo>
                  <a:lnTo>
                    <a:pt x="2359685" y="736955"/>
                  </a:lnTo>
                  <a:lnTo>
                    <a:pt x="2219756" y="477812"/>
                  </a:lnTo>
                  <a:lnTo>
                    <a:pt x="2260955" y="502932"/>
                  </a:lnTo>
                  <a:lnTo>
                    <a:pt x="2268778" y="501040"/>
                  </a:lnTo>
                  <a:lnTo>
                    <a:pt x="2276081" y="489064"/>
                  </a:lnTo>
                  <a:lnTo>
                    <a:pt x="2274176" y="481253"/>
                  </a:lnTo>
                  <a:lnTo>
                    <a:pt x="2174290" y="420331"/>
                  </a:lnTo>
                  <a:lnTo>
                    <a:pt x="2170430" y="537273"/>
                  </a:lnTo>
                  <a:lnTo>
                    <a:pt x="2175929" y="543140"/>
                  </a:lnTo>
                  <a:lnTo>
                    <a:pt x="2189950" y="543598"/>
                  </a:lnTo>
                  <a:lnTo>
                    <a:pt x="2195817" y="538111"/>
                  </a:lnTo>
                  <a:lnTo>
                    <a:pt x="2197404" y="489877"/>
                  </a:lnTo>
                  <a:lnTo>
                    <a:pt x="2337333" y="749020"/>
                  </a:lnTo>
                  <a:lnTo>
                    <a:pt x="2296134" y="723900"/>
                  </a:lnTo>
                  <a:lnTo>
                    <a:pt x="2288324" y="725792"/>
                  </a:lnTo>
                  <a:lnTo>
                    <a:pt x="2281021" y="737768"/>
                  </a:lnTo>
                  <a:lnTo>
                    <a:pt x="2282914" y="745578"/>
                  </a:lnTo>
                  <a:lnTo>
                    <a:pt x="2382799" y="806500"/>
                  </a:lnTo>
                  <a:lnTo>
                    <a:pt x="2386660" y="689559"/>
                  </a:lnTo>
                  <a:close/>
                </a:path>
                <a:path w="2784475" h="870585">
                  <a:moveTo>
                    <a:pt x="2605849" y="189026"/>
                  </a:moveTo>
                  <a:lnTo>
                    <a:pt x="2524417" y="105003"/>
                  </a:lnTo>
                  <a:lnTo>
                    <a:pt x="2516378" y="104876"/>
                  </a:lnTo>
                  <a:lnTo>
                    <a:pt x="2506307" y="114642"/>
                  </a:lnTo>
                  <a:lnTo>
                    <a:pt x="2506180" y="122682"/>
                  </a:lnTo>
                  <a:lnTo>
                    <a:pt x="2539758" y="157340"/>
                  </a:lnTo>
                  <a:lnTo>
                    <a:pt x="2393289" y="116332"/>
                  </a:lnTo>
                  <a:lnTo>
                    <a:pt x="2439987" y="104152"/>
                  </a:lnTo>
                  <a:lnTo>
                    <a:pt x="2444051" y="97218"/>
                  </a:lnTo>
                  <a:lnTo>
                    <a:pt x="2440521" y="83642"/>
                  </a:lnTo>
                  <a:lnTo>
                    <a:pt x="2433574" y="79578"/>
                  </a:lnTo>
                  <a:lnTo>
                    <a:pt x="2426792" y="81343"/>
                  </a:lnTo>
                  <a:lnTo>
                    <a:pt x="2320366" y="109093"/>
                  </a:lnTo>
                  <a:lnTo>
                    <a:pt x="2401786" y="193116"/>
                  </a:lnTo>
                  <a:lnTo>
                    <a:pt x="2409825" y="193243"/>
                  </a:lnTo>
                  <a:lnTo>
                    <a:pt x="2419908" y="183476"/>
                  </a:lnTo>
                  <a:lnTo>
                    <a:pt x="2420023" y="175437"/>
                  </a:lnTo>
                  <a:lnTo>
                    <a:pt x="2386444" y="140792"/>
                  </a:lnTo>
                  <a:lnTo>
                    <a:pt x="2532913" y="181800"/>
                  </a:lnTo>
                  <a:lnTo>
                    <a:pt x="2486215" y="193967"/>
                  </a:lnTo>
                  <a:lnTo>
                    <a:pt x="2482151" y="200901"/>
                  </a:lnTo>
                  <a:lnTo>
                    <a:pt x="2485694" y="214477"/>
                  </a:lnTo>
                  <a:lnTo>
                    <a:pt x="2492629" y="218554"/>
                  </a:lnTo>
                  <a:lnTo>
                    <a:pt x="2605849" y="189026"/>
                  </a:lnTo>
                  <a:close/>
                </a:path>
                <a:path w="2784475" h="870585">
                  <a:moveTo>
                    <a:pt x="2784462" y="612609"/>
                  </a:moveTo>
                  <a:lnTo>
                    <a:pt x="2751899" y="500227"/>
                  </a:lnTo>
                  <a:lnTo>
                    <a:pt x="2670098" y="583882"/>
                  </a:lnTo>
                  <a:lnTo>
                    <a:pt x="2670187" y="591921"/>
                  </a:lnTo>
                  <a:lnTo>
                    <a:pt x="2680220" y="601726"/>
                  </a:lnTo>
                  <a:lnTo>
                    <a:pt x="2688259" y="601637"/>
                  </a:lnTo>
                  <a:lnTo>
                    <a:pt x="2722003" y="567131"/>
                  </a:lnTo>
                  <a:lnTo>
                    <a:pt x="2680233" y="733412"/>
                  </a:lnTo>
                  <a:lnTo>
                    <a:pt x="2666809" y="687057"/>
                  </a:lnTo>
                  <a:lnTo>
                    <a:pt x="2659761" y="683183"/>
                  </a:lnTo>
                  <a:lnTo>
                    <a:pt x="2646286" y="687082"/>
                  </a:lnTo>
                  <a:lnTo>
                    <a:pt x="2642412" y="694131"/>
                  </a:lnTo>
                  <a:lnTo>
                    <a:pt x="2674963" y="806513"/>
                  </a:lnTo>
                  <a:lnTo>
                    <a:pt x="2756763" y="722858"/>
                  </a:lnTo>
                  <a:lnTo>
                    <a:pt x="2756674" y="714819"/>
                  </a:lnTo>
                  <a:lnTo>
                    <a:pt x="2746641" y="705002"/>
                  </a:lnTo>
                  <a:lnTo>
                    <a:pt x="2738602" y="705091"/>
                  </a:lnTo>
                  <a:lnTo>
                    <a:pt x="2704871" y="739597"/>
                  </a:lnTo>
                  <a:lnTo>
                    <a:pt x="2746629" y="573328"/>
                  </a:lnTo>
                  <a:lnTo>
                    <a:pt x="2760065" y="619671"/>
                  </a:lnTo>
                  <a:lnTo>
                    <a:pt x="2767101" y="623557"/>
                  </a:lnTo>
                  <a:lnTo>
                    <a:pt x="2780576" y="619645"/>
                  </a:lnTo>
                  <a:lnTo>
                    <a:pt x="2784462" y="612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48385" y="1600923"/>
              <a:ext cx="223570" cy="11826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89778" y="1268856"/>
              <a:ext cx="2098675" cy="1382395"/>
            </a:xfrm>
            <a:custGeom>
              <a:avLst/>
              <a:gdLst/>
              <a:ahLst/>
              <a:cxnLst/>
              <a:rect l="l" t="t" r="r" b="b"/>
              <a:pathLst>
                <a:path w="2098675" h="1382395">
                  <a:moveTo>
                    <a:pt x="567588" y="100888"/>
                  </a:moveTo>
                  <a:lnTo>
                    <a:pt x="461645" y="51244"/>
                  </a:lnTo>
                  <a:lnTo>
                    <a:pt x="454075" y="53987"/>
                  </a:lnTo>
                  <a:lnTo>
                    <a:pt x="448132" y="66687"/>
                  </a:lnTo>
                  <a:lnTo>
                    <a:pt x="450862" y="74244"/>
                  </a:lnTo>
                  <a:lnTo>
                    <a:pt x="494563" y="94729"/>
                  </a:lnTo>
                  <a:lnTo>
                    <a:pt x="70751" y="132905"/>
                  </a:lnTo>
                  <a:lnTo>
                    <a:pt x="110083" y="104940"/>
                  </a:lnTo>
                  <a:lnTo>
                    <a:pt x="111417" y="97015"/>
                  </a:lnTo>
                  <a:lnTo>
                    <a:pt x="103289" y="85585"/>
                  </a:lnTo>
                  <a:lnTo>
                    <a:pt x="95364" y="84239"/>
                  </a:lnTo>
                  <a:lnTo>
                    <a:pt x="0" y="152019"/>
                  </a:lnTo>
                  <a:lnTo>
                    <a:pt x="102768" y="200190"/>
                  </a:lnTo>
                  <a:lnTo>
                    <a:pt x="106248" y="200240"/>
                  </a:lnTo>
                  <a:lnTo>
                    <a:pt x="109308" y="199136"/>
                  </a:lnTo>
                  <a:lnTo>
                    <a:pt x="112356" y="198031"/>
                  </a:lnTo>
                  <a:lnTo>
                    <a:pt x="114998" y="195757"/>
                  </a:lnTo>
                  <a:lnTo>
                    <a:pt x="119456" y="186232"/>
                  </a:lnTo>
                  <a:lnTo>
                    <a:pt x="116725" y="178676"/>
                  </a:lnTo>
                  <a:lnTo>
                    <a:pt x="73025" y="158203"/>
                  </a:lnTo>
                  <a:lnTo>
                    <a:pt x="496836" y="120015"/>
                  </a:lnTo>
                  <a:lnTo>
                    <a:pt x="457504" y="147980"/>
                  </a:lnTo>
                  <a:lnTo>
                    <a:pt x="456158" y="155905"/>
                  </a:lnTo>
                  <a:lnTo>
                    <a:pt x="464286" y="167335"/>
                  </a:lnTo>
                  <a:lnTo>
                    <a:pt x="472224" y="168681"/>
                  </a:lnTo>
                  <a:lnTo>
                    <a:pt x="567588" y="100888"/>
                  </a:lnTo>
                  <a:close/>
                </a:path>
                <a:path w="2098675" h="1382395">
                  <a:moveTo>
                    <a:pt x="1413141" y="295490"/>
                  </a:moveTo>
                  <a:lnTo>
                    <a:pt x="1410195" y="288010"/>
                  </a:lnTo>
                  <a:lnTo>
                    <a:pt x="1397330" y="282409"/>
                  </a:lnTo>
                  <a:lnTo>
                    <a:pt x="1389849" y="285356"/>
                  </a:lnTo>
                  <a:lnTo>
                    <a:pt x="1370596" y="329615"/>
                  </a:lnTo>
                  <a:lnTo>
                    <a:pt x="1339875" y="70192"/>
                  </a:lnTo>
                  <a:lnTo>
                    <a:pt x="1368933" y="108724"/>
                  </a:lnTo>
                  <a:lnTo>
                    <a:pt x="1376895" y="109842"/>
                  </a:lnTo>
                  <a:lnTo>
                    <a:pt x="1388097" y="101396"/>
                  </a:lnTo>
                  <a:lnTo>
                    <a:pt x="1389214" y="93433"/>
                  </a:lnTo>
                  <a:lnTo>
                    <a:pt x="1318780" y="0"/>
                  </a:lnTo>
                  <a:lnTo>
                    <a:pt x="1272120" y="107302"/>
                  </a:lnTo>
                  <a:lnTo>
                    <a:pt x="1275067" y="114782"/>
                  </a:lnTo>
                  <a:lnTo>
                    <a:pt x="1287932" y="120370"/>
                  </a:lnTo>
                  <a:lnTo>
                    <a:pt x="1295412" y="117424"/>
                  </a:lnTo>
                  <a:lnTo>
                    <a:pt x="1314653" y="73177"/>
                  </a:lnTo>
                  <a:lnTo>
                    <a:pt x="1345374" y="332600"/>
                  </a:lnTo>
                  <a:lnTo>
                    <a:pt x="1316329" y="294068"/>
                  </a:lnTo>
                  <a:lnTo>
                    <a:pt x="1308366" y="292950"/>
                  </a:lnTo>
                  <a:lnTo>
                    <a:pt x="1297165" y="301396"/>
                  </a:lnTo>
                  <a:lnTo>
                    <a:pt x="1296047" y="309359"/>
                  </a:lnTo>
                  <a:lnTo>
                    <a:pt x="1366481" y="402780"/>
                  </a:lnTo>
                  <a:lnTo>
                    <a:pt x="1413141" y="295490"/>
                  </a:lnTo>
                  <a:close/>
                </a:path>
                <a:path w="2098675" h="1382395">
                  <a:moveTo>
                    <a:pt x="2098649" y="880973"/>
                  </a:moveTo>
                  <a:lnTo>
                    <a:pt x="2090597" y="764324"/>
                  </a:lnTo>
                  <a:lnTo>
                    <a:pt x="1989226" y="705942"/>
                  </a:lnTo>
                  <a:lnTo>
                    <a:pt x="1981466" y="708037"/>
                  </a:lnTo>
                  <a:lnTo>
                    <a:pt x="1974469" y="720191"/>
                  </a:lnTo>
                  <a:lnTo>
                    <a:pt x="1976551" y="727951"/>
                  </a:lnTo>
                  <a:lnTo>
                    <a:pt x="2018372" y="752030"/>
                  </a:lnTo>
                  <a:lnTo>
                    <a:pt x="1292415" y="756272"/>
                  </a:lnTo>
                  <a:lnTo>
                    <a:pt x="1333957" y="731723"/>
                  </a:lnTo>
                  <a:lnTo>
                    <a:pt x="1335951" y="723925"/>
                  </a:lnTo>
                  <a:lnTo>
                    <a:pt x="1328813" y="711847"/>
                  </a:lnTo>
                  <a:lnTo>
                    <a:pt x="1321028" y="709853"/>
                  </a:lnTo>
                  <a:lnTo>
                    <a:pt x="1220406" y="769340"/>
                  </a:lnTo>
                  <a:lnTo>
                    <a:pt x="1268552" y="662825"/>
                  </a:lnTo>
                  <a:lnTo>
                    <a:pt x="1265707" y="655307"/>
                  </a:lnTo>
                  <a:lnTo>
                    <a:pt x="1252918" y="649528"/>
                  </a:lnTo>
                  <a:lnTo>
                    <a:pt x="1245400" y="652373"/>
                  </a:lnTo>
                  <a:lnTo>
                    <a:pt x="1225537" y="696353"/>
                  </a:lnTo>
                  <a:lnTo>
                    <a:pt x="1192784" y="381749"/>
                  </a:lnTo>
                  <a:lnTo>
                    <a:pt x="1221282" y="420687"/>
                  </a:lnTo>
                  <a:lnTo>
                    <a:pt x="1229233" y="421919"/>
                  </a:lnTo>
                  <a:lnTo>
                    <a:pt x="1240548" y="413639"/>
                  </a:lnTo>
                  <a:lnTo>
                    <a:pt x="1241780" y="405688"/>
                  </a:lnTo>
                  <a:lnTo>
                    <a:pt x="1172679" y="311277"/>
                  </a:lnTo>
                  <a:lnTo>
                    <a:pt x="1124508" y="417893"/>
                  </a:lnTo>
                  <a:lnTo>
                    <a:pt x="1127340" y="425424"/>
                  </a:lnTo>
                  <a:lnTo>
                    <a:pt x="1140129" y="431190"/>
                  </a:lnTo>
                  <a:lnTo>
                    <a:pt x="1147648" y="428358"/>
                  </a:lnTo>
                  <a:lnTo>
                    <a:pt x="1167523" y="384378"/>
                  </a:lnTo>
                  <a:lnTo>
                    <a:pt x="1200264" y="698982"/>
                  </a:lnTo>
                  <a:lnTo>
                    <a:pt x="1171765" y="660031"/>
                  </a:lnTo>
                  <a:lnTo>
                    <a:pt x="1163828" y="658812"/>
                  </a:lnTo>
                  <a:lnTo>
                    <a:pt x="1152499" y="667092"/>
                  </a:lnTo>
                  <a:lnTo>
                    <a:pt x="1151280" y="675043"/>
                  </a:lnTo>
                  <a:lnTo>
                    <a:pt x="1220304" y="769404"/>
                  </a:lnTo>
                  <a:lnTo>
                    <a:pt x="1207592" y="885647"/>
                  </a:lnTo>
                  <a:lnTo>
                    <a:pt x="1212634" y="891921"/>
                  </a:lnTo>
                  <a:lnTo>
                    <a:pt x="1226578" y="893445"/>
                  </a:lnTo>
                  <a:lnTo>
                    <a:pt x="1232852" y="888415"/>
                  </a:lnTo>
                  <a:lnTo>
                    <a:pt x="1238110" y="840447"/>
                  </a:lnTo>
                  <a:lnTo>
                    <a:pt x="1452079" y="1321028"/>
                  </a:lnTo>
                  <a:lnTo>
                    <a:pt x="1412913" y="1292834"/>
                  </a:lnTo>
                  <a:lnTo>
                    <a:pt x="1404988" y="1294130"/>
                  </a:lnTo>
                  <a:lnTo>
                    <a:pt x="1396784" y="1305509"/>
                  </a:lnTo>
                  <a:lnTo>
                    <a:pt x="1398079" y="1313446"/>
                  </a:lnTo>
                  <a:lnTo>
                    <a:pt x="1493050" y="1381798"/>
                  </a:lnTo>
                  <a:lnTo>
                    <a:pt x="1505800" y="1265491"/>
                  </a:lnTo>
                  <a:lnTo>
                    <a:pt x="1500759" y="1259217"/>
                  </a:lnTo>
                  <a:lnTo>
                    <a:pt x="1486814" y="1257693"/>
                  </a:lnTo>
                  <a:lnTo>
                    <a:pt x="1480553" y="1262722"/>
                  </a:lnTo>
                  <a:lnTo>
                    <a:pt x="1475282" y="1310690"/>
                  </a:lnTo>
                  <a:lnTo>
                    <a:pt x="1261313" y="830122"/>
                  </a:lnTo>
                  <a:lnTo>
                    <a:pt x="1300467" y="858304"/>
                  </a:lnTo>
                  <a:lnTo>
                    <a:pt x="1308404" y="857008"/>
                  </a:lnTo>
                  <a:lnTo>
                    <a:pt x="1316609" y="845629"/>
                  </a:lnTo>
                  <a:lnTo>
                    <a:pt x="1315313" y="837692"/>
                  </a:lnTo>
                  <a:lnTo>
                    <a:pt x="1220825" y="769721"/>
                  </a:lnTo>
                  <a:lnTo>
                    <a:pt x="1318679" y="826008"/>
                  </a:lnTo>
                  <a:lnTo>
                    <a:pt x="1322133" y="826363"/>
                  </a:lnTo>
                  <a:lnTo>
                    <a:pt x="1325283" y="825512"/>
                  </a:lnTo>
                  <a:lnTo>
                    <a:pt x="1328420" y="824674"/>
                  </a:lnTo>
                  <a:lnTo>
                    <a:pt x="1331226" y="822629"/>
                  </a:lnTo>
                  <a:lnTo>
                    <a:pt x="1336484" y="813511"/>
                  </a:lnTo>
                  <a:lnTo>
                    <a:pt x="1334389" y="805738"/>
                  </a:lnTo>
                  <a:lnTo>
                    <a:pt x="1292567" y="781672"/>
                  </a:lnTo>
                  <a:lnTo>
                    <a:pt x="2018525" y="777417"/>
                  </a:lnTo>
                  <a:lnTo>
                    <a:pt x="1976983" y="801979"/>
                  </a:lnTo>
                  <a:lnTo>
                    <a:pt x="1974989" y="809764"/>
                  </a:lnTo>
                  <a:lnTo>
                    <a:pt x="1982127" y="821842"/>
                  </a:lnTo>
                  <a:lnTo>
                    <a:pt x="1989912" y="823849"/>
                  </a:lnTo>
                  <a:lnTo>
                    <a:pt x="2089531" y="764959"/>
                  </a:lnTo>
                  <a:lnTo>
                    <a:pt x="1992960" y="828700"/>
                  </a:lnTo>
                  <a:lnTo>
                    <a:pt x="1991347" y="836587"/>
                  </a:lnTo>
                  <a:lnTo>
                    <a:pt x="1999068" y="848296"/>
                  </a:lnTo>
                  <a:lnTo>
                    <a:pt x="2006942" y="849909"/>
                  </a:lnTo>
                  <a:lnTo>
                    <a:pt x="2047214" y="823315"/>
                  </a:lnTo>
                  <a:lnTo>
                    <a:pt x="1805813" y="1311465"/>
                  </a:lnTo>
                  <a:lnTo>
                    <a:pt x="1802498" y="1263319"/>
                  </a:lnTo>
                  <a:lnTo>
                    <a:pt x="1796427" y="1258036"/>
                  </a:lnTo>
                  <a:lnTo>
                    <a:pt x="1782432" y="1259001"/>
                  </a:lnTo>
                  <a:lnTo>
                    <a:pt x="1777161" y="1265072"/>
                  </a:lnTo>
                  <a:lnTo>
                    <a:pt x="1785200" y="1381798"/>
                  </a:lnTo>
                  <a:lnTo>
                    <a:pt x="1882851" y="1317332"/>
                  </a:lnTo>
                  <a:lnTo>
                    <a:pt x="1884464" y="1309458"/>
                  </a:lnTo>
                  <a:lnTo>
                    <a:pt x="1876729" y="1297749"/>
                  </a:lnTo>
                  <a:lnTo>
                    <a:pt x="1868855" y="1296136"/>
                  </a:lnTo>
                  <a:lnTo>
                    <a:pt x="1828584" y="1322717"/>
                  </a:lnTo>
                  <a:lnTo>
                    <a:pt x="2069985" y="834580"/>
                  </a:lnTo>
                  <a:lnTo>
                    <a:pt x="2073300" y="882726"/>
                  </a:lnTo>
                  <a:lnTo>
                    <a:pt x="2079371" y="887996"/>
                  </a:lnTo>
                  <a:lnTo>
                    <a:pt x="2093366" y="887044"/>
                  </a:lnTo>
                  <a:lnTo>
                    <a:pt x="2098649" y="880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29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7584440" cy="45796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sequence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actions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(delayed)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rewards,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policy</a:t>
            </a:r>
            <a:endParaRPr sz="3200">
              <a:latin typeface="Calibri"/>
              <a:cs typeface="Calibri"/>
            </a:endParaRPr>
          </a:p>
          <a:p>
            <a:pPr marL="754380" marR="160020" lvl="1" indent="-284480">
              <a:lnSpc>
                <a:spcPts val="3300"/>
              </a:lnSpc>
              <a:spcBef>
                <a:spcPts val="80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Policy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actions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	</a:t>
            </a:r>
            <a:r>
              <a:rPr sz="2800" dirty="0">
                <a:latin typeface="Calibri"/>
                <a:cs typeface="Calibri"/>
              </a:rPr>
              <a:t>tells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Credit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assignment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Game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playing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Robot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maze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Balance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30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The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60" dirty="0">
                <a:latin typeface="Calibri"/>
                <a:cs typeface="Calibri"/>
              </a:rPr>
              <a:t>Agent-</a:t>
            </a:r>
            <a:r>
              <a:rPr b="0" spc="-10" dirty="0">
                <a:latin typeface="Calibri"/>
                <a:cs typeface="Calibri"/>
              </a:rPr>
              <a:t>Environment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Interface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0180" y="1384300"/>
            <a:ext cx="4713069" cy="190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09161" y="3537901"/>
            <a:ext cx="501142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marR="30480" indent="-308610">
              <a:lnSpc>
                <a:spcPct val="124700"/>
              </a:lnSpc>
              <a:spcBef>
                <a:spcPts val="100"/>
              </a:spcBef>
              <a:tabLst>
                <a:tab pos="3087370" algn="l"/>
                <a:tab pos="3553460" algn="l"/>
              </a:tabLst>
            </a:pPr>
            <a:r>
              <a:rPr sz="1900" spc="-30" dirty="0">
                <a:latin typeface="Times New Roman"/>
                <a:cs typeface="Times New Roman"/>
              </a:rPr>
              <a:t>Agent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and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Times New Roman"/>
                <a:cs typeface="Times New Roman"/>
              </a:rPr>
              <a:t>environment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interact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discrete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time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steps </a:t>
            </a:r>
            <a:r>
              <a:rPr sz="1900" spc="-20" dirty="0">
                <a:latin typeface="Times New Roman"/>
                <a:cs typeface="Times New Roman"/>
              </a:rPr>
              <a:t>Agent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observes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state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2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s</a:t>
            </a:r>
            <a:r>
              <a:rPr sz="1650" i="1" baseline="-22727" dirty="0">
                <a:latin typeface="Times New Roman"/>
                <a:cs typeface="Times New Roman"/>
              </a:rPr>
              <a:t>t</a:t>
            </a:r>
            <a:r>
              <a:rPr sz="1650" i="1" spc="569" baseline="-22727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Symbol"/>
                <a:cs typeface="Symbol"/>
              </a:rPr>
              <a:t>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0479" y="3610119"/>
            <a:ext cx="138874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920" algn="l"/>
              </a:tabLst>
            </a:pP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0,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Times New Roman"/>
                <a:cs typeface="Times New Roman"/>
              </a:rPr>
              <a:t>1,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2,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Arial"/>
                <a:cs typeface="Arial"/>
              </a:rPr>
              <a:t>K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0763" y="4352349"/>
            <a:ext cx="36093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54935" algn="l"/>
              </a:tabLst>
            </a:pPr>
            <a:r>
              <a:rPr sz="1900" spc="-25" dirty="0">
                <a:latin typeface="Times New Roman"/>
                <a:cs typeface="Times New Roman"/>
              </a:rPr>
              <a:t>produces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action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step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8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a</a:t>
            </a:r>
            <a:r>
              <a:rPr sz="1650" i="1" baseline="-22727" dirty="0">
                <a:latin typeface="Times New Roman"/>
                <a:cs typeface="Times New Roman"/>
              </a:rPr>
              <a:t>t</a:t>
            </a:r>
            <a:r>
              <a:rPr sz="1650" i="1" spc="315" baseline="-2272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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A</a:t>
            </a:r>
            <a:r>
              <a:rPr sz="1900" spc="-25" dirty="0">
                <a:latin typeface="Times New Roman"/>
                <a:cs typeface="Times New Roman"/>
              </a:rPr>
              <a:t>(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650" i="1" spc="-37" baseline="-22727" dirty="0">
                <a:latin typeface="Times New Roman"/>
                <a:cs typeface="Times New Roman"/>
              </a:rPr>
              <a:t>t</a:t>
            </a:r>
            <a:r>
              <a:rPr sz="1650" i="1" spc="-22" baseline="-2272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960" y="4661277"/>
            <a:ext cx="235013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gets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resulting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reward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resulting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next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state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2359" y="4601097"/>
            <a:ext cx="812165" cy="868044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1900" i="1" spc="-155" dirty="0">
                <a:latin typeface="Times New Roman"/>
                <a:cs typeface="Times New Roman"/>
              </a:rPr>
              <a:t>r</a:t>
            </a:r>
            <a:r>
              <a:rPr sz="1650" i="1" spc="-232" baseline="-22727" dirty="0">
                <a:latin typeface="Times New Roman"/>
                <a:cs typeface="Times New Roman"/>
              </a:rPr>
              <a:t>t</a:t>
            </a:r>
            <a:r>
              <a:rPr sz="1650" i="1" spc="-142" baseline="-22727" dirty="0">
                <a:latin typeface="Times New Roman"/>
                <a:cs typeface="Times New Roman"/>
              </a:rPr>
              <a:t> </a:t>
            </a:r>
            <a:r>
              <a:rPr sz="1650" baseline="-22727" dirty="0">
                <a:latin typeface="Symbol"/>
                <a:cs typeface="Symbol"/>
              </a:rPr>
              <a:t></a:t>
            </a:r>
            <a:r>
              <a:rPr sz="1650" baseline="-22727" dirty="0">
                <a:latin typeface="Times New Roman"/>
                <a:cs typeface="Times New Roman"/>
              </a:rPr>
              <a:t>1</a:t>
            </a:r>
            <a:r>
              <a:rPr sz="1650" spc="442" baseline="-22727" dirty="0">
                <a:latin typeface="Times New Roman"/>
                <a:cs typeface="Times New Roman"/>
              </a:rPr>
              <a:t> </a:t>
            </a:r>
            <a:r>
              <a:rPr sz="1900" spc="100" dirty="0">
                <a:latin typeface="Symbol"/>
                <a:cs typeface="Symbol"/>
              </a:rPr>
              <a:t></a:t>
            </a:r>
            <a:endParaRPr sz="1900">
              <a:latin typeface="Symbol"/>
              <a:cs typeface="Symbol"/>
            </a:endParaRPr>
          </a:p>
          <a:p>
            <a:pPr marL="116839">
              <a:lnSpc>
                <a:spcPct val="100000"/>
              </a:lnSpc>
              <a:spcBef>
                <a:spcPts val="1040"/>
              </a:spcBef>
            </a:pPr>
            <a:r>
              <a:rPr sz="2850" i="1" baseline="13157" dirty="0">
                <a:latin typeface="Times New Roman"/>
                <a:cs typeface="Times New Roman"/>
              </a:rPr>
              <a:t>s</a:t>
            </a:r>
            <a:r>
              <a:rPr sz="1100" i="1" dirty="0">
                <a:latin typeface="Times New Roman"/>
                <a:cs typeface="Times New Roman"/>
              </a:rPr>
              <a:t>t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44725" y="5786437"/>
            <a:ext cx="5026025" cy="536575"/>
            <a:chOff x="2244725" y="5786437"/>
            <a:chExt cx="5026025" cy="5365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1700" y="6008687"/>
              <a:ext cx="103188" cy="101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5537" y="6008687"/>
              <a:ext cx="103188" cy="101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51075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8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8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6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3"/>
                  </a:lnTo>
                  <a:lnTo>
                    <a:pt x="359760" y="507487"/>
                  </a:lnTo>
                  <a:lnTo>
                    <a:pt x="314639" y="519655"/>
                  </a:lnTo>
                  <a:lnTo>
                    <a:pt x="266700" y="523875"/>
                  </a:lnTo>
                  <a:lnTo>
                    <a:pt x="218760" y="519655"/>
                  </a:lnTo>
                  <a:lnTo>
                    <a:pt x="173639" y="507487"/>
                  </a:lnTo>
                  <a:lnTo>
                    <a:pt x="132091" y="488113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6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5587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6750" y="6008687"/>
              <a:ext cx="103188" cy="101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4912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8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8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6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3"/>
                  </a:lnTo>
                  <a:lnTo>
                    <a:pt x="359760" y="507487"/>
                  </a:lnTo>
                  <a:lnTo>
                    <a:pt x="314639" y="519655"/>
                  </a:lnTo>
                  <a:lnTo>
                    <a:pt x="266700" y="523875"/>
                  </a:lnTo>
                  <a:lnTo>
                    <a:pt x="218760" y="519655"/>
                  </a:lnTo>
                  <a:lnTo>
                    <a:pt x="173639" y="507487"/>
                  </a:lnTo>
                  <a:lnTo>
                    <a:pt x="132091" y="488113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6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8942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38750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8"/>
                  </a:lnTo>
                  <a:lnTo>
                    <a:pt x="36303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2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90" y="16387"/>
                  </a:lnTo>
                  <a:lnTo>
                    <a:pt x="400114" y="35762"/>
                  </a:lnTo>
                  <a:lnTo>
                    <a:pt x="437227" y="61604"/>
                  </a:lnTo>
                  <a:lnTo>
                    <a:pt x="469275" y="93174"/>
                  </a:lnTo>
                  <a:lnTo>
                    <a:pt x="495509" y="129732"/>
                  </a:lnTo>
                  <a:lnTo>
                    <a:pt x="515177" y="170538"/>
                  </a:lnTo>
                  <a:lnTo>
                    <a:pt x="527529" y="214853"/>
                  </a:lnTo>
                  <a:lnTo>
                    <a:pt x="531813" y="261937"/>
                  </a:lnTo>
                  <a:lnTo>
                    <a:pt x="527529" y="309021"/>
                  </a:lnTo>
                  <a:lnTo>
                    <a:pt x="515177" y="353336"/>
                  </a:lnTo>
                  <a:lnTo>
                    <a:pt x="495509" y="394142"/>
                  </a:lnTo>
                  <a:lnTo>
                    <a:pt x="469275" y="430700"/>
                  </a:lnTo>
                  <a:lnTo>
                    <a:pt x="437227" y="462270"/>
                  </a:lnTo>
                  <a:lnTo>
                    <a:pt x="400114" y="488113"/>
                  </a:lnTo>
                  <a:lnTo>
                    <a:pt x="358690" y="507487"/>
                  </a:lnTo>
                  <a:lnTo>
                    <a:pt x="313703" y="519655"/>
                  </a:lnTo>
                  <a:lnTo>
                    <a:pt x="265906" y="523875"/>
                  </a:lnTo>
                  <a:lnTo>
                    <a:pt x="218109" y="519655"/>
                  </a:lnTo>
                  <a:lnTo>
                    <a:pt x="173122" y="507487"/>
                  </a:lnTo>
                  <a:lnTo>
                    <a:pt x="131698" y="488113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3" y="394142"/>
                  </a:lnTo>
                  <a:lnTo>
                    <a:pt x="16635" y="353336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32587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8"/>
                  </a:lnTo>
                  <a:lnTo>
                    <a:pt x="36303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2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90" y="16387"/>
                  </a:lnTo>
                  <a:lnTo>
                    <a:pt x="400114" y="35762"/>
                  </a:lnTo>
                  <a:lnTo>
                    <a:pt x="437227" y="61604"/>
                  </a:lnTo>
                  <a:lnTo>
                    <a:pt x="469275" y="93174"/>
                  </a:lnTo>
                  <a:lnTo>
                    <a:pt x="495509" y="129732"/>
                  </a:lnTo>
                  <a:lnTo>
                    <a:pt x="515177" y="170538"/>
                  </a:lnTo>
                  <a:lnTo>
                    <a:pt x="527529" y="214853"/>
                  </a:lnTo>
                  <a:lnTo>
                    <a:pt x="531813" y="261937"/>
                  </a:lnTo>
                  <a:lnTo>
                    <a:pt x="527529" y="309021"/>
                  </a:lnTo>
                  <a:lnTo>
                    <a:pt x="515177" y="353336"/>
                  </a:lnTo>
                  <a:lnTo>
                    <a:pt x="495509" y="394142"/>
                  </a:lnTo>
                  <a:lnTo>
                    <a:pt x="469275" y="430700"/>
                  </a:lnTo>
                  <a:lnTo>
                    <a:pt x="437227" y="462270"/>
                  </a:lnTo>
                  <a:lnTo>
                    <a:pt x="400114" y="488113"/>
                  </a:lnTo>
                  <a:lnTo>
                    <a:pt x="358690" y="507487"/>
                  </a:lnTo>
                  <a:lnTo>
                    <a:pt x="313703" y="519655"/>
                  </a:lnTo>
                  <a:lnTo>
                    <a:pt x="265906" y="523875"/>
                  </a:lnTo>
                  <a:lnTo>
                    <a:pt x="218109" y="519655"/>
                  </a:lnTo>
                  <a:lnTo>
                    <a:pt x="173122" y="507487"/>
                  </a:lnTo>
                  <a:lnTo>
                    <a:pt x="131698" y="488113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3" y="394142"/>
                  </a:lnTo>
                  <a:lnTo>
                    <a:pt x="16635" y="353336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8167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86789" y="5726160"/>
            <a:ext cx="9721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9125" algn="l"/>
                <a:tab pos="958850" algn="l"/>
              </a:tabLst>
            </a:pPr>
            <a:r>
              <a:rPr sz="2100" b="1" dirty="0">
                <a:latin typeface="Arial"/>
                <a:cs typeface="Arial"/>
              </a:rPr>
              <a:t>.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. </a:t>
            </a:r>
            <a:r>
              <a:rPr sz="2100" b="1" spc="-50" dirty="0">
                <a:latin typeface="Arial"/>
                <a:cs typeface="Arial"/>
              </a:rPr>
              <a:t>.</a:t>
            </a:r>
            <a:r>
              <a:rPr sz="2100" b="1" dirty="0">
                <a:latin typeface="Arial"/>
                <a:cs typeface="Arial"/>
              </a:rPr>
              <a:t>	</a:t>
            </a:r>
            <a:r>
              <a:rPr sz="2100" b="1" u="sng" dirty="0">
                <a:uFill>
                  <a:solidFill>
                    <a:srgbClr val="1F497D"/>
                  </a:solidFill>
                </a:uFill>
                <a:latin typeface="Arial"/>
                <a:cs typeface="Arial"/>
              </a:rPr>
              <a:t>	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15501" y="5846810"/>
            <a:ext cx="1295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-50" dirty="0">
                <a:latin typeface="Calibri"/>
                <a:cs typeface="Calibri"/>
              </a:rPr>
              <a:t>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05989" y="5983335"/>
            <a:ext cx="939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12376" y="5942060"/>
            <a:ext cx="24637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i="1" spc="-25" dirty="0">
                <a:latin typeface="Calibri"/>
                <a:cs typeface="Calibri"/>
              </a:rPr>
              <a:t>a</a:t>
            </a:r>
            <a:r>
              <a:rPr sz="2400" i="1" spc="-37" baseline="-19097" dirty="0">
                <a:latin typeface="Calibri"/>
                <a:cs typeface="Calibri"/>
              </a:rPr>
              <a:t>t</a:t>
            </a:r>
            <a:endParaRPr sz="2400" baseline="-19097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75926" y="5708698"/>
            <a:ext cx="9861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+1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3150" i="1" spc="-30" baseline="-17195" dirty="0">
                <a:latin typeface="Calibri"/>
                <a:cs typeface="Calibri"/>
              </a:rPr>
              <a:t>s</a:t>
            </a:r>
            <a:r>
              <a:rPr sz="2400" i="1" spc="-30" baseline="-41666" dirty="0">
                <a:latin typeface="Calibri"/>
                <a:cs typeface="Calibri"/>
              </a:rPr>
              <a:t>t</a:t>
            </a:r>
            <a:r>
              <a:rPr sz="2400" i="1" spc="-37" baseline="-41666" dirty="0">
                <a:latin typeface="Calibri"/>
                <a:cs typeface="Calibri"/>
              </a:rPr>
              <a:t> </a:t>
            </a:r>
            <a:r>
              <a:rPr sz="2400" spc="-37" baseline="-41666" dirty="0">
                <a:latin typeface="Calibri"/>
                <a:cs typeface="Calibri"/>
              </a:rPr>
              <a:t>+1</a:t>
            </a:r>
            <a:endParaRPr sz="2400" baseline="-41666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9064" y="600238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3726" y="5708698"/>
            <a:ext cx="10198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+2</a:t>
            </a:r>
            <a:r>
              <a:rPr sz="1600" spc="85" dirty="0">
                <a:latin typeface="Calibri"/>
                <a:cs typeface="Calibri"/>
              </a:rPr>
              <a:t>  </a:t>
            </a:r>
            <a:r>
              <a:rPr sz="3150" i="1" spc="-15" baseline="-17195" dirty="0">
                <a:latin typeface="Calibri"/>
                <a:cs typeface="Calibri"/>
              </a:rPr>
              <a:t>s</a:t>
            </a:r>
            <a:r>
              <a:rPr sz="2400" i="1" spc="-15" baseline="-41666" dirty="0">
                <a:latin typeface="Calibri"/>
                <a:cs typeface="Calibri"/>
              </a:rPr>
              <a:t>t</a:t>
            </a:r>
            <a:r>
              <a:rPr sz="2400" i="1" spc="-37" baseline="-41666" dirty="0">
                <a:latin typeface="Calibri"/>
                <a:cs typeface="Calibri"/>
              </a:rPr>
              <a:t> </a:t>
            </a:r>
            <a:r>
              <a:rPr sz="2400" spc="-37" baseline="-41666" dirty="0">
                <a:latin typeface="Calibri"/>
                <a:cs typeface="Calibri"/>
              </a:rPr>
              <a:t>+2</a:t>
            </a:r>
            <a:endParaRPr sz="2400" baseline="-41666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79414" y="600238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14389" y="5738860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1127" y="5861098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30" baseline="14550" dirty="0">
                <a:latin typeface="Calibri"/>
                <a:cs typeface="Calibri"/>
              </a:rPr>
              <a:t>s</a:t>
            </a:r>
            <a:r>
              <a:rPr sz="1600" i="1" spc="-20" dirty="0">
                <a:latin typeface="Calibri"/>
                <a:cs typeface="Calibri"/>
              </a:rPr>
              <a:t>t</a:t>
            </a:r>
            <a:r>
              <a:rPr sz="1600" i="1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81862" y="6054725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339725" y="0"/>
                </a:moveTo>
                <a:lnTo>
                  <a:pt x="0" y="1"/>
                </a:lnTo>
              </a:path>
            </a:pathLst>
          </a:custGeom>
          <a:ln w="127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646314" y="5737273"/>
            <a:ext cx="398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.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. </a:t>
            </a:r>
            <a:r>
              <a:rPr sz="2100" b="1" spc="-50" dirty="0"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6739" y="6013498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739" y="6569510"/>
            <a:ext cx="2032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Sutton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Barto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31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133" y="1117600"/>
            <a:ext cx="6613728" cy="50085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34083" y="6133782"/>
            <a:ext cx="6249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24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www.youtube.com/watch?v=4cgWya-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wjgY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32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Calibri"/>
                <a:cs typeface="Calibri"/>
              </a:rPr>
              <a:t>Inverse</a:t>
            </a:r>
            <a:r>
              <a:rPr b="0" spc="-204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2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67519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policy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demonstrations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5500" y="1727200"/>
            <a:ext cx="7340600" cy="3594100"/>
            <a:chOff x="825500" y="1727200"/>
            <a:chExt cx="7340600" cy="35941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500" y="1727200"/>
              <a:ext cx="7340600" cy="3594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" y="1873250"/>
              <a:ext cx="7010400" cy="32591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6150" y="1828800"/>
              <a:ext cx="7099300" cy="3348354"/>
            </a:xfrm>
            <a:custGeom>
              <a:avLst/>
              <a:gdLst/>
              <a:ahLst/>
              <a:cxnLst/>
              <a:rect l="l" t="t" r="r" b="b"/>
              <a:pathLst>
                <a:path w="7099300" h="3348354">
                  <a:moveTo>
                    <a:pt x="0" y="0"/>
                  </a:moveTo>
                  <a:lnTo>
                    <a:pt x="7099304" y="0"/>
                  </a:lnTo>
                  <a:lnTo>
                    <a:pt x="7099304" y="3348081"/>
                  </a:lnTo>
                  <a:lnTo>
                    <a:pt x="0" y="3348081"/>
                  </a:lnTo>
                  <a:lnTo>
                    <a:pt x="0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15605" y="5295582"/>
            <a:ext cx="6223000" cy="11912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270" algn="ctr">
              <a:lnSpc>
                <a:spcPct val="100899"/>
              </a:lnSpc>
              <a:spcBef>
                <a:spcPts val="70"/>
              </a:spcBef>
            </a:pPr>
            <a:r>
              <a:rPr sz="2800" spc="-10" dirty="0">
                <a:latin typeface="Calibri"/>
                <a:cs typeface="Calibri"/>
              </a:rPr>
              <a:t>Stanford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Autonomous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Helicopter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http://heli.stanford.edu/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www.youtube.com/watch?v=VCdxqn0fcnE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33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696" y="2479357"/>
            <a:ext cx="6389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Framing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34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441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Designing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03020"/>
            <a:ext cx="7056755" cy="244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exactly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learned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ts val="2840"/>
              </a:lnSpc>
              <a:spcBef>
                <a:spcPts val="4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190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target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320"/>
              </a:lnSpc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2700"/>
              </a:lnSpc>
              <a:spcBef>
                <a:spcPts val="680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target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9887" y="4832350"/>
            <a:ext cx="2178050" cy="979805"/>
            <a:chOff x="1639887" y="4832350"/>
            <a:chExt cx="2178050" cy="979805"/>
          </a:xfrm>
        </p:grpSpPr>
        <p:sp>
          <p:nvSpPr>
            <p:cNvPr id="5" name="object 5"/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1082675" y="0"/>
                  </a:moveTo>
                  <a:lnTo>
                    <a:pt x="1016721" y="882"/>
                  </a:lnTo>
                  <a:lnTo>
                    <a:pt x="951813" y="3495"/>
                  </a:lnTo>
                  <a:lnTo>
                    <a:pt x="888063" y="7788"/>
                  </a:lnTo>
                  <a:lnTo>
                    <a:pt x="825585" y="13710"/>
                  </a:lnTo>
                  <a:lnTo>
                    <a:pt x="764491" y="21212"/>
                  </a:lnTo>
                  <a:lnTo>
                    <a:pt x="704896" y="30242"/>
                  </a:lnTo>
                  <a:lnTo>
                    <a:pt x="646911" y="40749"/>
                  </a:lnTo>
                  <a:lnTo>
                    <a:pt x="590651" y="52684"/>
                  </a:lnTo>
                  <a:lnTo>
                    <a:pt x="536229" y="65996"/>
                  </a:lnTo>
                  <a:lnTo>
                    <a:pt x="483758" y="80634"/>
                  </a:lnTo>
                  <a:lnTo>
                    <a:pt x="433351" y="96548"/>
                  </a:lnTo>
                  <a:lnTo>
                    <a:pt x="385122" y="113686"/>
                  </a:lnTo>
                  <a:lnTo>
                    <a:pt x="339184" y="132000"/>
                  </a:lnTo>
                  <a:lnTo>
                    <a:pt x="295649" y="151437"/>
                  </a:lnTo>
                  <a:lnTo>
                    <a:pt x="254632" y="171947"/>
                  </a:lnTo>
                  <a:lnTo>
                    <a:pt x="216246" y="193480"/>
                  </a:lnTo>
                  <a:lnTo>
                    <a:pt x="180603" y="215985"/>
                  </a:lnTo>
                  <a:lnTo>
                    <a:pt x="147817" y="239412"/>
                  </a:lnTo>
                  <a:lnTo>
                    <a:pt x="118002" y="263710"/>
                  </a:lnTo>
                  <a:lnTo>
                    <a:pt x="67735" y="314718"/>
                  </a:lnTo>
                  <a:lnTo>
                    <a:pt x="30708" y="368603"/>
                  </a:lnTo>
                  <a:lnTo>
                    <a:pt x="7828" y="424960"/>
                  </a:lnTo>
                  <a:lnTo>
                    <a:pt x="0" y="483387"/>
                  </a:lnTo>
                  <a:lnTo>
                    <a:pt x="1975" y="512835"/>
                  </a:lnTo>
                  <a:lnTo>
                    <a:pt x="17443" y="570280"/>
                  </a:lnTo>
                  <a:lnTo>
                    <a:pt x="47510" y="625453"/>
                  </a:lnTo>
                  <a:lnTo>
                    <a:pt x="91270" y="677952"/>
                  </a:lnTo>
                  <a:lnTo>
                    <a:pt x="147817" y="727370"/>
                  </a:lnTo>
                  <a:lnTo>
                    <a:pt x="180603" y="750797"/>
                  </a:lnTo>
                  <a:lnTo>
                    <a:pt x="216246" y="773303"/>
                  </a:lnTo>
                  <a:lnTo>
                    <a:pt x="254632" y="794837"/>
                  </a:lnTo>
                  <a:lnTo>
                    <a:pt x="295649" y="815348"/>
                  </a:lnTo>
                  <a:lnTo>
                    <a:pt x="339184" y="834785"/>
                  </a:lnTo>
                  <a:lnTo>
                    <a:pt x="385122" y="853099"/>
                  </a:lnTo>
                  <a:lnTo>
                    <a:pt x="433351" y="870237"/>
                  </a:lnTo>
                  <a:lnTo>
                    <a:pt x="483758" y="886151"/>
                  </a:lnTo>
                  <a:lnTo>
                    <a:pt x="536229" y="900790"/>
                  </a:lnTo>
                  <a:lnTo>
                    <a:pt x="590651" y="914102"/>
                  </a:lnTo>
                  <a:lnTo>
                    <a:pt x="646911" y="926037"/>
                  </a:lnTo>
                  <a:lnTo>
                    <a:pt x="704896" y="936545"/>
                  </a:lnTo>
                  <a:lnTo>
                    <a:pt x="764491" y="945575"/>
                  </a:lnTo>
                  <a:lnTo>
                    <a:pt x="825585" y="953076"/>
                  </a:lnTo>
                  <a:lnTo>
                    <a:pt x="888063" y="958999"/>
                  </a:lnTo>
                  <a:lnTo>
                    <a:pt x="951813" y="963292"/>
                  </a:lnTo>
                  <a:lnTo>
                    <a:pt x="1016721" y="965905"/>
                  </a:lnTo>
                  <a:lnTo>
                    <a:pt x="1082675" y="966787"/>
                  </a:lnTo>
                  <a:lnTo>
                    <a:pt x="1148628" y="965905"/>
                  </a:lnTo>
                  <a:lnTo>
                    <a:pt x="1213536" y="963292"/>
                  </a:lnTo>
                  <a:lnTo>
                    <a:pt x="1277286" y="958999"/>
                  </a:lnTo>
                  <a:lnTo>
                    <a:pt x="1339764" y="953076"/>
                  </a:lnTo>
                  <a:lnTo>
                    <a:pt x="1400858" y="945575"/>
                  </a:lnTo>
                  <a:lnTo>
                    <a:pt x="1460453" y="936545"/>
                  </a:lnTo>
                  <a:lnTo>
                    <a:pt x="1518438" y="926037"/>
                  </a:lnTo>
                  <a:lnTo>
                    <a:pt x="1574698" y="914102"/>
                  </a:lnTo>
                  <a:lnTo>
                    <a:pt x="1629120" y="900790"/>
                  </a:lnTo>
                  <a:lnTo>
                    <a:pt x="1681591" y="886151"/>
                  </a:lnTo>
                  <a:lnTo>
                    <a:pt x="1731998" y="870237"/>
                  </a:lnTo>
                  <a:lnTo>
                    <a:pt x="1780227" y="853099"/>
                  </a:lnTo>
                  <a:lnTo>
                    <a:pt x="1826165" y="834785"/>
                  </a:lnTo>
                  <a:lnTo>
                    <a:pt x="1869700" y="815348"/>
                  </a:lnTo>
                  <a:lnTo>
                    <a:pt x="1910717" y="794837"/>
                  </a:lnTo>
                  <a:lnTo>
                    <a:pt x="1949103" y="773303"/>
                  </a:lnTo>
                  <a:lnTo>
                    <a:pt x="1984746" y="750797"/>
                  </a:lnTo>
                  <a:lnTo>
                    <a:pt x="2017532" y="727370"/>
                  </a:lnTo>
                  <a:lnTo>
                    <a:pt x="2047347" y="703071"/>
                  </a:lnTo>
                  <a:lnTo>
                    <a:pt x="2097614" y="652062"/>
                  </a:lnTo>
                  <a:lnTo>
                    <a:pt x="2134641" y="598176"/>
                  </a:lnTo>
                  <a:lnTo>
                    <a:pt x="2157521" y="541816"/>
                  </a:lnTo>
                  <a:lnTo>
                    <a:pt x="2165350" y="483387"/>
                  </a:lnTo>
                  <a:lnTo>
                    <a:pt x="2163374" y="453940"/>
                  </a:lnTo>
                  <a:lnTo>
                    <a:pt x="2147906" y="396498"/>
                  </a:lnTo>
                  <a:lnTo>
                    <a:pt x="2117839" y="341326"/>
                  </a:lnTo>
                  <a:lnTo>
                    <a:pt x="2074079" y="288829"/>
                  </a:lnTo>
                  <a:lnTo>
                    <a:pt x="2017532" y="239412"/>
                  </a:lnTo>
                  <a:lnTo>
                    <a:pt x="1984746" y="215985"/>
                  </a:lnTo>
                  <a:lnTo>
                    <a:pt x="1949103" y="193480"/>
                  </a:lnTo>
                  <a:lnTo>
                    <a:pt x="1910717" y="171947"/>
                  </a:lnTo>
                  <a:lnTo>
                    <a:pt x="1869700" y="151437"/>
                  </a:lnTo>
                  <a:lnTo>
                    <a:pt x="1826165" y="132000"/>
                  </a:lnTo>
                  <a:lnTo>
                    <a:pt x="1780227" y="113686"/>
                  </a:lnTo>
                  <a:lnTo>
                    <a:pt x="1731998" y="96548"/>
                  </a:lnTo>
                  <a:lnTo>
                    <a:pt x="1681591" y="80634"/>
                  </a:lnTo>
                  <a:lnTo>
                    <a:pt x="1629120" y="65996"/>
                  </a:lnTo>
                  <a:lnTo>
                    <a:pt x="1574698" y="52684"/>
                  </a:lnTo>
                  <a:lnTo>
                    <a:pt x="1518438" y="40749"/>
                  </a:lnTo>
                  <a:lnTo>
                    <a:pt x="1460453" y="30242"/>
                  </a:lnTo>
                  <a:lnTo>
                    <a:pt x="1400858" y="21212"/>
                  </a:lnTo>
                  <a:lnTo>
                    <a:pt x="1339764" y="13710"/>
                  </a:lnTo>
                  <a:lnTo>
                    <a:pt x="1277286" y="7788"/>
                  </a:lnTo>
                  <a:lnTo>
                    <a:pt x="1213536" y="3495"/>
                  </a:lnTo>
                  <a:lnTo>
                    <a:pt x="1148628" y="882"/>
                  </a:lnTo>
                  <a:lnTo>
                    <a:pt x="108267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0" y="483394"/>
                  </a:moveTo>
                  <a:lnTo>
                    <a:pt x="7828" y="424966"/>
                  </a:lnTo>
                  <a:lnTo>
                    <a:pt x="30708" y="368608"/>
                  </a:lnTo>
                  <a:lnTo>
                    <a:pt x="67734" y="314722"/>
                  </a:lnTo>
                  <a:lnTo>
                    <a:pt x="118001" y="263714"/>
                  </a:lnTo>
                  <a:lnTo>
                    <a:pt x="147817" y="239415"/>
                  </a:lnTo>
                  <a:lnTo>
                    <a:pt x="180602" y="215988"/>
                  </a:lnTo>
                  <a:lnTo>
                    <a:pt x="216245" y="193482"/>
                  </a:lnTo>
                  <a:lnTo>
                    <a:pt x="254632" y="171949"/>
                  </a:lnTo>
                  <a:lnTo>
                    <a:pt x="295649" y="151438"/>
                  </a:lnTo>
                  <a:lnTo>
                    <a:pt x="339183" y="132001"/>
                  </a:lnTo>
                  <a:lnTo>
                    <a:pt x="385122" y="113688"/>
                  </a:lnTo>
                  <a:lnTo>
                    <a:pt x="433351" y="96549"/>
                  </a:lnTo>
                  <a:lnTo>
                    <a:pt x="483758" y="80635"/>
                  </a:lnTo>
                  <a:lnTo>
                    <a:pt x="536229" y="65997"/>
                  </a:lnTo>
                  <a:lnTo>
                    <a:pt x="590652" y="52685"/>
                  </a:lnTo>
                  <a:lnTo>
                    <a:pt x="646912" y="40750"/>
                  </a:lnTo>
                  <a:lnTo>
                    <a:pt x="704897" y="30242"/>
                  </a:lnTo>
                  <a:lnTo>
                    <a:pt x="764493" y="21212"/>
                  </a:lnTo>
                  <a:lnTo>
                    <a:pt x="825587" y="13710"/>
                  </a:lnTo>
                  <a:lnTo>
                    <a:pt x="888066" y="7788"/>
                  </a:lnTo>
                  <a:lnTo>
                    <a:pt x="951817" y="3495"/>
                  </a:lnTo>
                  <a:lnTo>
                    <a:pt x="1016726" y="882"/>
                  </a:lnTo>
                  <a:lnTo>
                    <a:pt x="1082680" y="0"/>
                  </a:lnTo>
                  <a:lnTo>
                    <a:pt x="1148633" y="882"/>
                  </a:lnTo>
                  <a:lnTo>
                    <a:pt x="1213541" y="3495"/>
                  </a:lnTo>
                  <a:lnTo>
                    <a:pt x="1277291" y="7788"/>
                  </a:lnTo>
                  <a:lnTo>
                    <a:pt x="1339769" y="13710"/>
                  </a:lnTo>
                  <a:lnTo>
                    <a:pt x="1400863" y="21212"/>
                  </a:lnTo>
                  <a:lnTo>
                    <a:pt x="1460458" y="30242"/>
                  </a:lnTo>
                  <a:lnTo>
                    <a:pt x="1518442" y="40750"/>
                  </a:lnTo>
                  <a:lnTo>
                    <a:pt x="1574702" y="52685"/>
                  </a:lnTo>
                  <a:lnTo>
                    <a:pt x="1629124" y="65997"/>
                  </a:lnTo>
                  <a:lnTo>
                    <a:pt x="1681595" y="80635"/>
                  </a:lnTo>
                  <a:lnTo>
                    <a:pt x="1732001" y="96549"/>
                  </a:lnTo>
                  <a:lnTo>
                    <a:pt x="1780230" y="113688"/>
                  </a:lnTo>
                  <a:lnTo>
                    <a:pt x="1826168" y="132001"/>
                  </a:lnTo>
                  <a:lnTo>
                    <a:pt x="1869703" y="151438"/>
                  </a:lnTo>
                  <a:lnTo>
                    <a:pt x="1910719" y="171949"/>
                  </a:lnTo>
                  <a:lnTo>
                    <a:pt x="1949106" y="193482"/>
                  </a:lnTo>
                  <a:lnTo>
                    <a:pt x="1984748" y="215988"/>
                  </a:lnTo>
                  <a:lnTo>
                    <a:pt x="2017534" y="239415"/>
                  </a:lnTo>
                  <a:lnTo>
                    <a:pt x="2047349" y="263714"/>
                  </a:lnTo>
                  <a:lnTo>
                    <a:pt x="2097616" y="314722"/>
                  </a:lnTo>
                  <a:lnTo>
                    <a:pt x="2134642" y="368608"/>
                  </a:lnTo>
                  <a:lnTo>
                    <a:pt x="2157523" y="424966"/>
                  </a:lnTo>
                  <a:lnTo>
                    <a:pt x="2165351" y="483394"/>
                  </a:lnTo>
                  <a:lnTo>
                    <a:pt x="2163375" y="512841"/>
                  </a:lnTo>
                  <a:lnTo>
                    <a:pt x="2147907" y="570284"/>
                  </a:lnTo>
                  <a:lnTo>
                    <a:pt x="2117841" y="625457"/>
                  </a:lnTo>
                  <a:lnTo>
                    <a:pt x="2074081" y="677955"/>
                  </a:lnTo>
                  <a:lnTo>
                    <a:pt x="2017534" y="727372"/>
                  </a:lnTo>
                  <a:lnTo>
                    <a:pt x="1984748" y="750799"/>
                  </a:lnTo>
                  <a:lnTo>
                    <a:pt x="1949106" y="773305"/>
                  </a:lnTo>
                  <a:lnTo>
                    <a:pt x="1910719" y="794839"/>
                  </a:lnTo>
                  <a:lnTo>
                    <a:pt x="1869703" y="815349"/>
                  </a:lnTo>
                  <a:lnTo>
                    <a:pt x="1826168" y="834786"/>
                  </a:lnTo>
                  <a:lnTo>
                    <a:pt x="1780230" y="853100"/>
                  </a:lnTo>
                  <a:lnTo>
                    <a:pt x="1732001" y="870239"/>
                  </a:lnTo>
                  <a:lnTo>
                    <a:pt x="1681595" y="886152"/>
                  </a:lnTo>
                  <a:lnTo>
                    <a:pt x="1629124" y="900791"/>
                  </a:lnTo>
                  <a:lnTo>
                    <a:pt x="1574702" y="914103"/>
                  </a:lnTo>
                  <a:lnTo>
                    <a:pt x="1518442" y="926038"/>
                  </a:lnTo>
                  <a:lnTo>
                    <a:pt x="1460458" y="936546"/>
                  </a:lnTo>
                  <a:lnTo>
                    <a:pt x="1400863" y="945576"/>
                  </a:lnTo>
                  <a:lnTo>
                    <a:pt x="1339769" y="953077"/>
                  </a:lnTo>
                  <a:lnTo>
                    <a:pt x="1277291" y="959000"/>
                  </a:lnTo>
                  <a:lnTo>
                    <a:pt x="1213541" y="963293"/>
                  </a:lnTo>
                  <a:lnTo>
                    <a:pt x="1148633" y="965906"/>
                  </a:lnTo>
                  <a:lnTo>
                    <a:pt x="1082680" y="966788"/>
                  </a:lnTo>
                  <a:lnTo>
                    <a:pt x="1016726" y="965906"/>
                  </a:lnTo>
                  <a:lnTo>
                    <a:pt x="951817" y="963293"/>
                  </a:lnTo>
                  <a:lnTo>
                    <a:pt x="888066" y="959000"/>
                  </a:lnTo>
                  <a:lnTo>
                    <a:pt x="825587" y="953077"/>
                  </a:lnTo>
                  <a:lnTo>
                    <a:pt x="764493" y="945576"/>
                  </a:lnTo>
                  <a:lnTo>
                    <a:pt x="704897" y="936546"/>
                  </a:lnTo>
                  <a:lnTo>
                    <a:pt x="646912" y="926038"/>
                  </a:lnTo>
                  <a:lnTo>
                    <a:pt x="590652" y="914103"/>
                  </a:lnTo>
                  <a:lnTo>
                    <a:pt x="536229" y="900791"/>
                  </a:lnTo>
                  <a:lnTo>
                    <a:pt x="483758" y="886152"/>
                  </a:lnTo>
                  <a:lnTo>
                    <a:pt x="433351" y="870239"/>
                  </a:lnTo>
                  <a:lnTo>
                    <a:pt x="385122" y="853100"/>
                  </a:lnTo>
                  <a:lnTo>
                    <a:pt x="339183" y="834786"/>
                  </a:lnTo>
                  <a:lnTo>
                    <a:pt x="295649" y="815349"/>
                  </a:lnTo>
                  <a:lnTo>
                    <a:pt x="254632" y="794839"/>
                  </a:lnTo>
                  <a:lnTo>
                    <a:pt x="216245" y="773305"/>
                  </a:lnTo>
                  <a:lnTo>
                    <a:pt x="180602" y="750799"/>
                  </a:lnTo>
                  <a:lnTo>
                    <a:pt x="147817" y="727372"/>
                  </a:lnTo>
                  <a:lnTo>
                    <a:pt x="118001" y="703074"/>
                  </a:lnTo>
                  <a:lnTo>
                    <a:pt x="67734" y="652066"/>
                  </a:lnTo>
                  <a:lnTo>
                    <a:pt x="30708" y="598180"/>
                  </a:lnTo>
                  <a:lnTo>
                    <a:pt x="7828" y="541821"/>
                  </a:lnTo>
                  <a:lnTo>
                    <a:pt x="0" y="4833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40648" y="5022367"/>
            <a:ext cx="130619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-10" dirty="0">
                <a:latin typeface="Calibri"/>
                <a:cs typeface="Calibri"/>
              </a:rPr>
              <a:t>Environment/ Experience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5400" y="4305300"/>
            <a:ext cx="2171700" cy="609600"/>
            <a:chOff x="5105400" y="4305300"/>
            <a:chExt cx="2171700" cy="6096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0" y="4305300"/>
              <a:ext cx="2133600" cy="546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305300"/>
              <a:ext cx="1117600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3349" y="4349750"/>
              <a:ext cx="1993899" cy="4095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213350" y="4349750"/>
            <a:ext cx="1993900" cy="4095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alibri"/>
                <a:cs typeface="Calibri"/>
              </a:rPr>
              <a:t>Learner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4234" y="4522787"/>
            <a:ext cx="3352800" cy="1122680"/>
            <a:chOff x="3804234" y="4522787"/>
            <a:chExt cx="3352800" cy="1122680"/>
          </a:xfrm>
        </p:grpSpPr>
        <p:sp>
          <p:nvSpPr>
            <p:cNvPr id="14" name="object 14"/>
            <p:cNvSpPr/>
            <p:nvPr/>
          </p:nvSpPr>
          <p:spPr>
            <a:xfrm>
              <a:off x="3804234" y="4522787"/>
              <a:ext cx="1341120" cy="812800"/>
            </a:xfrm>
            <a:custGeom>
              <a:avLst/>
              <a:gdLst/>
              <a:ahLst/>
              <a:cxnLst/>
              <a:rect l="l" t="t" r="r" b="b"/>
              <a:pathLst>
                <a:path w="1341120" h="812800">
                  <a:moveTo>
                    <a:pt x="1340853" y="0"/>
                  </a:moveTo>
                  <a:lnTo>
                    <a:pt x="1245298" y="7353"/>
                  </a:lnTo>
                  <a:lnTo>
                    <a:pt x="1259992" y="31851"/>
                  </a:lnTo>
                  <a:lnTo>
                    <a:pt x="0" y="787844"/>
                  </a:lnTo>
                  <a:lnTo>
                    <a:pt x="14706" y="812355"/>
                  </a:lnTo>
                  <a:lnTo>
                    <a:pt x="1274699" y="56362"/>
                  </a:lnTo>
                  <a:lnTo>
                    <a:pt x="1289392" y="80860"/>
                  </a:lnTo>
                  <a:lnTo>
                    <a:pt x="13408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99074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925512" y="0"/>
                  </a:moveTo>
                  <a:lnTo>
                    <a:pt x="853183" y="807"/>
                  </a:lnTo>
                  <a:lnTo>
                    <a:pt x="782377" y="3188"/>
                  </a:lnTo>
                  <a:lnTo>
                    <a:pt x="713299" y="7085"/>
                  </a:lnTo>
                  <a:lnTo>
                    <a:pt x="646156" y="12437"/>
                  </a:lnTo>
                  <a:lnTo>
                    <a:pt x="581152" y="19185"/>
                  </a:lnTo>
                  <a:lnTo>
                    <a:pt x="518494" y="27269"/>
                  </a:lnTo>
                  <a:lnTo>
                    <a:pt x="458387" y="36629"/>
                  </a:lnTo>
                  <a:lnTo>
                    <a:pt x="401037" y="47205"/>
                  </a:lnTo>
                  <a:lnTo>
                    <a:pt x="346650" y="58939"/>
                  </a:lnTo>
                  <a:lnTo>
                    <a:pt x="295431" y="71771"/>
                  </a:lnTo>
                  <a:lnTo>
                    <a:pt x="247587" y="85640"/>
                  </a:lnTo>
                  <a:lnTo>
                    <a:pt x="203323" y="100487"/>
                  </a:lnTo>
                  <a:lnTo>
                    <a:pt x="162845" y="116253"/>
                  </a:lnTo>
                  <a:lnTo>
                    <a:pt x="126358" y="132877"/>
                  </a:lnTo>
                  <a:lnTo>
                    <a:pt x="66183" y="168464"/>
                  </a:lnTo>
                  <a:lnTo>
                    <a:pt x="24443" y="206771"/>
                  </a:lnTo>
                  <a:lnTo>
                    <a:pt x="2784" y="247321"/>
                  </a:lnTo>
                  <a:lnTo>
                    <a:pt x="0" y="268287"/>
                  </a:lnTo>
                  <a:lnTo>
                    <a:pt x="2784" y="289253"/>
                  </a:lnTo>
                  <a:lnTo>
                    <a:pt x="24443" y="329803"/>
                  </a:lnTo>
                  <a:lnTo>
                    <a:pt x="66183" y="368110"/>
                  </a:lnTo>
                  <a:lnTo>
                    <a:pt x="126358" y="403697"/>
                  </a:lnTo>
                  <a:lnTo>
                    <a:pt x="162845" y="420321"/>
                  </a:lnTo>
                  <a:lnTo>
                    <a:pt x="203323" y="436087"/>
                  </a:lnTo>
                  <a:lnTo>
                    <a:pt x="247587" y="450934"/>
                  </a:lnTo>
                  <a:lnTo>
                    <a:pt x="295431" y="464803"/>
                  </a:lnTo>
                  <a:lnTo>
                    <a:pt x="346650" y="477635"/>
                  </a:lnTo>
                  <a:lnTo>
                    <a:pt x="401037" y="489369"/>
                  </a:lnTo>
                  <a:lnTo>
                    <a:pt x="458387" y="499945"/>
                  </a:lnTo>
                  <a:lnTo>
                    <a:pt x="518494" y="509305"/>
                  </a:lnTo>
                  <a:lnTo>
                    <a:pt x="581152" y="517389"/>
                  </a:lnTo>
                  <a:lnTo>
                    <a:pt x="646156" y="524137"/>
                  </a:lnTo>
                  <a:lnTo>
                    <a:pt x="713299" y="529489"/>
                  </a:lnTo>
                  <a:lnTo>
                    <a:pt x="782377" y="533386"/>
                  </a:lnTo>
                  <a:lnTo>
                    <a:pt x="853183" y="535767"/>
                  </a:lnTo>
                  <a:lnTo>
                    <a:pt x="925512" y="536575"/>
                  </a:lnTo>
                  <a:lnTo>
                    <a:pt x="997841" y="535767"/>
                  </a:lnTo>
                  <a:lnTo>
                    <a:pt x="1068647" y="533386"/>
                  </a:lnTo>
                  <a:lnTo>
                    <a:pt x="1137725" y="529489"/>
                  </a:lnTo>
                  <a:lnTo>
                    <a:pt x="1204868" y="524137"/>
                  </a:lnTo>
                  <a:lnTo>
                    <a:pt x="1269872" y="517389"/>
                  </a:lnTo>
                  <a:lnTo>
                    <a:pt x="1332530" y="509305"/>
                  </a:lnTo>
                  <a:lnTo>
                    <a:pt x="1392637" y="499945"/>
                  </a:lnTo>
                  <a:lnTo>
                    <a:pt x="1449987" y="489369"/>
                  </a:lnTo>
                  <a:lnTo>
                    <a:pt x="1504374" y="477635"/>
                  </a:lnTo>
                  <a:lnTo>
                    <a:pt x="1555593" y="464803"/>
                  </a:lnTo>
                  <a:lnTo>
                    <a:pt x="1603437" y="450934"/>
                  </a:lnTo>
                  <a:lnTo>
                    <a:pt x="1647701" y="436087"/>
                  </a:lnTo>
                  <a:lnTo>
                    <a:pt x="1688179" y="420321"/>
                  </a:lnTo>
                  <a:lnTo>
                    <a:pt x="1724666" y="403697"/>
                  </a:lnTo>
                  <a:lnTo>
                    <a:pt x="1784841" y="368110"/>
                  </a:lnTo>
                  <a:lnTo>
                    <a:pt x="1826581" y="329803"/>
                  </a:lnTo>
                  <a:lnTo>
                    <a:pt x="1848240" y="289253"/>
                  </a:lnTo>
                  <a:lnTo>
                    <a:pt x="1851025" y="268287"/>
                  </a:lnTo>
                  <a:lnTo>
                    <a:pt x="1848240" y="247321"/>
                  </a:lnTo>
                  <a:lnTo>
                    <a:pt x="1826581" y="206771"/>
                  </a:lnTo>
                  <a:lnTo>
                    <a:pt x="1784841" y="168464"/>
                  </a:lnTo>
                  <a:lnTo>
                    <a:pt x="1724666" y="132877"/>
                  </a:lnTo>
                  <a:lnTo>
                    <a:pt x="1688179" y="116253"/>
                  </a:lnTo>
                  <a:lnTo>
                    <a:pt x="1647701" y="100487"/>
                  </a:lnTo>
                  <a:lnTo>
                    <a:pt x="1603437" y="85640"/>
                  </a:lnTo>
                  <a:lnTo>
                    <a:pt x="1555593" y="71771"/>
                  </a:lnTo>
                  <a:lnTo>
                    <a:pt x="1504374" y="58939"/>
                  </a:lnTo>
                  <a:lnTo>
                    <a:pt x="1449987" y="47205"/>
                  </a:lnTo>
                  <a:lnTo>
                    <a:pt x="1392637" y="36629"/>
                  </a:lnTo>
                  <a:lnTo>
                    <a:pt x="1332530" y="27269"/>
                  </a:lnTo>
                  <a:lnTo>
                    <a:pt x="1269872" y="19185"/>
                  </a:lnTo>
                  <a:lnTo>
                    <a:pt x="1204868" y="12437"/>
                  </a:lnTo>
                  <a:lnTo>
                    <a:pt x="1137725" y="7085"/>
                  </a:lnTo>
                  <a:lnTo>
                    <a:pt x="1068647" y="3188"/>
                  </a:lnTo>
                  <a:lnTo>
                    <a:pt x="997841" y="807"/>
                  </a:lnTo>
                  <a:lnTo>
                    <a:pt x="9255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99074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0" y="268287"/>
                  </a:moveTo>
                  <a:lnTo>
                    <a:pt x="11000" y="226795"/>
                  </a:lnTo>
                  <a:lnTo>
                    <a:pt x="42906" y="187307"/>
                  </a:lnTo>
                  <a:lnTo>
                    <a:pt x="94070" y="150301"/>
                  </a:lnTo>
                  <a:lnTo>
                    <a:pt x="162846" y="116252"/>
                  </a:lnTo>
                  <a:lnTo>
                    <a:pt x="203324" y="100487"/>
                  </a:lnTo>
                  <a:lnTo>
                    <a:pt x="247588" y="85639"/>
                  </a:lnTo>
                  <a:lnTo>
                    <a:pt x="295433" y="71770"/>
                  </a:lnTo>
                  <a:lnTo>
                    <a:pt x="346651" y="58939"/>
                  </a:lnTo>
                  <a:lnTo>
                    <a:pt x="401038" y="47205"/>
                  </a:lnTo>
                  <a:lnTo>
                    <a:pt x="458388" y="36629"/>
                  </a:lnTo>
                  <a:lnTo>
                    <a:pt x="518495" y="27268"/>
                  </a:lnTo>
                  <a:lnTo>
                    <a:pt x="581153" y="19185"/>
                  </a:lnTo>
                  <a:lnTo>
                    <a:pt x="646157" y="12437"/>
                  </a:lnTo>
                  <a:lnTo>
                    <a:pt x="713301" y="7085"/>
                  </a:lnTo>
                  <a:lnTo>
                    <a:pt x="782378" y="3188"/>
                  </a:lnTo>
                  <a:lnTo>
                    <a:pt x="853184" y="807"/>
                  </a:lnTo>
                  <a:lnTo>
                    <a:pt x="925512" y="0"/>
                  </a:lnTo>
                  <a:lnTo>
                    <a:pt x="997840" y="807"/>
                  </a:lnTo>
                  <a:lnTo>
                    <a:pt x="1068646" y="3188"/>
                  </a:lnTo>
                  <a:lnTo>
                    <a:pt x="1137724" y="7085"/>
                  </a:lnTo>
                  <a:lnTo>
                    <a:pt x="1204867" y="12437"/>
                  </a:lnTo>
                  <a:lnTo>
                    <a:pt x="1269871" y="19185"/>
                  </a:lnTo>
                  <a:lnTo>
                    <a:pt x="1332529" y="27268"/>
                  </a:lnTo>
                  <a:lnTo>
                    <a:pt x="1392636" y="36629"/>
                  </a:lnTo>
                  <a:lnTo>
                    <a:pt x="1449985" y="47205"/>
                  </a:lnTo>
                  <a:lnTo>
                    <a:pt x="1504372" y="58939"/>
                  </a:lnTo>
                  <a:lnTo>
                    <a:pt x="1555590" y="71770"/>
                  </a:lnTo>
                  <a:lnTo>
                    <a:pt x="1603434" y="85639"/>
                  </a:lnTo>
                  <a:lnTo>
                    <a:pt x="1647698" y="100487"/>
                  </a:lnTo>
                  <a:lnTo>
                    <a:pt x="1688176" y="116252"/>
                  </a:lnTo>
                  <a:lnTo>
                    <a:pt x="1724662" y="132877"/>
                  </a:lnTo>
                  <a:lnTo>
                    <a:pt x="1784838" y="168464"/>
                  </a:lnTo>
                  <a:lnTo>
                    <a:pt x="1826577" y="206771"/>
                  </a:lnTo>
                  <a:lnTo>
                    <a:pt x="1848236" y="247320"/>
                  </a:lnTo>
                  <a:lnTo>
                    <a:pt x="1851021" y="268287"/>
                  </a:lnTo>
                  <a:lnTo>
                    <a:pt x="1848236" y="289253"/>
                  </a:lnTo>
                  <a:lnTo>
                    <a:pt x="1826577" y="329803"/>
                  </a:lnTo>
                  <a:lnTo>
                    <a:pt x="1784838" y="368110"/>
                  </a:lnTo>
                  <a:lnTo>
                    <a:pt x="1724662" y="403697"/>
                  </a:lnTo>
                  <a:lnTo>
                    <a:pt x="1688176" y="420322"/>
                  </a:lnTo>
                  <a:lnTo>
                    <a:pt x="1647698" y="436087"/>
                  </a:lnTo>
                  <a:lnTo>
                    <a:pt x="1603434" y="450935"/>
                  </a:lnTo>
                  <a:lnTo>
                    <a:pt x="1555590" y="464804"/>
                  </a:lnTo>
                  <a:lnTo>
                    <a:pt x="1504372" y="477635"/>
                  </a:lnTo>
                  <a:lnTo>
                    <a:pt x="1449985" y="489369"/>
                  </a:lnTo>
                  <a:lnTo>
                    <a:pt x="1392636" y="499946"/>
                  </a:lnTo>
                  <a:lnTo>
                    <a:pt x="1332529" y="509306"/>
                  </a:lnTo>
                  <a:lnTo>
                    <a:pt x="1269871" y="517389"/>
                  </a:lnTo>
                  <a:lnTo>
                    <a:pt x="1204867" y="524137"/>
                  </a:lnTo>
                  <a:lnTo>
                    <a:pt x="1137724" y="529489"/>
                  </a:lnTo>
                  <a:lnTo>
                    <a:pt x="1068646" y="533386"/>
                  </a:lnTo>
                  <a:lnTo>
                    <a:pt x="997840" y="535768"/>
                  </a:lnTo>
                  <a:lnTo>
                    <a:pt x="925512" y="536575"/>
                  </a:lnTo>
                  <a:lnTo>
                    <a:pt x="853184" y="535768"/>
                  </a:lnTo>
                  <a:lnTo>
                    <a:pt x="782378" y="533386"/>
                  </a:lnTo>
                  <a:lnTo>
                    <a:pt x="713301" y="529489"/>
                  </a:lnTo>
                  <a:lnTo>
                    <a:pt x="646157" y="524137"/>
                  </a:lnTo>
                  <a:lnTo>
                    <a:pt x="581153" y="517389"/>
                  </a:lnTo>
                  <a:lnTo>
                    <a:pt x="518495" y="509306"/>
                  </a:lnTo>
                  <a:lnTo>
                    <a:pt x="458388" y="499946"/>
                  </a:lnTo>
                  <a:lnTo>
                    <a:pt x="401038" y="489369"/>
                  </a:lnTo>
                  <a:lnTo>
                    <a:pt x="346651" y="477635"/>
                  </a:lnTo>
                  <a:lnTo>
                    <a:pt x="295433" y="464804"/>
                  </a:lnTo>
                  <a:lnTo>
                    <a:pt x="247588" y="450935"/>
                  </a:lnTo>
                  <a:lnTo>
                    <a:pt x="203324" y="436087"/>
                  </a:lnTo>
                  <a:lnTo>
                    <a:pt x="162846" y="420322"/>
                  </a:lnTo>
                  <a:lnTo>
                    <a:pt x="126359" y="403697"/>
                  </a:lnTo>
                  <a:lnTo>
                    <a:pt x="66183" y="368110"/>
                  </a:lnTo>
                  <a:lnTo>
                    <a:pt x="24443" y="329803"/>
                  </a:lnTo>
                  <a:lnTo>
                    <a:pt x="2784" y="289253"/>
                  </a:lnTo>
                  <a:lnTo>
                    <a:pt x="0" y="2682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47448" y="5207952"/>
            <a:ext cx="1052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Knowledge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05400" y="5918200"/>
            <a:ext cx="2171700" cy="901700"/>
            <a:chOff x="5105400" y="5918200"/>
            <a:chExt cx="2171700" cy="90170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6200" y="5918200"/>
              <a:ext cx="2120900" cy="863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5400" y="5943600"/>
              <a:ext cx="1600200" cy="876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9699" y="5972174"/>
              <a:ext cx="1993899" cy="71437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219700" y="5972175"/>
            <a:ext cx="1993900" cy="7143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9535" marR="700405">
              <a:lnSpc>
                <a:spcPts val="2100"/>
              </a:lnSpc>
              <a:spcBef>
                <a:spcPts val="670"/>
              </a:spcBef>
            </a:pPr>
            <a:r>
              <a:rPr sz="1800" spc="-10" dirty="0">
                <a:latin typeface="Calibri"/>
                <a:cs typeface="Calibri"/>
              </a:rPr>
              <a:t>Performance Element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03281" y="4758728"/>
            <a:ext cx="2460625" cy="1570990"/>
          </a:xfrm>
          <a:custGeom>
            <a:avLst/>
            <a:gdLst/>
            <a:ahLst/>
            <a:cxnLst/>
            <a:rect l="l" t="t" r="r" b="b"/>
            <a:pathLst>
              <a:path w="2460625" h="1570989">
                <a:moveTo>
                  <a:pt x="1416418" y="1570634"/>
                </a:moveTo>
                <a:lnTo>
                  <a:pt x="1371600" y="1485925"/>
                </a:lnTo>
                <a:lnTo>
                  <a:pt x="1354988" y="1509166"/>
                </a:lnTo>
                <a:lnTo>
                  <a:pt x="16611" y="552538"/>
                </a:lnTo>
                <a:lnTo>
                  <a:pt x="0" y="575779"/>
                </a:lnTo>
                <a:lnTo>
                  <a:pt x="1338364" y="1532420"/>
                </a:lnTo>
                <a:lnTo>
                  <a:pt x="1321752" y="1555661"/>
                </a:lnTo>
                <a:lnTo>
                  <a:pt x="1416418" y="1570634"/>
                </a:lnTo>
                <a:close/>
              </a:path>
              <a:path w="2460625" h="1570989">
                <a:moveTo>
                  <a:pt x="2458262" y="1128776"/>
                </a:moveTo>
                <a:lnTo>
                  <a:pt x="2429687" y="1128090"/>
                </a:lnTo>
                <a:lnTo>
                  <a:pt x="2435593" y="880414"/>
                </a:lnTo>
                <a:lnTo>
                  <a:pt x="2407018" y="879741"/>
                </a:lnTo>
                <a:lnTo>
                  <a:pt x="2401125" y="1127417"/>
                </a:lnTo>
                <a:lnTo>
                  <a:pt x="2372563" y="1126731"/>
                </a:lnTo>
                <a:lnTo>
                  <a:pt x="2413368" y="1213446"/>
                </a:lnTo>
                <a:lnTo>
                  <a:pt x="2458262" y="1128776"/>
                </a:lnTo>
                <a:close/>
              </a:path>
              <a:path w="2460625" h="1570989">
                <a:moveTo>
                  <a:pt x="2460561" y="256057"/>
                </a:moveTo>
                <a:lnTo>
                  <a:pt x="2432012" y="257251"/>
                </a:lnTo>
                <a:lnTo>
                  <a:pt x="2421293" y="0"/>
                </a:lnTo>
                <a:lnTo>
                  <a:pt x="2392743" y="1193"/>
                </a:lnTo>
                <a:lnTo>
                  <a:pt x="2403462" y="258445"/>
                </a:lnTo>
                <a:lnTo>
                  <a:pt x="2374912" y="259626"/>
                </a:lnTo>
                <a:lnTo>
                  <a:pt x="2421305" y="343496"/>
                </a:lnTo>
                <a:lnTo>
                  <a:pt x="2460561" y="2560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8739" y="6569510"/>
            <a:ext cx="22174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83940" y="4423016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Training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61105" y="5876132"/>
            <a:ext cx="113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Testing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35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Calibri"/>
                <a:cs typeface="Calibri"/>
              </a:rPr>
              <a:t>Various</a:t>
            </a:r>
            <a:r>
              <a:rPr b="0" spc="-1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Function</a:t>
            </a:r>
            <a:r>
              <a:rPr b="0" spc="-1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Representations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28420"/>
            <a:ext cx="4925060" cy="482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Numerical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vector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machines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Symbolic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propositional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first-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predicate</a:t>
            </a:r>
            <a:r>
              <a:rPr sz="1800" spc="-20" dirty="0">
                <a:latin typeface="Calibri"/>
                <a:cs typeface="Calibri"/>
              </a:rPr>
              <a:t> logic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20" dirty="0">
                <a:latin typeface="Calibri"/>
                <a:cs typeface="Calibri"/>
              </a:rPr>
              <a:t>Instance-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1800" spc="-25" dirty="0">
                <a:latin typeface="Calibri"/>
                <a:cs typeface="Calibri"/>
              </a:rPr>
              <a:t>Nearest-</a:t>
            </a:r>
            <a:r>
              <a:rPr sz="1800" spc="-10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Case-</a:t>
            </a:r>
            <a:r>
              <a:rPr sz="1800" spc="-20" dirty="0">
                <a:latin typeface="Calibri"/>
                <a:cs typeface="Calibri"/>
              </a:rPr>
              <a:t>based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Probabilistic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Bayes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Bayesian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Hidden-</a:t>
            </a:r>
            <a:r>
              <a:rPr sz="1800" dirty="0">
                <a:latin typeface="Calibri"/>
                <a:cs typeface="Calibri"/>
              </a:rPr>
              <a:t>Markov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(HMMs)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Probabilistic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Grammars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(PCFGs)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Markov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36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7954" y="-28384"/>
            <a:ext cx="59086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0" marR="5080" indent="-1816735">
              <a:lnSpc>
                <a:spcPct val="100000"/>
              </a:lnSpc>
              <a:spcBef>
                <a:spcPts val="100"/>
              </a:spcBef>
            </a:pPr>
            <a:r>
              <a:rPr sz="4000" b="0" spc="-20" dirty="0">
                <a:latin typeface="Calibri"/>
                <a:cs typeface="Calibri"/>
              </a:rPr>
              <a:t>Various</a:t>
            </a:r>
            <a:r>
              <a:rPr sz="4000" b="0" spc="-16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Search/Optimization Algorithms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66292"/>
            <a:ext cx="3608070" cy="46437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Gradient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descent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Perceptron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Backpropagation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20"/>
              </a:spcBef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HMM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PCFG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Conquer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induction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Rule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Evolutionary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Computation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Genetic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(GAs)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00"/>
              </a:spcBef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Genetic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(GP)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"/>
              <a:buChar char="–"/>
              <a:tabLst>
                <a:tab pos="755015" algn="l"/>
              </a:tabLst>
            </a:pPr>
            <a:r>
              <a:rPr sz="2000" spc="-20" dirty="0">
                <a:latin typeface="Calibri"/>
                <a:cs typeface="Calibri"/>
              </a:rPr>
              <a:t>Neuro-</a:t>
            </a:r>
            <a:r>
              <a:rPr sz="2000" spc="-10" dirty="0">
                <a:latin typeface="Calibri"/>
                <a:cs typeface="Calibri"/>
              </a:rPr>
              <a:t>evolution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37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5815" y="6429364"/>
            <a:ext cx="1809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2106295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657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49020"/>
            <a:ext cx="3317875" cy="430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Accuracy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Precision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recall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Squared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error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Likelihood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Posterior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probability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Utility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Margin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Entropy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35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divergence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20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38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445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504D"/>
                </a:solidFill>
              </a:rPr>
              <a:t>ML</a:t>
            </a:r>
            <a:r>
              <a:rPr spc="-45" dirty="0">
                <a:solidFill>
                  <a:srgbClr val="C0504D"/>
                </a:solidFill>
              </a:rPr>
              <a:t> </a:t>
            </a:r>
            <a:r>
              <a:rPr dirty="0">
                <a:solidFill>
                  <a:srgbClr val="C0504D"/>
                </a:solidFill>
              </a:rPr>
              <a:t>in</a:t>
            </a:r>
            <a:r>
              <a:rPr spc="-40" dirty="0">
                <a:solidFill>
                  <a:srgbClr val="C0504D"/>
                </a:solidFill>
              </a:rPr>
              <a:t> </a:t>
            </a:r>
            <a:r>
              <a:rPr spc="-10" dirty="0">
                <a:solidFill>
                  <a:srgbClr val="C0504D"/>
                </a:solidFill>
              </a:rPr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3339" y="1376680"/>
            <a:ext cx="7375525" cy="22352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cleaning,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processing,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Interpret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Consolidate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deploy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discovered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700" y="1435100"/>
            <a:ext cx="1168400" cy="2286000"/>
            <a:chOff x="139700" y="1435100"/>
            <a:chExt cx="1168400" cy="2286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" y="1435100"/>
              <a:ext cx="1168400" cy="2286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063" y="1476286"/>
              <a:ext cx="1041536" cy="215591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200" y="1476278"/>
              <a:ext cx="1041400" cy="2156460"/>
            </a:xfrm>
            <a:custGeom>
              <a:avLst/>
              <a:gdLst/>
              <a:ahLst/>
              <a:cxnLst/>
              <a:rect l="l" t="t" r="r" b="b"/>
              <a:pathLst>
                <a:path w="1041400" h="2156460">
                  <a:moveTo>
                    <a:pt x="0" y="1258983"/>
                  </a:moveTo>
                  <a:lnTo>
                    <a:pt x="1312" y="1213762"/>
                  </a:lnTo>
                  <a:lnTo>
                    <a:pt x="5213" y="1169029"/>
                  </a:lnTo>
                  <a:lnTo>
                    <a:pt x="11647" y="1124846"/>
                  </a:lnTo>
                  <a:lnTo>
                    <a:pt x="20558" y="1081275"/>
                  </a:lnTo>
                  <a:lnTo>
                    <a:pt x="31890" y="1038379"/>
                  </a:lnTo>
                  <a:lnTo>
                    <a:pt x="45588" y="996218"/>
                  </a:lnTo>
                  <a:lnTo>
                    <a:pt x="61595" y="954856"/>
                  </a:lnTo>
                  <a:lnTo>
                    <a:pt x="79857" y="914353"/>
                  </a:lnTo>
                  <a:lnTo>
                    <a:pt x="100317" y="874772"/>
                  </a:lnTo>
                  <a:lnTo>
                    <a:pt x="122920" y="836174"/>
                  </a:lnTo>
                  <a:lnTo>
                    <a:pt x="147610" y="798622"/>
                  </a:lnTo>
                  <a:lnTo>
                    <a:pt x="174331" y="762178"/>
                  </a:lnTo>
                  <a:lnTo>
                    <a:pt x="203029" y="726904"/>
                  </a:lnTo>
                  <a:lnTo>
                    <a:pt x="233646" y="692860"/>
                  </a:lnTo>
                  <a:lnTo>
                    <a:pt x="266127" y="660110"/>
                  </a:lnTo>
                  <a:lnTo>
                    <a:pt x="300418" y="628715"/>
                  </a:lnTo>
                  <a:lnTo>
                    <a:pt x="336461" y="598738"/>
                  </a:lnTo>
                  <a:lnTo>
                    <a:pt x="374201" y="570239"/>
                  </a:lnTo>
                  <a:lnTo>
                    <a:pt x="413583" y="543282"/>
                  </a:lnTo>
                  <a:lnTo>
                    <a:pt x="454551" y="517927"/>
                  </a:lnTo>
                  <a:lnTo>
                    <a:pt x="497049" y="494237"/>
                  </a:lnTo>
                  <a:lnTo>
                    <a:pt x="541021" y="472275"/>
                  </a:lnTo>
                  <a:lnTo>
                    <a:pt x="586412" y="452100"/>
                  </a:lnTo>
                  <a:lnTo>
                    <a:pt x="633166" y="433777"/>
                  </a:lnTo>
                  <a:lnTo>
                    <a:pt x="681228" y="417366"/>
                  </a:lnTo>
                  <a:lnTo>
                    <a:pt x="730541" y="402930"/>
                  </a:lnTo>
                  <a:lnTo>
                    <a:pt x="781050" y="390530"/>
                  </a:lnTo>
                  <a:lnTo>
                    <a:pt x="781051" y="520700"/>
                  </a:lnTo>
                  <a:lnTo>
                    <a:pt x="1041400" y="231870"/>
                  </a:lnTo>
                  <a:lnTo>
                    <a:pt x="781051" y="0"/>
                  </a:lnTo>
                  <a:lnTo>
                    <a:pt x="781051" y="130180"/>
                  </a:lnTo>
                  <a:lnTo>
                    <a:pt x="730542" y="142580"/>
                  </a:lnTo>
                  <a:lnTo>
                    <a:pt x="681229" y="157016"/>
                  </a:lnTo>
                  <a:lnTo>
                    <a:pt x="633167" y="173427"/>
                  </a:lnTo>
                  <a:lnTo>
                    <a:pt x="586413" y="191750"/>
                  </a:lnTo>
                  <a:lnTo>
                    <a:pt x="541022" y="211924"/>
                  </a:lnTo>
                  <a:lnTo>
                    <a:pt x="497050" y="233887"/>
                  </a:lnTo>
                  <a:lnTo>
                    <a:pt x="454552" y="257577"/>
                  </a:lnTo>
                  <a:lnTo>
                    <a:pt x="413584" y="282931"/>
                  </a:lnTo>
                  <a:lnTo>
                    <a:pt x="374202" y="309889"/>
                  </a:lnTo>
                  <a:lnTo>
                    <a:pt x="336462" y="338387"/>
                  </a:lnTo>
                  <a:lnTo>
                    <a:pt x="300419" y="368365"/>
                  </a:lnTo>
                  <a:lnTo>
                    <a:pt x="266128" y="399760"/>
                  </a:lnTo>
                  <a:lnTo>
                    <a:pt x="233647" y="432510"/>
                  </a:lnTo>
                  <a:lnTo>
                    <a:pt x="203030" y="466553"/>
                  </a:lnTo>
                  <a:lnTo>
                    <a:pt x="174332" y="501828"/>
                  </a:lnTo>
                  <a:lnTo>
                    <a:pt x="147611" y="538272"/>
                  </a:lnTo>
                  <a:lnTo>
                    <a:pt x="122921" y="575823"/>
                  </a:lnTo>
                  <a:lnTo>
                    <a:pt x="100318" y="614421"/>
                  </a:lnTo>
                  <a:lnTo>
                    <a:pt x="79858" y="654002"/>
                  </a:lnTo>
                  <a:lnTo>
                    <a:pt x="61596" y="694504"/>
                  </a:lnTo>
                  <a:lnTo>
                    <a:pt x="45589" y="735867"/>
                  </a:lnTo>
                  <a:lnTo>
                    <a:pt x="31891" y="778027"/>
                  </a:lnTo>
                  <a:lnTo>
                    <a:pt x="20559" y="820923"/>
                  </a:lnTo>
                  <a:lnTo>
                    <a:pt x="11648" y="864494"/>
                  </a:lnTo>
                  <a:lnTo>
                    <a:pt x="5214" y="908676"/>
                  </a:lnTo>
                  <a:lnTo>
                    <a:pt x="1313" y="953409"/>
                  </a:lnTo>
                  <a:lnTo>
                    <a:pt x="0" y="998630"/>
                  </a:lnTo>
                  <a:lnTo>
                    <a:pt x="0" y="1258983"/>
                  </a:lnTo>
                  <a:lnTo>
                    <a:pt x="1274" y="1303749"/>
                  </a:lnTo>
                  <a:lnTo>
                    <a:pt x="5058" y="1347948"/>
                  </a:lnTo>
                  <a:lnTo>
                    <a:pt x="11291" y="1391526"/>
                  </a:lnTo>
                  <a:lnTo>
                    <a:pt x="19914" y="1434434"/>
                  </a:lnTo>
                  <a:lnTo>
                    <a:pt x="30867" y="1476619"/>
                  </a:lnTo>
                  <a:lnTo>
                    <a:pt x="44091" y="1518031"/>
                  </a:lnTo>
                  <a:lnTo>
                    <a:pt x="59526" y="1558617"/>
                  </a:lnTo>
                  <a:lnTo>
                    <a:pt x="77112" y="1598327"/>
                  </a:lnTo>
                  <a:lnTo>
                    <a:pt x="96790" y="1637110"/>
                  </a:lnTo>
                  <a:lnTo>
                    <a:pt x="118499" y="1674913"/>
                  </a:lnTo>
                  <a:lnTo>
                    <a:pt x="142181" y="1711685"/>
                  </a:lnTo>
                  <a:lnTo>
                    <a:pt x="167776" y="1747375"/>
                  </a:lnTo>
                  <a:lnTo>
                    <a:pt x="195223" y="1781932"/>
                  </a:lnTo>
                  <a:lnTo>
                    <a:pt x="224463" y="1815304"/>
                  </a:lnTo>
                  <a:lnTo>
                    <a:pt x="255438" y="1847440"/>
                  </a:lnTo>
                  <a:lnTo>
                    <a:pt x="288086" y="1878289"/>
                  </a:lnTo>
                  <a:lnTo>
                    <a:pt x="322348" y="1907798"/>
                  </a:lnTo>
                  <a:lnTo>
                    <a:pt x="358165" y="1935917"/>
                  </a:lnTo>
                  <a:lnTo>
                    <a:pt x="395477" y="1962595"/>
                  </a:lnTo>
                  <a:lnTo>
                    <a:pt x="434224" y="1987779"/>
                  </a:lnTo>
                  <a:lnTo>
                    <a:pt x="474347" y="2011419"/>
                  </a:lnTo>
                  <a:lnTo>
                    <a:pt x="515785" y="2033463"/>
                  </a:lnTo>
                  <a:lnTo>
                    <a:pt x="558480" y="2053859"/>
                  </a:lnTo>
                  <a:lnTo>
                    <a:pt x="602372" y="2072557"/>
                  </a:lnTo>
                  <a:lnTo>
                    <a:pt x="647401" y="2089505"/>
                  </a:lnTo>
                  <a:lnTo>
                    <a:pt x="693506" y="2104652"/>
                  </a:lnTo>
                  <a:lnTo>
                    <a:pt x="740630" y="2117945"/>
                  </a:lnTo>
                  <a:lnTo>
                    <a:pt x="788711" y="2129335"/>
                  </a:lnTo>
                  <a:lnTo>
                    <a:pt x="837691" y="2138769"/>
                  </a:lnTo>
                  <a:lnTo>
                    <a:pt x="887510" y="2146196"/>
                  </a:lnTo>
                  <a:lnTo>
                    <a:pt x="938107" y="2151564"/>
                  </a:lnTo>
                  <a:lnTo>
                    <a:pt x="989424" y="2154823"/>
                  </a:lnTo>
                  <a:lnTo>
                    <a:pt x="1041400" y="2155921"/>
                  </a:lnTo>
                  <a:lnTo>
                    <a:pt x="1041400" y="1895570"/>
                  </a:lnTo>
                  <a:lnTo>
                    <a:pt x="989994" y="1894489"/>
                  </a:lnTo>
                  <a:lnTo>
                    <a:pt x="939173" y="1891281"/>
                  </a:lnTo>
                  <a:lnTo>
                    <a:pt x="888999" y="1885990"/>
                  </a:lnTo>
                  <a:lnTo>
                    <a:pt x="839537" y="1878666"/>
                  </a:lnTo>
                  <a:lnTo>
                    <a:pt x="790850" y="1869354"/>
                  </a:lnTo>
                  <a:lnTo>
                    <a:pt x="743001" y="1858102"/>
                  </a:lnTo>
                  <a:lnTo>
                    <a:pt x="696054" y="1844958"/>
                  </a:lnTo>
                  <a:lnTo>
                    <a:pt x="650072" y="1829968"/>
                  </a:lnTo>
                  <a:lnTo>
                    <a:pt x="605118" y="1813179"/>
                  </a:lnTo>
                  <a:lnTo>
                    <a:pt x="561257" y="1794640"/>
                  </a:lnTo>
                  <a:lnTo>
                    <a:pt x="518550" y="1774397"/>
                  </a:lnTo>
                  <a:lnTo>
                    <a:pt x="477063" y="1752497"/>
                  </a:lnTo>
                  <a:lnTo>
                    <a:pt x="436858" y="1728987"/>
                  </a:lnTo>
                  <a:lnTo>
                    <a:pt x="397999" y="1703915"/>
                  </a:lnTo>
                  <a:lnTo>
                    <a:pt x="360549" y="1677328"/>
                  </a:lnTo>
                  <a:lnTo>
                    <a:pt x="324571" y="1649274"/>
                  </a:lnTo>
                  <a:lnTo>
                    <a:pt x="290130" y="1619798"/>
                  </a:lnTo>
                  <a:lnTo>
                    <a:pt x="257287" y="1588949"/>
                  </a:lnTo>
                  <a:lnTo>
                    <a:pt x="226108" y="1556774"/>
                  </a:lnTo>
                  <a:lnTo>
                    <a:pt x="196655" y="1523319"/>
                  </a:lnTo>
                  <a:lnTo>
                    <a:pt x="168992" y="1488633"/>
                  </a:lnTo>
                  <a:lnTo>
                    <a:pt x="143182" y="1452762"/>
                  </a:lnTo>
                  <a:lnTo>
                    <a:pt x="119288" y="1415754"/>
                  </a:lnTo>
                  <a:lnTo>
                    <a:pt x="97375" y="1377655"/>
                  </a:lnTo>
                  <a:lnTo>
                    <a:pt x="77505" y="1338513"/>
                  </a:lnTo>
                  <a:lnTo>
                    <a:pt x="59741" y="1298375"/>
                  </a:lnTo>
                  <a:lnTo>
                    <a:pt x="44148" y="1257289"/>
                  </a:lnTo>
                  <a:lnTo>
                    <a:pt x="30789" y="1215301"/>
                  </a:lnTo>
                  <a:lnTo>
                    <a:pt x="19727" y="1172459"/>
                  </a:lnTo>
                  <a:lnTo>
                    <a:pt x="11026" y="112881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6882" y="242911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Loop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6578018"/>
            <a:ext cx="263017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39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674" y="2144077"/>
            <a:ext cx="4084954" cy="13690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00965">
              <a:lnSpc>
                <a:spcPct val="100400"/>
              </a:lnSpc>
              <a:spcBef>
                <a:spcPts val="75"/>
              </a:spcBef>
            </a:pPr>
            <a:r>
              <a:rPr b="0" dirty="0">
                <a:latin typeface="Calibri"/>
                <a:cs typeface="Calibri"/>
              </a:rPr>
              <a:t>A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Brief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History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of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40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History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15720"/>
            <a:ext cx="6096635" cy="451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1950s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Samuel</a:t>
            </a:r>
            <a:r>
              <a:rPr sz="1800" dirty="0">
                <a:latin typeface="Arial"/>
                <a:cs typeface="Arial"/>
              </a:rPr>
              <a:t>’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checker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player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Selfridge</a:t>
            </a:r>
            <a:r>
              <a:rPr sz="1800" dirty="0">
                <a:latin typeface="Arial"/>
                <a:cs typeface="Arial"/>
              </a:rPr>
              <a:t>’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Pandemonium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1960s: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networks: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Perceptron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Pattern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recognition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limit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theory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Minsky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Papert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limitations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Perceptron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1970s: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Symbolic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concept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induction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Winston</a:t>
            </a:r>
            <a:r>
              <a:rPr sz="1800" dirty="0">
                <a:latin typeface="Arial"/>
                <a:cs typeface="Arial"/>
              </a:rPr>
              <a:t>’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arch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learner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Expert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knowledge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acquisition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bottleneck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Quinlan</a:t>
            </a:r>
            <a:r>
              <a:rPr sz="1800" dirty="0">
                <a:latin typeface="Arial"/>
                <a:cs typeface="Arial"/>
              </a:rPr>
              <a:t>’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ID3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Michalski</a:t>
            </a:r>
            <a:r>
              <a:rPr sz="1800" dirty="0">
                <a:latin typeface="Arial"/>
                <a:cs typeface="Arial"/>
              </a:rPr>
              <a:t>’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AQ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soybean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diagnosis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Scientific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discovery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BACON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Mathematical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discovery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41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History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28420"/>
            <a:ext cx="6864350" cy="502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1980s: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Advanced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Explanation-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(EBL)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planning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solving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Utility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Analogy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Cognitive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architectures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Resurgence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(connectionism,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backpropagation)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Valiant</a:t>
            </a:r>
            <a:r>
              <a:rPr sz="1800" spc="-10" dirty="0">
                <a:latin typeface="Arial"/>
                <a:cs typeface="Arial"/>
              </a:rPr>
              <a:t>’</a:t>
            </a:r>
            <a:r>
              <a:rPr sz="1800" spc="-10" dirty="0">
                <a:latin typeface="Calibri"/>
                <a:cs typeface="Calibri"/>
              </a:rPr>
              <a:t>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PAC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Theory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Focus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0" dirty="0">
                <a:latin typeface="Calibri"/>
                <a:cs typeface="Calibri"/>
              </a:rPr>
              <a:t> experimental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methodology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1990s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mining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Adaptive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35" dirty="0">
                <a:latin typeface="Calibri"/>
                <a:cs typeface="Calibri"/>
              </a:rPr>
              <a:t>Text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Reinforcement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(RL)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Inductive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(ILP)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Ensembles: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Bagging,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Boosting,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Stacking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42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8739" y="6578018"/>
            <a:ext cx="22174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History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290320"/>
            <a:ext cx="7798434" cy="510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79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2000s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ts val="216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Support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vector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machines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kernel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Graphical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Statistical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30" dirty="0">
                <a:latin typeface="Calibri"/>
                <a:cs typeface="Calibri"/>
              </a:rPr>
              <a:t>Transfer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2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labeling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Collective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classification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Computer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600" dirty="0">
                <a:latin typeface="Calibri"/>
                <a:cs typeface="Calibri"/>
              </a:rPr>
              <a:t>Compilers,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Debugging,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Graphics,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Security)</a:t>
            </a:r>
            <a:endParaRPr sz="16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25" dirty="0">
                <a:latin typeface="Calibri"/>
                <a:cs typeface="Calibri"/>
              </a:rPr>
              <a:t>E-</a:t>
            </a:r>
            <a:r>
              <a:rPr sz="2000" dirty="0">
                <a:latin typeface="Calibri"/>
                <a:cs typeface="Calibri"/>
              </a:rPr>
              <a:t>mail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Personalized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assistants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robotics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vision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ts val="2590"/>
              </a:lnSpc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2010s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ts val="216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Deep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2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Bayesian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Multi-</a:t>
            </a:r>
            <a:r>
              <a:rPr sz="2000" dirty="0">
                <a:latin typeface="Calibri"/>
                <a:cs typeface="Calibri"/>
              </a:rPr>
              <a:t>task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lifelong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1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Applications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vision,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speech,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social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networks,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ts val="225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25" dirty="0">
                <a:latin typeface="Calibri"/>
                <a:cs typeface="Calibri"/>
              </a:rPr>
              <a:t>???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43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1705</Words>
  <Application>Microsoft Office PowerPoint</Application>
  <PresentationFormat>On-screen Show (4:3)</PresentationFormat>
  <Paragraphs>429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Bookman Old Style</vt:lpstr>
      <vt:lpstr>Calibri</vt:lpstr>
      <vt:lpstr>Symbol</vt:lpstr>
      <vt:lpstr>Times New Roman</vt:lpstr>
      <vt:lpstr>Wingdings</vt:lpstr>
      <vt:lpstr>Office Theme</vt:lpstr>
      <vt:lpstr>CIS 465 Neural Network and Pattern Recognition</vt:lpstr>
      <vt:lpstr>What is Machine Learning?</vt:lpstr>
      <vt:lpstr>Traditional Programming</vt:lpstr>
      <vt:lpstr>When Do We Use Machine Learning?</vt:lpstr>
      <vt:lpstr>A classic example of a task that requires machine learning: It is very hard to say what makes a 2</vt:lpstr>
      <vt:lpstr>Some more examples of tasks that are best solved by using a learning algorithm</vt:lpstr>
      <vt:lpstr>Sample Applications</vt:lpstr>
      <vt:lpstr>Samuel’s Checkers-Player</vt:lpstr>
      <vt:lpstr>Defining the Learning Task</vt:lpstr>
      <vt:lpstr>State of the Art Applications of Machine Learning</vt:lpstr>
      <vt:lpstr>Autonomous Cars</vt:lpstr>
      <vt:lpstr>Autonomous Car Sensors</vt:lpstr>
      <vt:lpstr>Autonomous Car Technology</vt:lpstr>
      <vt:lpstr>Deep Learning in the Headlines</vt:lpstr>
      <vt:lpstr>Deep Belief Net on Face Images</vt:lpstr>
      <vt:lpstr>Learning of Object Parts</vt:lpstr>
      <vt:lpstr>Training on Multiple Objects</vt:lpstr>
      <vt:lpstr>Scene Labeling via Deep Learning</vt:lpstr>
      <vt:lpstr>Machine Learning in Automatic Speech Recognition</vt:lpstr>
      <vt:lpstr>Types of Learning</vt:lpstr>
      <vt:lpstr>Types of Learning</vt:lpstr>
      <vt:lpstr>Supervised Learning: Regression</vt:lpstr>
      <vt:lpstr>Supervised Learning: Classification</vt:lpstr>
      <vt:lpstr>Supervised Learning: Classification</vt:lpstr>
      <vt:lpstr>Supervised Learning: Classification</vt:lpstr>
      <vt:lpstr>Supervised Learning</vt:lpstr>
      <vt:lpstr>Unsupervised Learning</vt:lpstr>
      <vt:lpstr>Unsupervised Learning</vt:lpstr>
      <vt:lpstr>Unsupervised Learning</vt:lpstr>
      <vt:lpstr>Reinforcement Learning</vt:lpstr>
      <vt:lpstr>The Agent-Environment Interface</vt:lpstr>
      <vt:lpstr>Reinforcement Learning</vt:lpstr>
      <vt:lpstr>Inverse Reinforcement Learning</vt:lpstr>
      <vt:lpstr>Framing a Learning Problem</vt:lpstr>
      <vt:lpstr>Designing a Learning System</vt:lpstr>
      <vt:lpstr>Various Function Representations</vt:lpstr>
      <vt:lpstr>Various Search/Optimization Algorithms</vt:lpstr>
      <vt:lpstr>Evaluation</vt:lpstr>
      <vt:lpstr>ML in Practice</vt:lpstr>
      <vt:lpstr>A Brief History of Machine Learning</vt:lpstr>
      <vt:lpstr>History of Machine Learning</vt:lpstr>
      <vt:lpstr>History of Machine Learning (cont.)</vt:lpstr>
      <vt:lpstr>History of Machine Learning (cont.)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465 Neural Network and Pattern Recognition</dc:title>
  <cp:lastModifiedBy>ASUS</cp:lastModifiedBy>
  <cp:revision>3</cp:revision>
  <dcterms:created xsi:type="dcterms:W3CDTF">2025-05-24T17:40:01Z</dcterms:created>
  <dcterms:modified xsi:type="dcterms:W3CDTF">2025-05-24T18:01:24Z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2025-05-24T00:00:00Z</vt:filetime>
  </property>
  <property fmtid="{D5CDD505-2E9C-101B-9397-08002B2CF9AE}" pid="3" name="Producer">
    <vt:lpwstr>3-Heights(TM) PDF Security Shell 4.8.25.2 (http://www.pdf-tools.com)</vt:lpwstr>
  </property>
</Properties>
</file>