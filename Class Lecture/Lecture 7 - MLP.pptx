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82"/>
  </p:notesMasterIdLst>
  <p:sldIdLst>
    <p:sldId id="256" r:id="rId2"/>
    <p:sldId id="293" r:id="rId3"/>
    <p:sldId id="306" r:id="rId4"/>
    <p:sldId id="302" r:id="rId5"/>
    <p:sldId id="382" r:id="rId6"/>
    <p:sldId id="307" r:id="rId7"/>
    <p:sldId id="308" r:id="rId8"/>
    <p:sldId id="309" r:id="rId9"/>
    <p:sldId id="310" r:id="rId10"/>
    <p:sldId id="324" r:id="rId11"/>
    <p:sldId id="325" r:id="rId12"/>
    <p:sldId id="326" r:id="rId13"/>
    <p:sldId id="312" r:id="rId14"/>
    <p:sldId id="313" r:id="rId15"/>
    <p:sldId id="314" r:id="rId16"/>
    <p:sldId id="315" r:id="rId17"/>
    <p:sldId id="381" r:id="rId18"/>
    <p:sldId id="316" r:id="rId19"/>
    <p:sldId id="327" r:id="rId20"/>
    <p:sldId id="328" r:id="rId21"/>
    <p:sldId id="380" r:id="rId22"/>
    <p:sldId id="318" r:id="rId23"/>
    <p:sldId id="333" r:id="rId24"/>
    <p:sldId id="335" r:id="rId25"/>
    <p:sldId id="334" r:id="rId26"/>
    <p:sldId id="379" r:id="rId27"/>
    <p:sldId id="330" r:id="rId28"/>
    <p:sldId id="260" r:id="rId29"/>
    <p:sldId id="261" r:id="rId30"/>
    <p:sldId id="263" r:id="rId31"/>
    <p:sldId id="262" r:id="rId32"/>
    <p:sldId id="367" r:id="rId33"/>
    <p:sldId id="372" r:id="rId34"/>
    <p:sldId id="368" r:id="rId35"/>
    <p:sldId id="373" r:id="rId36"/>
    <p:sldId id="369" r:id="rId37"/>
    <p:sldId id="374" r:id="rId38"/>
    <p:sldId id="376" r:id="rId39"/>
    <p:sldId id="375" r:id="rId40"/>
    <p:sldId id="370" r:id="rId41"/>
    <p:sldId id="377" r:id="rId42"/>
    <p:sldId id="378" r:id="rId43"/>
    <p:sldId id="371" r:id="rId44"/>
    <p:sldId id="355" r:id="rId45"/>
    <p:sldId id="257" r:id="rId46"/>
    <p:sldId id="366" r:id="rId47"/>
    <p:sldId id="258" r:id="rId48"/>
    <p:sldId id="259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3" r:id="rId57"/>
    <p:sldId id="364" r:id="rId58"/>
    <p:sldId id="365" r:id="rId59"/>
    <p:sldId id="336" r:id="rId60"/>
    <p:sldId id="322" r:id="rId61"/>
    <p:sldId id="323" r:id="rId62"/>
    <p:sldId id="343" r:id="rId63"/>
    <p:sldId id="337" r:id="rId64"/>
    <p:sldId id="338" r:id="rId65"/>
    <p:sldId id="339" r:id="rId66"/>
    <p:sldId id="340" r:id="rId67"/>
    <p:sldId id="341" r:id="rId68"/>
    <p:sldId id="342" r:id="rId69"/>
    <p:sldId id="344" r:id="rId70"/>
    <p:sldId id="345" r:id="rId71"/>
    <p:sldId id="346" r:id="rId72"/>
    <p:sldId id="348" r:id="rId73"/>
    <p:sldId id="349" r:id="rId74"/>
    <p:sldId id="347" r:id="rId75"/>
    <p:sldId id="350" r:id="rId76"/>
    <p:sldId id="351" r:id="rId77"/>
    <p:sldId id="352" r:id="rId78"/>
    <p:sldId id="353" r:id="rId79"/>
    <p:sldId id="354" r:id="rId80"/>
    <p:sldId id="301" r:id="rId8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E49AF-0434-4B21-8E68-F70B33B9E2CA}">
          <p14:sldIdLst>
            <p14:sldId id="256"/>
            <p14:sldId id="293"/>
          </p14:sldIdLst>
        </p14:section>
        <p14:section name="Problems with perceptron" id="{6AC27BD5-6F49-5346-A5BC-AB19D3FD7670}">
          <p14:sldIdLst>
            <p14:sldId id="306"/>
            <p14:sldId id="302"/>
          </p14:sldIdLst>
        </p14:section>
        <p14:section name="Journey from single Perceptron to MLP" id="{F482863D-316E-A642-B510-43390805F4DC}">
          <p14:sldIdLst>
            <p14:sldId id="382"/>
            <p14:sldId id="307"/>
            <p14:sldId id="308"/>
            <p14:sldId id="309"/>
            <p14:sldId id="310"/>
            <p14:sldId id="324"/>
            <p14:sldId id="325"/>
            <p14:sldId id="326"/>
            <p14:sldId id="312"/>
            <p14:sldId id="313"/>
            <p14:sldId id="314"/>
            <p14:sldId id="315"/>
          </p14:sldIdLst>
        </p14:section>
        <p14:section name="MLP Notation" id="{AAA90B68-6C78-448B-9740-89F984C4E428}">
          <p14:sldIdLst>
            <p14:sldId id="381"/>
            <p14:sldId id="316"/>
            <p14:sldId id="327"/>
            <p14:sldId id="328"/>
          </p14:sldIdLst>
        </p14:section>
        <p14:section name="Forward Propagation" id="{86CF1CC0-BB07-4402-82CA-0A9476E2CAF2}">
          <p14:sldIdLst>
            <p14:sldId id="380"/>
            <p14:sldId id="318"/>
            <p14:sldId id="333"/>
            <p14:sldId id="335"/>
            <p14:sldId id="334"/>
          </p14:sldIdLst>
        </p14:section>
        <p14:section name="Losses" id="{89E23661-555D-4E79-B52B-2CF428D1BB39}">
          <p14:sldIdLst>
            <p14:sldId id="379"/>
            <p14:sldId id="330"/>
            <p14:sldId id="260"/>
            <p14:sldId id="261"/>
            <p14:sldId id="263"/>
            <p14:sldId id="262"/>
            <p14:sldId id="367"/>
            <p14:sldId id="372"/>
            <p14:sldId id="368"/>
            <p14:sldId id="373"/>
            <p14:sldId id="369"/>
            <p14:sldId id="374"/>
            <p14:sldId id="376"/>
            <p14:sldId id="375"/>
            <p14:sldId id="370"/>
            <p14:sldId id="377"/>
            <p14:sldId id="378"/>
            <p14:sldId id="371"/>
          </p14:sldIdLst>
        </p14:section>
        <p14:section name="Gradient Descent" id="{3BC6DA69-32AA-4FE7-96C9-19355BCE65E4}">
          <p14:sldIdLst>
            <p14:sldId id="355"/>
            <p14:sldId id="257"/>
            <p14:sldId id="366"/>
            <p14:sldId id="258"/>
            <p14:sldId id="259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</p14:sldIdLst>
        </p14:section>
        <p14:section name="Backpropagation" id="{370D157E-B533-4394-B7A0-A92E52D36CD2}">
          <p14:sldIdLst>
            <p14:sldId id="336"/>
            <p14:sldId id="322"/>
            <p14:sldId id="323"/>
            <p14:sldId id="343"/>
            <p14:sldId id="337"/>
            <p14:sldId id="338"/>
            <p14:sldId id="339"/>
            <p14:sldId id="340"/>
            <p14:sldId id="341"/>
            <p14:sldId id="342"/>
            <p14:sldId id="344"/>
          </p14:sldIdLst>
        </p14:section>
        <p14:section name="Intermediate Value Caching" id="{B2D6ED32-8717-4FA0-ACBD-0BACC13B42E3}">
          <p14:sldIdLst>
            <p14:sldId id="345"/>
            <p14:sldId id="346"/>
            <p14:sldId id="348"/>
          </p14:sldIdLst>
        </p14:section>
        <p14:section name="Vanishing Gradient" id="{A01CFA4D-98A3-47D3-A76A-96470CAB643E}">
          <p14:sldIdLst>
            <p14:sldId id="349"/>
            <p14:sldId id="347"/>
            <p14:sldId id="350"/>
            <p14:sldId id="351"/>
            <p14:sldId id="352"/>
            <p14:sldId id="353"/>
            <p14:sldId id="354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7"/>
    <a:srgbClr val="FFFFFF"/>
    <a:srgbClr val="19B2EF"/>
    <a:srgbClr val="359ED5"/>
    <a:srgbClr val="5E2177"/>
    <a:srgbClr val="4EA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85591" autoAdjust="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7B91D-73EC-4002-AEC2-A4B32838C727}" type="doc">
      <dgm:prSet loTypeId="urn:microsoft.com/office/officeart/2005/8/layout/orgChart1" loCatId="hierarchy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25BD4B2-2DF2-4F05-AF3E-B2D45176F85E}">
      <dgm:prSet phldrT="[Text]"/>
      <dgm:spPr/>
      <dgm:t>
        <a:bodyPr/>
        <a:lstStyle/>
        <a:p>
          <a:r>
            <a:rPr lang="en-US" dirty="0"/>
            <a:t>Loss Functions</a:t>
          </a:r>
        </a:p>
      </dgm:t>
    </dgm:pt>
    <dgm:pt modelId="{4EC3F471-9A7D-4C70-A9F4-67EA4CA534E5}" type="parTrans" cxnId="{91BABB2D-0351-4D79-80B6-D5607A15D5E5}">
      <dgm:prSet/>
      <dgm:spPr/>
      <dgm:t>
        <a:bodyPr/>
        <a:lstStyle/>
        <a:p>
          <a:endParaRPr lang="en-US"/>
        </a:p>
      </dgm:t>
    </dgm:pt>
    <dgm:pt modelId="{A0E20446-F902-4063-9EB1-D5B0721BBB5E}" type="sibTrans" cxnId="{91BABB2D-0351-4D79-80B6-D5607A15D5E5}">
      <dgm:prSet/>
      <dgm:spPr/>
      <dgm:t>
        <a:bodyPr/>
        <a:lstStyle/>
        <a:p>
          <a:endParaRPr lang="en-US"/>
        </a:p>
      </dgm:t>
    </dgm:pt>
    <dgm:pt modelId="{FDD75D80-234C-4F69-9395-1995999D0357}">
      <dgm:prSet phldrT="[Text]"/>
      <dgm:spPr/>
      <dgm:t>
        <a:bodyPr/>
        <a:lstStyle/>
        <a:p>
          <a:r>
            <a:rPr lang="en-US" dirty="0"/>
            <a:t>Regression</a:t>
          </a:r>
        </a:p>
      </dgm:t>
    </dgm:pt>
    <dgm:pt modelId="{5C9278D3-2DCC-4AC0-B1C1-E5500CB04326}" type="parTrans" cxnId="{3E78FC83-BC5F-4AA6-9D08-E5AE510529F8}">
      <dgm:prSet/>
      <dgm:spPr/>
      <dgm:t>
        <a:bodyPr/>
        <a:lstStyle/>
        <a:p>
          <a:endParaRPr lang="en-US"/>
        </a:p>
      </dgm:t>
    </dgm:pt>
    <dgm:pt modelId="{D976230A-8B19-42B0-A892-5B5B5D117A85}" type="sibTrans" cxnId="{3E78FC83-BC5F-4AA6-9D08-E5AE510529F8}">
      <dgm:prSet/>
      <dgm:spPr/>
      <dgm:t>
        <a:bodyPr/>
        <a:lstStyle/>
        <a:p>
          <a:endParaRPr lang="en-US"/>
        </a:p>
      </dgm:t>
    </dgm:pt>
    <dgm:pt modelId="{85536D83-9B2F-4769-963B-86B8F8758B06}">
      <dgm:prSet phldrT="[Text]"/>
      <dgm:spPr/>
      <dgm:t>
        <a:bodyPr/>
        <a:lstStyle/>
        <a:p>
          <a:r>
            <a:rPr lang="en-US" dirty="0"/>
            <a:t>Autoencoders</a:t>
          </a:r>
        </a:p>
      </dgm:t>
    </dgm:pt>
    <dgm:pt modelId="{D23F828C-0A32-4D78-B080-E3335DD71CB4}" type="parTrans" cxnId="{BC42985E-EEBD-4655-B0B2-5FE031193F75}">
      <dgm:prSet/>
      <dgm:spPr/>
      <dgm:t>
        <a:bodyPr/>
        <a:lstStyle/>
        <a:p>
          <a:endParaRPr lang="en-US"/>
        </a:p>
      </dgm:t>
    </dgm:pt>
    <dgm:pt modelId="{E16B68A7-C439-4F4D-9866-FE68764FA53A}" type="sibTrans" cxnId="{BC42985E-EEBD-4655-B0B2-5FE031193F75}">
      <dgm:prSet/>
      <dgm:spPr/>
      <dgm:t>
        <a:bodyPr/>
        <a:lstStyle/>
        <a:p>
          <a:endParaRPr lang="en-US"/>
        </a:p>
      </dgm:t>
    </dgm:pt>
    <dgm:pt modelId="{1BD43C4D-5CB1-4101-8720-753903564BEA}">
      <dgm:prSet phldrT="[Text]"/>
      <dgm:spPr/>
      <dgm:t>
        <a:bodyPr/>
        <a:lstStyle/>
        <a:p>
          <a:r>
            <a:rPr lang="en-US" dirty="0"/>
            <a:t>GAN</a:t>
          </a:r>
        </a:p>
      </dgm:t>
    </dgm:pt>
    <dgm:pt modelId="{D1DF858B-9B87-40CF-B96E-025E5F8CE495}" type="parTrans" cxnId="{D0055648-D11E-4968-9800-6AE0F01434A0}">
      <dgm:prSet/>
      <dgm:spPr/>
      <dgm:t>
        <a:bodyPr/>
        <a:lstStyle/>
        <a:p>
          <a:endParaRPr lang="en-US"/>
        </a:p>
      </dgm:t>
    </dgm:pt>
    <dgm:pt modelId="{2E6CC257-A905-4115-A983-552FE68DB58F}" type="sibTrans" cxnId="{D0055648-D11E-4968-9800-6AE0F01434A0}">
      <dgm:prSet/>
      <dgm:spPr/>
      <dgm:t>
        <a:bodyPr/>
        <a:lstStyle/>
        <a:p>
          <a:endParaRPr lang="en-US"/>
        </a:p>
      </dgm:t>
    </dgm:pt>
    <dgm:pt modelId="{89911E57-86AA-4422-8177-8710F12ECE2C}">
      <dgm:prSet phldrT="[Text]"/>
      <dgm:spPr/>
      <dgm:t>
        <a:bodyPr/>
        <a:lstStyle/>
        <a:p>
          <a:r>
            <a:rPr lang="en-US" dirty="0"/>
            <a:t>Classification</a:t>
          </a:r>
        </a:p>
      </dgm:t>
    </dgm:pt>
    <dgm:pt modelId="{5BF381D8-B13D-41F7-89DB-CFE72E771595}" type="parTrans" cxnId="{A9B4606C-D538-436A-A122-6430CC8156B1}">
      <dgm:prSet/>
      <dgm:spPr/>
      <dgm:t>
        <a:bodyPr/>
        <a:lstStyle/>
        <a:p>
          <a:endParaRPr lang="en-US"/>
        </a:p>
      </dgm:t>
    </dgm:pt>
    <dgm:pt modelId="{BFED299C-00BE-4B77-A2E9-F170F870A84C}" type="sibTrans" cxnId="{A9B4606C-D538-436A-A122-6430CC8156B1}">
      <dgm:prSet/>
      <dgm:spPr/>
      <dgm:t>
        <a:bodyPr/>
        <a:lstStyle/>
        <a:p>
          <a:endParaRPr lang="en-US"/>
        </a:p>
      </dgm:t>
    </dgm:pt>
    <dgm:pt modelId="{54075FEE-FF50-49CA-8D78-F54A3E8D34BB}">
      <dgm:prSet phldrT="[Text]"/>
      <dgm:spPr/>
      <dgm:t>
        <a:bodyPr/>
        <a:lstStyle/>
        <a:p>
          <a:r>
            <a:rPr lang="en-US" dirty="0"/>
            <a:t>Object Detection</a:t>
          </a:r>
        </a:p>
      </dgm:t>
    </dgm:pt>
    <dgm:pt modelId="{262EF11A-EA50-4D65-8C6E-CAB6C84D5025}" type="parTrans" cxnId="{6B21E2B8-0810-4435-8CD5-ED00721423BE}">
      <dgm:prSet/>
      <dgm:spPr/>
      <dgm:t>
        <a:bodyPr/>
        <a:lstStyle/>
        <a:p>
          <a:endParaRPr lang="en-US"/>
        </a:p>
      </dgm:t>
    </dgm:pt>
    <dgm:pt modelId="{35A802C4-DF7B-4F95-BACD-23CFFFAE48B8}" type="sibTrans" cxnId="{6B21E2B8-0810-4435-8CD5-ED00721423BE}">
      <dgm:prSet/>
      <dgm:spPr/>
      <dgm:t>
        <a:bodyPr/>
        <a:lstStyle/>
        <a:p>
          <a:endParaRPr lang="en-US"/>
        </a:p>
      </dgm:t>
    </dgm:pt>
    <dgm:pt modelId="{3513A472-3B52-4963-B20A-CCF23FC8A945}">
      <dgm:prSet phldrT="[Text]"/>
      <dgm:spPr/>
      <dgm:t>
        <a:bodyPr/>
        <a:lstStyle/>
        <a:p>
          <a:r>
            <a:rPr lang="en-US" dirty="0"/>
            <a:t>MSE</a:t>
          </a:r>
        </a:p>
      </dgm:t>
    </dgm:pt>
    <dgm:pt modelId="{4224751F-9CEA-41CB-9896-A53F56CEF97B}" type="parTrans" cxnId="{EEC7CD3F-23D6-4544-A488-33EA2AE0C052}">
      <dgm:prSet/>
      <dgm:spPr/>
      <dgm:t>
        <a:bodyPr/>
        <a:lstStyle/>
        <a:p>
          <a:endParaRPr lang="en-US"/>
        </a:p>
      </dgm:t>
    </dgm:pt>
    <dgm:pt modelId="{A7B06631-122D-4C53-8055-9BE394166097}" type="sibTrans" cxnId="{EEC7CD3F-23D6-4544-A488-33EA2AE0C052}">
      <dgm:prSet/>
      <dgm:spPr/>
      <dgm:t>
        <a:bodyPr/>
        <a:lstStyle/>
        <a:p>
          <a:endParaRPr lang="en-US"/>
        </a:p>
      </dgm:t>
    </dgm:pt>
    <dgm:pt modelId="{B1F2197A-FCA5-47B3-AECC-A00D4A651B5E}">
      <dgm:prSet phldrT="[Text]"/>
      <dgm:spPr/>
      <dgm:t>
        <a:bodyPr/>
        <a:lstStyle/>
        <a:p>
          <a:r>
            <a:rPr lang="en-US" dirty="0"/>
            <a:t>MAE</a:t>
          </a:r>
        </a:p>
      </dgm:t>
    </dgm:pt>
    <dgm:pt modelId="{9D84FB2C-CE5B-45FA-9CB8-42B030DCB446}" type="parTrans" cxnId="{49CD2140-5681-4E06-9B04-E38E788C3DFB}">
      <dgm:prSet/>
      <dgm:spPr/>
      <dgm:t>
        <a:bodyPr/>
        <a:lstStyle/>
        <a:p>
          <a:endParaRPr lang="en-US"/>
        </a:p>
      </dgm:t>
    </dgm:pt>
    <dgm:pt modelId="{61C3DFD9-A266-4B95-8956-5E5FC9B3C00D}" type="sibTrans" cxnId="{49CD2140-5681-4E06-9B04-E38E788C3DFB}">
      <dgm:prSet/>
      <dgm:spPr/>
      <dgm:t>
        <a:bodyPr/>
        <a:lstStyle/>
        <a:p>
          <a:endParaRPr lang="en-US"/>
        </a:p>
      </dgm:t>
    </dgm:pt>
    <dgm:pt modelId="{22FFAF23-3591-4D8F-9906-F682DA2D742A}">
      <dgm:prSet phldrT="[Text]"/>
      <dgm:spPr/>
      <dgm:t>
        <a:bodyPr/>
        <a:lstStyle/>
        <a:p>
          <a:r>
            <a:rPr lang="en-US" dirty="0"/>
            <a:t>Huber Loss</a:t>
          </a:r>
        </a:p>
      </dgm:t>
    </dgm:pt>
    <dgm:pt modelId="{880222F6-8AEE-4C0E-8033-54F5CB83DF06}" type="parTrans" cxnId="{F6D72B30-33CD-433D-A1DC-4E86781183F5}">
      <dgm:prSet/>
      <dgm:spPr/>
      <dgm:t>
        <a:bodyPr/>
        <a:lstStyle/>
        <a:p>
          <a:endParaRPr lang="en-US"/>
        </a:p>
      </dgm:t>
    </dgm:pt>
    <dgm:pt modelId="{AED59399-0DA5-43FF-A967-F5A712AB500F}" type="sibTrans" cxnId="{F6D72B30-33CD-433D-A1DC-4E86781183F5}">
      <dgm:prSet/>
      <dgm:spPr/>
      <dgm:t>
        <a:bodyPr/>
        <a:lstStyle/>
        <a:p>
          <a:endParaRPr lang="en-US"/>
        </a:p>
      </dgm:t>
    </dgm:pt>
    <dgm:pt modelId="{F50FCE4E-9D50-4254-B7CD-2D75B44035B2}">
      <dgm:prSet phldrT="[Text]"/>
      <dgm:spPr/>
      <dgm:t>
        <a:bodyPr/>
        <a:lstStyle/>
        <a:p>
          <a:r>
            <a:rPr lang="en-US" dirty="0"/>
            <a:t>Binary cross entropy</a:t>
          </a:r>
        </a:p>
      </dgm:t>
    </dgm:pt>
    <dgm:pt modelId="{F27BE6E6-0050-4257-BB10-4F736CE5C6C4}" type="parTrans" cxnId="{1348B96B-A155-42BE-81E7-E1B5354C2811}">
      <dgm:prSet/>
      <dgm:spPr/>
      <dgm:t>
        <a:bodyPr/>
        <a:lstStyle/>
        <a:p>
          <a:endParaRPr lang="en-US"/>
        </a:p>
      </dgm:t>
    </dgm:pt>
    <dgm:pt modelId="{784C7118-16EE-414C-8DFC-92C8BAA99388}" type="sibTrans" cxnId="{1348B96B-A155-42BE-81E7-E1B5354C2811}">
      <dgm:prSet/>
      <dgm:spPr/>
      <dgm:t>
        <a:bodyPr/>
        <a:lstStyle/>
        <a:p>
          <a:endParaRPr lang="en-US"/>
        </a:p>
      </dgm:t>
    </dgm:pt>
    <dgm:pt modelId="{D59937E6-A4E7-476E-A559-3BEE7807C811}">
      <dgm:prSet phldrT="[Text]"/>
      <dgm:spPr/>
      <dgm:t>
        <a:bodyPr/>
        <a:lstStyle/>
        <a:p>
          <a:r>
            <a:rPr lang="en-US" dirty="0"/>
            <a:t>Categorical cross entropy</a:t>
          </a:r>
        </a:p>
      </dgm:t>
    </dgm:pt>
    <dgm:pt modelId="{041726E1-478D-4C6E-8948-0DFAD8BB9EE5}" type="parTrans" cxnId="{E9B4E955-F461-4EA1-A808-81F3C13A2965}">
      <dgm:prSet/>
      <dgm:spPr/>
      <dgm:t>
        <a:bodyPr/>
        <a:lstStyle/>
        <a:p>
          <a:endParaRPr lang="en-US"/>
        </a:p>
      </dgm:t>
    </dgm:pt>
    <dgm:pt modelId="{08AA7F4B-0343-4BDA-8222-700FE8B46345}" type="sibTrans" cxnId="{E9B4E955-F461-4EA1-A808-81F3C13A2965}">
      <dgm:prSet/>
      <dgm:spPr/>
      <dgm:t>
        <a:bodyPr/>
        <a:lstStyle/>
        <a:p>
          <a:endParaRPr lang="en-US"/>
        </a:p>
      </dgm:t>
    </dgm:pt>
    <dgm:pt modelId="{65EEF57B-89DC-4D62-863B-5C67FF3B122B}">
      <dgm:prSet phldrT="[Text]"/>
      <dgm:spPr/>
      <dgm:t>
        <a:bodyPr/>
        <a:lstStyle/>
        <a:p>
          <a:r>
            <a:rPr lang="en-US" dirty="0"/>
            <a:t>Hinge Loss</a:t>
          </a:r>
        </a:p>
      </dgm:t>
    </dgm:pt>
    <dgm:pt modelId="{168D4BA5-BD6E-4CDC-8FD4-068F7F7683C1}" type="parTrans" cxnId="{73D4FBEB-D754-4154-85AF-A39A21FD087A}">
      <dgm:prSet/>
      <dgm:spPr/>
      <dgm:t>
        <a:bodyPr/>
        <a:lstStyle/>
        <a:p>
          <a:endParaRPr lang="en-US"/>
        </a:p>
      </dgm:t>
    </dgm:pt>
    <dgm:pt modelId="{E5679702-32B0-4CB7-BE94-4C615C389FA2}" type="sibTrans" cxnId="{73D4FBEB-D754-4154-85AF-A39A21FD087A}">
      <dgm:prSet/>
      <dgm:spPr/>
      <dgm:t>
        <a:bodyPr/>
        <a:lstStyle/>
        <a:p>
          <a:endParaRPr lang="en-US"/>
        </a:p>
      </dgm:t>
    </dgm:pt>
    <dgm:pt modelId="{127A77AC-7D1E-4EF7-ADE1-FB182ED83F69}">
      <dgm:prSet phldrT="[Text]"/>
      <dgm:spPr/>
      <dgm:t>
        <a:bodyPr/>
        <a:lstStyle/>
        <a:p>
          <a:r>
            <a:rPr lang="en-US" dirty="0"/>
            <a:t>KL Divergence</a:t>
          </a:r>
        </a:p>
      </dgm:t>
    </dgm:pt>
    <dgm:pt modelId="{7F3669C7-4657-4885-8B34-61A92F653D28}" type="parTrans" cxnId="{B5A9536A-3096-4B5F-9723-7D5F22D47A30}">
      <dgm:prSet/>
      <dgm:spPr/>
      <dgm:t>
        <a:bodyPr/>
        <a:lstStyle/>
        <a:p>
          <a:endParaRPr lang="en-US"/>
        </a:p>
      </dgm:t>
    </dgm:pt>
    <dgm:pt modelId="{3D9F3D95-B8F5-4474-BC04-6F63AB9F0EE0}" type="sibTrans" cxnId="{B5A9536A-3096-4B5F-9723-7D5F22D47A30}">
      <dgm:prSet/>
      <dgm:spPr/>
      <dgm:t>
        <a:bodyPr/>
        <a:lstStyle/>
        <a:p>
          <a:endParaRPr lang="en-US"/>
        </a:p>
      </dgm:t>
    </dgm:pt>
    <dgm:pt modelId="{087AE353-A18E-47AA-BA6A-7CE6B9762E93}">
      <dgm:prSet phldrT="[Text]"/>
      <dgm:spPr/>
      <dgm:t>
        <a:bodyPr/>
        <a:lstStyle/>
        <a:p>
          <a:r>
            <a:rPr lang="en-US" dirty="0"/>
            <a:t>Discriminator loss</a:t>
          </a:r>
        </a:p>
      </dgm:t>
    </dgm:pt>
    <dgm:pt modelId="{83B193D6-D942-4BB1-AA4B-A871AF34FED2}" type="parTrans" cxnId="{1D9BF4D6-2739-469D-B874-2C0F188975EA}">
      <dgm:prSet/>
      <dgm:spPr/>
      <dgm:t>
        <a:bodyPr/>
        <a:lstStyle/>
        <a:p>
          <a:endParaRPr lang="en-US"/>
        </a:p>
      </dgm:t>
    </dgm:pt>
    <dgm:pt modelId="{4A75CACE-5D09-40C1-9E29-3641EFEEA5DA}" type="sibTrans" cxnId="{1D9BF4D6-2739-469D-B874-2C0F188975EA}">
      <dgm:prSet/>
      <dgm:spPr/>
      <dgm:t>
        <a:bodyPr/>
        <a:lstStyle/>
        <a:p>
          <a:endParaRPr lang="en-US"/>
        </a:p>
      </dgm:t>
    </dgm:pt>
    <dgm:pt modelId="{EA304569-2608-4436-9EC5-10D338F0894F}">
      <dgm:prSet phldrT="[Text]"/>
      <dgm:spPr/>
      <dgm:t>
        <a:bodyPr/>
        <a:lstStyle/>
        <a:p>
          <a:r>
            <a:rPr lang="en-US" dirty="0"/>
            <a:t>Minmax GAN loss</a:t>
          </a:r>
        </a:p>
      </dgm:t>
    </dgm:pt>
    <dgm:pt modelId="{519A4D16-3104-42EA-B7C0-09DAEB6CD61D}" type="parTrans" cxnId="{4BFA22D5-9E7E-4E22-83A3-95AEFD9F1816}">
      <dgm:prSet/>
      <dgm:spPr/>
      <dgm:t>
        <a:bodyPr/>
        <a:lstStyle/>
        <a:p>
          <a:endParaRPr lang="en-US"/>
        </a:p>
      </dgm:t>
    </dgm:pt>
    <dgm:pt modelId="{D5FB01DB-11F9-46C4-9C61-D6DB34275533}" type="sibTrans" cxnId="{4BFA22D5-9E7E-4E22-83A3-95AEFD9F1816}">
      <dgm:prSet/>
      <dgm:spPr/>
      <dgm:t>
        <a:bodyPr/>
        <a:lstStyle/>
        <a:p>
          <a:endParaRPr lang="en-US"/>
        </a:p>
      </dgm:t>
    </dgm:pt>
    <dgm:pt modelId="{F683EF28-1622-4155-884F-8D0D952AE02D}">
      <dgm:prSet phldrT="[Text]"/>
      <dgm:spPr/>
      <dgm:t>
        <a:bodyPr/>
        <a:lstStyle/>
        <a:p>
          <a:r>
            <a:rPr lang="en-US" dirty="0"/>
            <a:t>Focal Loss</a:t>
          </a:r>
        </a:p>
      </dgm:t>
    </dgm:pt>
    <dgm:pt modelId="{78B96534-678E-4BA1-B564-05D4EAD7E5B6}" type="parTrans" cxnId="{3FC3FD41-AA7C-4C83-90B7-63A6EADA813D}">
      <dgm:prSet/>
      <dgm:spPr/>
      <dgm:t>
        <a:bodyPr/>
        <a:lstStyle/>
        <a:p>
          <a:endParaRPr lang="en-US"/>
        </a:p>
      </dgm:t>
    </dgm:pt>
    <dgm:pt modelId="{B37166AD-C29B-4E79-842E-3C3F9C33BB9E}" type="sibTrans" cxnId="{3FC3FD41-AA7C-4C83-90B7-63A6EADA813D}">
      <dgm:prSet/>
      <dgm:spPr/>
      <dgm:t>
        <a:bodyPr/>
        <a:lstStyle/>
        <a:p>
          <a:endParaRPr lang="en-US"/>
        </a:p>
      </dgm:t>
    </dgm:pt>
    <dgm:pt modelId="{362F0C2E-38B1-4DAB-B436-88DCBEA29C21}">
      <dgm:prSet phldrT="[Text]"/>
      <dgm:spPr/>
      <dgm:t>
        <a:bodyPr/>
        <a:lstStyle/>
        <a:p>
          <a:r>
            <a:rPr lang="en-US" dirty="0"/>
            <a:t>Embedding</a:t>
          </a:r>
        </a:p>
      </dgm:t>
    </dgm:pt>
    <dgm:pt modelId="{2A7798EC-75F8-4151-AF0B-9DDF00EA6A16}" type="parTrans" cxnId="{82B95913-2FE8-468E-8D1B-9D838E59BE60}">
      <dgm:prSet/>
      <dgm:spPr/>
      <dgm:t>
        <a:bodyPr/>
        <a:lstStyle/>
        <a:p>
          <a:endParaRPr lang="en-US"/>
        </a:p>
      </dgm:t>
    </dgm:pt>
    <dgm:pt modelId="{545D1C22-17DD-4D3B-BF98-73E154070810}" type="sibTrans" cxnId="{82B95913-2FE8-468E-8D1B-9D838E59BE60}">
      <dgm:prSet/>
      <dgm:spPr/>
      <dgm:t>
        <a:bodyPr/>
        <a:lstStyle/>
        <a:p>
          <a:endParaRPr lang="en-US"/>
        </a:p>
      </dgm:t>
    </dgm:pt>
    <dgm:pt modelId="{34FD9C10-1BE1-4319-B181-EB9EDEE22619}">
      <dgm:prSet phldrT="[Text]"/>
      <dgm:spPr/>
      <dgm:t>
        <a:bodyPr/>
        <a:lstStyle/>
        <a:p>
          <a:r>
            <a:rPr lang="en-US" dirty="0"/>
            <a:t>Triplet Loss</a:t>
          </a:r>
        </a:p>
      </dgm:t>
    </dgm:pt>
    <dgm:pt modelId="{D5791686-2EF2-40AD-A8A8-CEE1E0962049}" type="parTrans" cxnId="{E923C0DE-84B2-4458-BDF7-0AAA247D0AF8}">
      <dgm:prSet/>
      <dgm:spPr/>
      <dgm:t>
        <a:bodyPr/>
        <a:lstStyle/>
        <a:p>
          <a:endParaRPr lang="en-US"/>
        </a:p>
      </dgm:t>
    </dgm:pt>
    <dgm:pt modelId="{4E7C67B6-EAA9-4B45-BC02-0FC5A0E889B6}" type="sibTrans" cxnId="{E923C0DE-84B2-4458-BDF7-0AAA247D0AF8}">
      <dgm:prSet/>
      <dgm:spPr/>
      <dgm:t>
        <a:bodyPr/>
        <a:lstStyle/>
        <a:p>
          <a:endParaRPr lang="en-US"/>
        </a:p>
      </dgm:t>
    </dgm:pt>
    <dgm:pt modelId="{4BE0FD73-26E4-4A27-AB7F-1172E2D5E7C7}" type="pres">
      <dgm:prSet presAssocID="{C657B91D-73EC-4002-AEC2-A4B32838C72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EA5E499-95E1-488B-AA94-A50BE1F66822}" type="pres">
      <dgm:prSet presAssocID="{D25BD4B2-2DF2-4F05-AF3E-B2D45176F85E}" presName="hierRoot1" presStyleCnt="0">
        <dgm:presLayoutVars>
          <dgm:hierBranch val="init"/>
        </dgm:presLayoutVars>
      </dgm:prSet>
      <dgm:spPr/>
    </dgm:pt>
    <dgm:pt modelId="{254A522A-21F6-4B0E-A6F9-EDD883906586}" type="pres">
      <dgm:prSet presAssocID="{D25BD4B2-2DF2-4F05-AF3E-B2D45176F85E}" presName="rootComposite1" presStyleCnt="0"/>
      <dgm:spPr/>
    </dgm:pt>
    <dgm:pt modelId="{1FD8637E-ADD8-4748-88AD-04A11ECC4A10}" type="pres">
      <dgm:prSet presAssocID="{D25BD4B2-2DF2-4F05-AF3E-B2D45176F85E}" presName="rootText1" presStyleLbl="node0" presStyleIdx="0" presStyleCnt="1">
        <dgm:presLayoutVars>
          <dgm:chPref val="3"/>
        </dgm:presLayoutVars>
      </dgm:prSet>
      <dgm:spPr/>
    </dgm:pt>
    <dgm:pt modelId="{77F33AA0-8E4D-4397-875A-8B7ED73CEDB7}" type="pres">
      <dgm:prSet presAssocID="{D25BD4B2-2DF2-4F05-AF3E-B2D45176F85E}" presName="rootConnector1" presStyleLbl="node1" presStyleIdx="0" presStyleCnt="0"/>
      <dgm:spPr/>
    </dgm:pt>
    <dgm:pt modelId="{879A9EA6-3A4A-4579-A0FD-995B2FE0006A}" type="pres">
      <dgm:prSet presAssocID="{D25BD4B2-2DF2-4F05-AF3E-B2D45176F85E}" presName="hierChild2" presStyleCnt="0"/>
      <dgm:spPr/>
    </dgm:pt>
    <dgm:pt modelId="{E6B35977-4FA4-469D-8E44-462434402F4B}" type="pres">
      <dgm:prSet presAssocID="{5C9278D3-2DCC-4AC0-B1C1-E5500CB04326}" presName="Name37" presStyleLbl="parChTrans1D2" presStyleIdx="0" presStyleCnt="6"/>
      <dgm:spPr/>
    </dgm:pt>
    <dgm:pt modelId="{6BDA1102-5C7D-4D2F-BF56-AE9E4B7FB846}" type="pres">
      <dgm:prSet presAssocID="{FDD75D80-234C-4F69-9395-1995999D0357}" presName="hierRoot2" presStyleCnt="0">
        <dgm:presLayoutVars>
          <dgm:hierBranch val="init"/>
        </dgm:presLayoutVars>
      </dgm:prSet>
      <dgm:spPr/>
    </dgm:pt>
    <dgm:pt modelId="{34E4992E-20C8-436C-AF2F-430441A9D76C}" type="pres">
      <dgm:prSet presAssocID="{FDD75D80-234C-4F69-9395-1995999D0357}" presName="rootComposite" presStyleCnt="0"/>
      <dgm:spPr/>
    </dgm:pt>
    <dgm:pt modelId="{EE69FA8E-EF4A-45B8-8C13-0903CE414530}" type="pres">
      <dgm:prSet presAssocID="{FDD75D80-234C-4F69-9395-1995999D0357}" presName="rootText" presStyleLbl="node2" presStyleIdx="0" presStyleCnt="6">
        <dgm:presLayoutVars>
          <dgm:chPref val="3"/>
        </dgm:presLayoutVars>
      </dgm:prSet>
      <dgm:spPr/>
    </dgm:pt>
    <dgm:pt modelId="{F22D3D90-A44E-4FB3-BF0F-0483EED95C49}" type="pres">
      <dgm:prSet presAssocID="{FDD75D80-234C-4F69-9395-1995999D0357}" presName="rootConnector" presStyleLbl="node2" presStyleIdx="0" presStyleCnt="6"/>
      <dgm:spPr/>
    </dgm:pt>
    <dgm:pt modelId="{483F0F97-D6D2-4956-842E-9F37E0864B8A}" type="pres">
      <dgm:prSet presAssocID="{FDD75D80-234C-4F69-9395-1995999D0357}" presName="hierChild4" presStyleCnt="0"/>
      <dgm:spPr/>
    </dgm:pt>
    <dgm:pt modelId="{4D8D19E3-943C-42EF-BF84-C1D4E843D831}" type="pres">
      <dgm:prSet presAssocID="{4224751F-9CEA-41CB-9896-A53F56CEF97B}" presName="Name37" presStyleLbl="parChTrans1D3" presStyleIdx="0" presStyleCnt="11"/>
      <dgm:spPr/>
    </dgm:pt>
    <dgm:pt modelId="{EC3D3267-5CB2-42CF-9068-E32BFD8D557A}" type="pres">
      <dgm:prSet presAssocID="{3513A472-3B52-4963-B20A-CCF23FC8A945}" presName="hierRoot2" presStyleCnt="0">
        <dgm:presLayoutVars>
          <dgm:hierBranch val="init"/>
        </dgm:presLayoutVars>
      </dgm:prSet>
      <dgm:spPr/>
    </dgm:pt>
    <dgm:pt modelId="{F7770A73-3608-4AE9-91D3-62C8801D492A}" type="pres">
      <dgm:prSet presAssocID="{3513A472-3B52-4963-B20A-CCF23FC8A945}" presName="rootComposite" presStyleCnt="0"/>
      <dgm:spPr/>
    </dgm:pt>
    <dgm:pt modelId="{E8D1285E-F23E-4199-ACDA-ACDCB115F12D}" type="pres">
      <dgm:prSet presAssocID="{3513A472-3B52-4963-B20A-CCF23FC8A945}" presName="rootText" presStyleLbl="node3" presStyleIdx="0" presStyleCnt="11">
        <dgm:presLayoutVars>
          <dgm:chPref val="3"/>
        </dgm:presLayoutVars>
      </dgm:prSet>
      <dgm:spPr/>
    </dgm:pt>
    <dgm:pt modelId="{50E78656-AC1A-4062-8BE6-04BFA0A1DF2A}" type="pres">
      <dgm:prSet presAssocID="{3513A472-3B52-4963-B20A-CCF23FC8A945}" presName="rootConnector" presStyleLbl="node3" presStyleIdx="0" presStyleCnt="11"/>
      <dgm:spPr/>
    </dgm:pt>
    <dgm:pt modelId="{5E07832D-F506-45D2-8635-904F73416EA2}" type="pres">
      <dgm:prSet presAssocID="{3513A472-3B52-4963-B20A-CCF23FC8A945}" presName="hierChild4" presStyleCnt="0"/>
      <dgm:spPr/>
    </dgm:pt>
    <dgm:pt modelId="{2ADBA4B0-AECD-4545-8E4B-031A71913C6C}" type="pres">
      <dgm:prSet presAssocID="{3513A472-3B52-4963-B20A-CCF23FC8A945}" presName="hierChild5" presStyleCnt="0"/>
      <dgm:spPr/>
    </dgm:pt>
    <dgm:pt modelId="{98575BC6-D32B-4BAE-82C3-F4A81BF96327}" type="pres">
      <dgm:prSet presAssocID="{9D84FB2C-CE5B-45FA-9CB8-42B030DCB446}" presName="Name37" presStyleLbl="parChTrans1D3" presStyleIdx="1" presStyleCnt="11"/>
      <dgm:spPr/>
    </dgm:pt>
    <dgm:pt modelId="{8909C05D-9D7A-4BA2-BBCB-A0DCBEA0650B}" type="pres">
      <dgm:prSet presAssocID="{B1F2197A-FCA5-47B3-AECC-A00D4A651B5E}" presName="hierRoot2" presStyleCnt="0">
        <dgm:presLayoutVars>
          <dgm:hierBranch val="init"/>
        </dgm:presLayoutVars>
      </dgm:prSet>
      <dgm:spPr/>
    </dgm:pt>
    <dgm:pt modelId="{EE98910C-85CA-4B4C-9FC8-5DAC863409CA}" type="pres">
      <dgm:prSet presAssocID="{B1F2197A-FCA5-47B3-AECC-A00D4A651B5E}" presName="rootComposite" presStyleCnt="0"/>
      <dgm:spPr/>
    </dgm:pt>
    <dgm:pt modelId="{72611834-B643-4BDC-8BAC-6A169FF96FE0}" type="pres">
      <dgm:prSet presAssocID="{B1F2197A-FCA5-47B3-AECC-A00D4A651B5E}" presName="rootText" presStyleLbl="node3" presStyleIdx="1" presStyleCnt="11">
        <dgm:presLayoutVars>
          <dgm:chPref val="3"/>
        </dgm:presLayoutVars>
      </dgm:prSet>
      <dgm:spPr/>
    </dgm:pt>
    <dgm:pt modelId="{8DECA21F-BFE7-4601-9654-4122C5950963}" type="pres">
      <dgm:prSet presAssocID="{B1F2197A-FCA5-47B3-AECC-A00D4A651B5E}" presName="rootConnector" presStyleLbl="node3" presStyleIdx="1" presStyleCnt="11"/>
      <dgm:spPr/>
    </dgm:pt>
    <dgm:pt modelId="{A9CACCE2-B7B7-4E63-97EB-9F17604DA8AE}" type="pres">
      <dgm:prSet presAssocID="{B1F2197A-FCA5-47B3-AECC-A00D4A651B5E}" presName="hierChild4" presStyleCnt="0"/>
      <dgm:spPr/>
    </dgm:pt>
    <dgm:pt modelId="{F7527D40-FABC-49B3-B37C-D4A0F82DA434}" type="pres">
      <dgm:prSet presAssocID="{B1F2197A-FCA5-47B3-AECC-A00D4A651B5E}" presName="hierChild5" presStyleCnt="0"/>
      <dgm:spPr/>
    </dgm:pt>
    <dgm:pt modelId="{DD256592-34F4-4AF8-B81D-99D4851F958B}" type="pres">
      <dgm:prSet presAssocID="{880222F6-8AEE-4C0E-8033-54F5CB83DF06}" presName="Name37" presStyleLbl="parChTrans1D3" presStyleIdx="2" presStyleCnt="11"/>
      <dgm:spPr/>
    </dgm:pt>
    <dgm:pt modelId="{F1781F4D-2E68-4F25-A016-C25E09DDB115}" type="pres">
      <dgm:prSet presAssocID="{22FFAF23-3591-4D8F-9906-F682DA2D742A}" presName="hierRoot2" presStyleCnt="0">
        <dgm:presLayoutVars>
          <dgm:hierBranch val="init"/>
        </dgm:presLayoutVars>
      </dgm:prSet>
      <dgm:spPr/>
    </dgm:pt>
    <dgm:pt modelId="{A73B2620-CDA6-46C9-9240-46EE1D35348C}" type="pres">
      <dgm:prSet presAssocID="{22FFAF23-3591-4D8F-9906-F682DA2D742A}" presName="rootComposite" presStyleCnt="0"/>
      <dgm:spPr/>
    </dgm:pt>
    <dgm:pt modelId="{C5A9369B-7CB6-4B36-8F27-91A2E81CAE8A}" type="pres">
      <dgm:prSet presAssocID="{22FFAF23-3591-4D8F-9906-F682DA2D742A}" presName="rootText" presStyleLbl="node3" presStyleIdx="2" presStyleCnt="11">
        <dgm:presLayoutVars>
          <dgm:chPref val="3"/>
        </dgm:presLayoutVars>
      </dgm:prSet>
      <dgm:spPr/>
    </dgm:pt>
    <dgm:pt modelId="{B72E933C-8676-4D7A-B99F-F21CC180BD06}" type="pres">
      <dgm:prSet presAssocID="{22FFAF23-3591-4D8F-9906-F682DA2D742A}" presName="rootConnector" presStyleLbl="node3" presStyleIdx="2" presStyleCnt="11"/>
      <dgm:spPr/>
    </dgm:pt>
    <dgm:pt modelId="{3A35F2D3-5E8A-4B7E-9D34-1AE9ADB9CEFA}" type="pres">
      <dgm:prSet presAssocID="{22FFAF23-3591-4D8F-9906-F682DA2D742A}" presName="hierChild4" presStyleCnt="0"/>
      <dgm:spPr/>
    </dgm:pt>
    <dgm:pt modelId="{2206D65E-F0FF-41CA-A028-3C55F4C6CD55}" type="pres">
      <dgm:prSet presAssocID="{22FFAF23-3591-4D8F-9906-F682DA2D742A}" presName="hierChild5" presStyleCnt="0"/>
      <dgm:spPr/>
    </dgm:pt>
    <dgm:pt modelId="{29D86444-6F29-4711-A9D6-7BEEB4378149}" type="pres">
      <dgm:prSet presAssocID="{FDD75D80-234C-4F69-9395-1995999D0357}" presName="hierChild5" presStyleCnt="0"/>
      <dgm:spPr/>
    </dgm:pt>
    <dgm:pt modelId="{27D8A38D-FF53-4921-83BD-50E087D7B235}" type="pres">
      <dgm:prSet presAssocID="{5BF381D8-B13D-41F7-89DB-CFE72E771595}" presName="Name37" presStyleLbl="parChTrans1D2" presStyleIdx="1" presStyleCnt="6"/>
      <dgm:spPr/>
    </dgm:pt>
    <dgm:pt modelId="{159AD406-FFFF-46BA-8EF5-2794FEE39AD4}" type="pres">
      <dgm:prSet presAssocID="{89911E57-86AA-4422-8177-8710F12ECE2C}" presName="hierRoot2" presStyleCnt="0">
        <dgm:presLayoutVars>
          <dgm:hierBranch val="init"/>
        </dgm:presLayoutVars>
      </dgm:prSet>
      <dgm:spPr/>
    </dgm:pt>
    <dgm:pt modelId="{BD845FBA-208C-4840-ACB4-EE37D8E55D9A}" type="pres">
      <dgm:prSet presAssocID="{89911E57-86AA-4422-8177-8710F12ECE2C}" presName="rootComposite" presStyleCnt="0"/>
      <dgm:spPr/>
    </dgm:pt>
    <dgm:pt modelId="{DAA037D3-1611-4262-9A59-E6DC8540EFB9}" type="pres">
      <dgm:prSet presAssocID="{89911E57-86AA-4422-8177-8710F12ECE2C}" presName="rootText" presStyleLbl="node2" presStyleIdx="1" presStyleCnt="6">
        <dgm:presLayoutVars>
          <dgm:chPref val="3"/>
        </dgm:presLayoutVars>
      </dgm:prSet>
      <dgm:spPr/>
    </dgm:pt>
    <dgm:pt modelId="{A60A6A15-81D7-4C1E-A1BD-F3B50C183C63}" type="pres">
      <dgm:prSet presAssocID="{89911E57-86AA-4422-8177-8710F12ECE2C}" presName="rootConnector" presStyleLbl="node2" presStyleIdx="1" presStyleCnt="6"/>
      <dgm:spPr/>
    </dgm:pt>
    <dgm:pt modelId="{95A87F77-717A-4A22-AAFE-D8F3D8CB9A63}" type="pres">
      <dgm:prSet presAssocID="{89911E57-86AA-4422-8177-8710F12ECE2C}" presName="hierChild4" presStyleCnt="0"/>
      <dgm:spPr/>
    </dgm:pt>
    <dgm:pt modelId="{8804916F-6720-4CFE-8108-800774B4290B}" type="pres">
      <dgm:prSet presAssocID="{F27BE6E6-0050-4257-BB10-4F736CE5C6C4}" presName="Name37" presStyleLbl="parChTrans1D3" presStyleIdx="3" presStyleCnt="11"/>
      <dgm:spPr/>
    </dgm:pt>
    <dgm:pt modelId="{A96DF611-B7BF-4D8B-B51C-28524FB5C158}" type="pres">
      <dgm:prSet presAssocID="{F50FCE4E-9D50-4254-B7CD-2D75B44035B2}" presName="hierRoot2" presStyleCnt="0">
        <dgm:presLayoutVars>
          <dgm:hierBranch val="init"/>
        </dgm:presLayoutVars>
      </dgm:prSet>
      <dgm:spPr/>
    </dgm:pt>
    <dgm:pt modelId="{18481B13-F7E2-46C4-8119-AB7AD7FC44C8}" type="pres">
      <dgm:prSet presAssocID="{F50FCE4E-9D50-4254-B7CD-2D75B44035B2}" presName="rootComposite" presStyleCnt="0"/>
      <dgm:spPr/>
    </dgm:pt>
    <dgm:pt modelId="{237DD355-6A1B-4D66-8529-3ECA03BB553B}" type="pres">
      <dgm:prSet presAssocID="{F50FCE4E-9D50-4254-B7CD-2D75B44035B2}" presName="rootText" presStyleLbl="node3" presStyleIdx="3" presStyleCnt="11">
        <dgm:presLayoutVars>
          <dgm:chPref val="3"/>
        </dgm:presLayoutVars>
      </dgm:prSet>
      <dgm:spPr/>
    </dgm:pt>
    <dgm:pt modelId="{EF00BDD7-4D8F-4763-BA18-C6DEA392D48C}" type="pres">
      <dgm:prSet presAssocID="{F50FCE4E-9D50-4254-B7CD-2D75B44035B2}" presName="rootConnector" presStyleLbl="node3" presStyleIdx="3" presStyleCnt="11"/>
      <dgm:spPr/>
    </dgm:pt>
    <dgm:pt modelId="{25B72973-DCB4-4F99-ABC2-9C7C362AB0AD}" type="pres">
      <dgm:prSet presAssocID="{F50FCE4E-9D50-4254-B7CD-2D75B44035B2}" presName="hierChild4" presStyleCnt="0"/>
      <dgm:spPr/>
    </dgm:pt>
    <dgm:pt modelId="{D1302BE7-22E2-4CB3-8C35-27F094906591}" type="pres">
      <dgm:prSet presAssocID="{F50FCE4E-9D50-4254-B7CD-2D75B44035B2}" presName="hierChild5" presStyleCnt="0"/>
      <dgm:spPr/>
    </dgm:pt>
    <dgm:pt modelId="{83F6FEC4-7C1C-43CA-9DCA-ED1BB6EC64D9}" type="pres">
      <dgm:prSet presAssocID="{041726E1-478D-4C6E-8948-0DFAD8BB9EE5}" presName="Name37" presStyleLbl="parChTrans1D3" presStyleIdx="4" presStyleCnt="11"/>
      <dgm:spPr/>
    </dgm:pt>
    <dgm:pt modelId="{09A936A8-DE9B-4C6B-B902-19FA9047D806}" type="pres">
      <dgm:prSet presAssocID="{D59937E6-A4E7-476E-A559-3BEE7807C811}" presName="hierRoot2" presStyleCnt="0">
        <dgm:presLayoutVars>
          <dgm:hierBranch val="init"/>
        </dgm:presLayoutVars>
      </dgm:prSet>
      <dgm:spPr/>
    </dgm:pt>
    <dgm:pt modelId="{F7868F8B-C174-4D3E-825E-20E58FEA21AB}" type="pres">
      <dgm:prSet presAssocID="{D59937E6-A4E7-476E-A559-3BEE7807C811}" presName="rootComposite" presStyleCnt="0"/>
      <dgm:spPr/>
    </dgm:pt>
    <dgm:pt modelId="{B4657BAC-9030-4045-9E03-B13A00741EDA}" type="pres">
      <dgm:prSet presAssocID="{D59937E6-A4E7-476E-A559-3BEE7807C811}" presName="rootText" presStyleLbl="node3" presStyleIdx="4" presStyleCnt="11">
        <dgm:presLayoutVars>
          <dgm:chPref val="3"/>
        </dgm:presLayoutVars>
      </dgm:prSet>
      <dgm:spPr/>
    </dgm:pt>
    <dgm:pt modelId="{CF869EE2-D8F4-4A2E-818F-009098367DC7}" type="pres">
      <dgm:prSet presAssocID="{D59937E6-A4E7-476E-A559-3BEE7807C811}" presName="rootConnector" presStyleLbl="node3" presStyleIdx="4" presStyleCnt="11"/>
      <dgm:spPr/>
    </dgm:pt>
    <dgm:pt modelId="{B13D6B67-0E45-45DF-A34D-BA44CFFD409A}" type="pres">
      <dgm:prSet presAssocID="{D59937E6-A4E7-476E-A559-3BEE7807C811}" presName="hierChild4" presStyleCnt="0"/>
      <dgm:spPr/>
    </dgm:pt>
    <dgm:pt modelId="{36B0970A-D855-4E49-8790-4643698AC3F1}" type="pres">
      <dgm:prSet presAssocID="{D59937E6-A4E7-476E-A559-3BEE7807C811}" presName="hierChild5" presStyleCnt="0"/>
      <dgm:spPr/>
    </dgm:pt>
    <dgm:pt modelId="{A27929A7-76A0-4D6E-8696-62C040F55259}" type="pres">
      <dgm:prSet presAssocID="{168D4BA5-BD6E-4CDC-8FD4-068F7F7683C1}" presName="Name37" presStyleLbl="parChTrans1D3" presStyleIdx="5" presStyleCnt="11"/>
      <dgm:spPr/>
    </dgm:pt>
    <dgm:pt modelId="{FE8F23D8-3C73-4EC9-A7B1-D5F4A8DE016B}" type="pres">
      <dgm:prSet presAssocID="{65EEF57B-89DC-4D62-863B-5C67FF3B122B}" presName="hierRoot2" presStyleCnt="0">
        <dgm:presLayoutVars>
          <dgm:hierBranch val="init"/>
        </dgm:presLayoutVars>
      </dgm:prSet>
      <dgm:spPr/>
    </dgm:pt>
    <dgm:pt modelId="{ADE5DF79-F36B-420E-901E-F9CBEB7E1D00}" type="pres">
      <dgm:prSet presAssocID="{65EEF57B-89DC-4D62-863B-5C67FF3B122B}" presName="rootComposite" presStyleCnt="0"/>
      <dgm:spPr/>
    </dgm:pt>
    <dgm:pt modelId="{39C7AD84-8716-482E-8394-8F2E672AA72D}" type="pres">
      <dgm:prSet presAssocID="{65EEF57B-89DC-4D62-863B-5C67FF3B122B}" presName="rootText" presStyleLbl="node3" presStyleIdx="5" presStyleCnt="11">
        <dgm:presLayoutVars>
          <dgm:chPref val="3"/>
        </dgm:presLayoutVars>
      </dgm:prSet>
      <dgm:spPr/>
    </dgm:pt>
    <dgm:pt modelId="{ACD85EDB-7E61-448B-8D03-A04A2CDD4266}" type="pres">
      <dgm:prSet presAssocID="{65EEF57B-89DC-4D62-863B-5C67FF3B122B}" presName="rootConnector" presStyleLbl="node3" presStyleIdx="5" presStyleCnt="11"/>
      <dgm:spPr/>
    </dgm:pt>
    <dgm:pt modelId="{53382373-21B3-4684-A3EB-A91EE3515CEE}" type="pres">
      <dgm:prSet presAssocID="{65EEF57B-89DC-4D62-863B-5C67FF3B122B}" presName="hierChild4" presStyleCnt="0"/>
      <dgm:spPr/>
    </dgm:pt>
    <dgm:pt modelId="{07D2BC8E-0C30-47D8-9C18-AF4DE9B6DC67}" type="pres">
      <dgm:prSet presAssocID="{65EEF57B-89DC-4D62-863B-5C67FF3B122B}" presName="hierChild5" presStyleCnt="0"/>
      <dgm:spPr/>
    </dgm:pt>
    <dgm:pt modelId="{CAEF19E1-6D4D-4476-B9DC-10CD3B0DF056}" type="pres">
      <dgm:prSet presAssocID="{89911E57-86AA-4422-8177-8710F12ECE2C}" presName="hierChild5" presStyleCnt="0"/>
      <dgm:spPr/>
    </dgm:pt>
    <dgm:pt modelId="{514A744B-1D54-4929-92A6-7DF85EA84F30}" type="pres">
      <dgm:prSet presAssocID="{D23F828C-0A32-4D78-B080-E3335DD71CB4}" presName="Name37" presStyleLbl="parChTrans1D2" presStyleIdx="2" presStyleCnt="6"/>
      <dgm:spPr/>
    </dgm:pt>
    <dgm:pt modelId="{5D15387C-7F06-41C6-A464-33221DB07406}" type="pres">
      <dgm:prSet presAssocID="{85536D83-9B2F-4769-963B-86B8F8758B06}" presName="hierRoot2" presStyleCnt="0">
        <dgm:presLayoutVars>
          <dgm:hierBranch val="init"/>
        </dgm:presLayoutVars>
      </dgm:prSet>
      <dgm:spPr/>
    </dgm:pt>
    <dgm:pt modelId="{7C15E164-7520-4F52-9A6C-9B2C9352E4D4}" type="pres">
      <dgm:prSet presAssocID="{85536D83-9B2F-4769-963B-86B8F8758B06}" presName="rootComposite" presStyleCnt="0"/>
      <dgm:spPr/>
    </dgm:pt>
    <dgm:pt modelId="{F53F8A8F-7661-4992-BCC2-1EF3314E262B}" type="pres">
      <dgm:prSet presAssocID="{85536D83-9B2F-4769-963B-86B8F8758B06}" presName="rootText" presStyleLbl="node2" presStyleIdx="2" presStyleCnt="6">
        <dgm:presLayoutVars>
          <dgm:chPref val="3"/>
        </dgm:presLayoutVars>
      </dgm:prSet>
      <dgm:spPr/>
    </dgm:pt>
    <dgm:pt modelId="{36EF58FC-0E82-4665-AEDD-891593976D7D}" type="pres">
      <dgm:prSet presAssocID="{85536D83-9B2F-4769-963B-86B8F8758B06}" presName="rootConnector" presStyleLbl="node2" presStyleIdx="2" presStyleCnt="6"/>
      <dgm:spPr/>
    </dgm:pt>
    <dgm:pt modelId="{2F965B79-9C31-483F-A27B-05E54EC3A6F4}" type="pres">
      <dgm:prSet presAssocID="{85536D83-9B2F-4769-963B-86B8F8758B06}" presName="hierChild4" presStyleCnt="0"/>
      <dgm:spPr/>
    </dgm:pt>
    <dgm:pt modelId="{80CC57CF-1FCF-491E-B131-4628E645B76A}" type="pres">
      <dgm:prSet presAssocID="{7F3669C7-4657-4885-8B34-61A92F653D28}" presName="Name37" presStyleLbl="parChTrans1D3" presStyleIdx="6" presStyleCnt="11"/>
      <dgm:spPr/>
    </dgm:pt>
    <dgm:pt modelId="{25AE796F-5B92-4B3C-9B99-22F7DC1ED649}" type="pres">
      <dgm:prSet presAssocID="{127A77AC-7D1E-4EF7-ADE1-FB182ED83F69}" presName="hierRoot2" presStyleCnt="0">
        <dgm:presLayoutVars>
          <dgm:hierBranch val="init"/>
        </dgm:presLayoutVars>
      </dgm:prSet>
      <dgm:spPr/>
    </dgm:pt>
    <dgm:pt modelId="{00592317-9066-4D3A-8DE1-CAA1CEAAADFD}" type="pres">
      <dgm:prSet presAssocID="{127A77AC-7D1E-4EF7-ADE1-FB182ED83F69}" presName="rootComposite" presStyleCnt="0"/>
      <dgm:spPr/>
    </dgm:pt>
    <dgm:pt modelId="{47CF47B3-2622-4924-9FA5-EFEA334EB16F}" type="pres">
      <dgm:prSet presAssocID="{127A77AC-7D1E-4EF7-ADE1-FB182ED83F69}" presName="rootText" presStyleLbl="node3" presStyleIdx="6" presStyleCnt="11">
        <dgm:presLayoutVars>
          <dgm:chPref val="3"/>
        </dgm:presLayoutVars>
      </dgm:prSet>
      <dgm:spPr/>
    </dgm:pt>
    <dgm:pt modelId="{60ACB089-C93B-412A-A4CA-31CB0B29993B}" type="pres">
      <dgm:prSet presAssocID="{127A77AC-7D1E-4EF7-ADE1-FB182ED83F69}" presName="rootConnector" presStyleLbl="node3" presStyleIdx="6" presStyleCnt="11"/>
      <dgm:spPr/>
    </dgm:pt>
    <dgm:pt modelId="{6A0ED87D-0883-448C-B56F-83A95DC43E96}" type="pres">
      <dgm:prSet presAssocID="{127A77AC-7D1E-4EF7-ADE1-FB182ED83F69}" presName="hierChild4" presStyleCnt="0"/>
      <dgm:spPr/>
    </dgm:pt>
    <dgm:pt modelId="{9A6B1A88-F8BE-4324-BBA9-FD1AF2F73ECB}" type="pres">
      <dgm:prSet presAssocID="{127A77AC-7D1E-4EF7-ADE1-FB182ED83F69}" presName="hierChild5" presStyleCnt="0"/>
      <dgm:spPr/>
    </dgm:pt>
    <dgm:pt modelId="{8AD0B5C4-42DB-40A2-A103-FC905373884E}" type="pres">
      <dgm:prSet presAssocID="{85536D83-9B2F-4769-963B-86B8F8758B06}" presName="hierChild5" presStyleCnt="0"/>
      <dgm:spPr/>
    </dgm:pt>
    <dgm:pt modelId="{4EC503F3-1F73-4FC2-B59E-5FBE130F5725}" type="pres">
      <dgm:prSet presAssocID="{D1DF858B-9B87-40CF-B96E-025E5F8CE495}" presName="Name37" presStyleLbl="parChTrans1D2" presStyleIdx="3" presStyleCnt="6"/>
      <dgm:spPr/>
    </dgm:pt>
    <dgm:pt modelId="{9969A768-C8A3-405F-B35F-329C9B51D133}" type="pres">
      <dgm:prSet presAssocID="{1BD43C4D-5CB1-4101-8720-753903564BEA}" presName="hierRoot2" presStyleCnt="0">
        <dgm:presLayoutVars>
          <dgm:hierBranch val="init"/>
        </dgm:presLayoutVars>
      </dgm:prSet>
      <dgm:spPr/>
    </dgm:pt>
    <dgm:pt modelId="{77F40B1F-8554-4737-A5F4-E58F6FC47485}" type="pres">
      <dgm:prSet presAssocID="{1BD43C4D-5CB1-4101-8720-753903564BEA}" presName="rootComposite" presStyleCnt="0"/>
      <dgm:spPr/>
    </dgm:pt>
    <dgm:pt modelId="{326FB6C2-5173-4872-9EAE-4101BAE4DBD1}" type="pres">
      <dgm:prSet presAssocID="{1BD43C4D-5CB1-4101-8720-753903564BEA}" presName="rootText" presStyleLbl="node2" presStyleIdx="3" presStyleCnt="6">
        <dgm:presLayoutVars>
          <dgm:chPref val="3"/>
        </dgm:presLayoutVars>
      </dgm:prSet>
      <dgm:spPr/>
    </dgm:pt>
    <dgm:pt modelId="{37167C4D-F550-4DFC-BA7C-5B7E6F9A4C79}" type="pres">
      <dgm:prSet presAssocID="{1BD43C4D-5CB1-4101-8720-753903564BEA}" presName="rootConnector" presStyleLbl="node2" presStyleIdx="3" presStyleCnt="6"/>
      <dgm:spPr/>
    </dgm:pt>
    <dgm:pt modelId="{9F06DE2A-8295-4849-9B70-AEB6F993761E}" type="pres">
      <dgm:prSet presAssocID="{1BD43C4D-5CB1-4101-8720-753903564BEA}" presName="hierChild4" presStyleCnt="0"/>
      <dgm:spPr/>
    </dgm:pt>
    <dgm:pt modelId="{927F2840-225D-4165-A931-8F777E9B4972}" type="pres">
      <dgm:prSet presAssocID="{83B193D6-D942-4BB1-AA4B-A871AF34FED2}" presName="Name37" presStyleLbl="parChTrans1D3" presStyleIdx="7" presStyleCnt="11"/>
      <dgm:spPr/>
    </dgm:pt>
    <dgm:pt modelId="{0B3BC9DE-590C-43E3-8976-709908A1E0B7}" type="pres">
      <dgm:prSet presAssocID="{087AE353-A18E-47AA-BA6A-7CE6B9762E93}" presName="hierRoot2" presStyleCnt="0">
        <dgm:presLayoutVars>
          <dgm:hierBranch val="init"/>
        </dgm:presLayoutVars>
      </dgm:prSet>
      <dgm:spPr/>
    </dgm:pt>
    <dgm:pt modelId="{3038829C-7289-4EB5-8D39-A941A2ADB354}" type="pres">
      <dgm:prSet presAssocID="{087AE353-A18E-47AA-BA6A-7CE6B9762E93}" presName="rootComposite" presStyleCnt="0"/>
      <dgm:spPr/>
    </dgm:pt>
    <dgm:pt modelId="{556B1B2F-3B55-4EEA-AF7A-A1797A968A8E}" type="pres">
      <dgm:prSet presAssocID="{087AE353-A18E-47AA-BA6A-7CE6B9762E93}" presName="rootText" presStyleLbl="node3" presStyleIdx="7" presStyleCnt="11">
        <dgm:presLayoutVars>
          <dgm:chPref val="3"/>
        </dgm:presLayoutVars>
      </dgm:prSet>
      <dgm:spPr/>
    </dgm:pt>
    <dgm:pt modelId="{60915F18-3ABD-4175-9F28-381D4DD78233}" type="pres">
      <dgm:prSet presAssocID="{087AE353-A18E-47AA-BA6A-7CE6B9762E93}" presName="rootConnector" presStyleLbl="node3" presStyleIdx="7" presStyleCnt="11"/>
      <dgm:spPr/>
    </dgm:pt>
    <dgm:pt modelId="{3A7627A2-7B51-4E3C-A573-DC6C14521360}" type="pres">
      <dgm:prSet presAssocID="{087AE353-A18E-47AA-BA6A-7CE6B9762E93}" presName="hierChild4" presStyleCnt="0"/>
      <dgm:spPr/>
    </dgm:pt>
    <dgm:pt modelId="{984EAAE0-EF09-4CAC-A138-57E8C6DEC8F0}" type="pres">
      <dgm:prSet presAssocID="{087AE353-A18E-47AA-BA6A-7CE6B9762E93}" presName="hierChild5" presStyleCnt="0"/>
      <dgm:spPr/>
    </dgm:pt>
    <dgm:pt modelId="{FCF72759-09D8-4DAD-8341-AFD33B6F51B4}" type="pres">
      <dgm:prSet presAssocID="{519A4D16-3104-42EA-B7C0-09DAEB6CD61D}" presName="Name37" presStyleLbl="parChTrans1D3" presStyleIdx="8" presStyleCnt="11"/>
      <dgm:spPr/>
    </dgm:pt>
    <dgm:pt modelId="{CA4B2735-B94D-4364-8419-1DDE0AB82422}" type="pres">
      <dgm:prSet presAssocID="{EA304569-2608-4436-9EC5-10D338F0894F}" presName="hierRoot2" presStyleCnt="0">
        <dgm:presLayoutVars>
          <dgm:hierBranch val="init"/>
        </dgm:presLayoutVars>
      </dgm:prSet>
      <dgm:spPr/>
    </dgm:pt>
    <dgm:pt modelId="{08AAE6C8-6A52-4C99-BF6A-5ECF37B4EB91}" type="pres">
      <dgm:prSet presAssocID="{EA304569-2608-4436-9EC5-10D338F0894F}" presName="rootComposite" presStyleCnt="0"/>
      <dgm:spPr/>
    </dgm:pt>
    <dgm:pt modelId="{CAFD045F-B3F8-474E-BDF0-88BAA1E7E900}" type="pres">
      <dgm:prSet presAssocID="{EA304569-2608-4436-9EC5-10D338F0894F}" presName="rootText" presStyleLbl="node3" presStyleIdx="8" presStyleCnt="11">
        <dgm:presLayoutVars>
          <dgm:chPref val="3"/>
        </dgm:presLayoutVars>
      </dgm:prSet>
      <dgm:spPr/>
    </dgm:pt>
    <dgm:pt modelId="{DDCFD17B-7EA5-46C9-86F4-820BB9F5337D}" type="pres">
      <dgm:prSet presAssocID="{EA304569-2608-4436-9EC5-10D338F0894F}" presName="rootConnector" presStyleLbl="node3" presStyleIdx="8" presStyleCnt="11"/>
      <dgm:spPr/>
    </dgm:pt>
    <dgm:pt modelId="{03D9F794-D0C9-4A98-A01E-F852EFFF84C6}" type="pres">
      <dgm:prSet presAssocID="{EA304569-2608-4436-9EC5-10D338F0894F}" presName="hierChild4" presStyleCnt="0"/>
      <dgm:spPr/>
    </dgm:pt>
    <dgm:pt modelId="{3CA6FB0B-040A-4E7B-AAC9-71753B390A7F}" type="pres">
      <dgm:prSet presAssocID="{EA304569-2608-4436-9EC5-10D338F0894F}" presName="hierChild5" presStyleCnt="0"/>
      <dgm:spPr/>
    </dgm:pt>
    <dgm:pt modelId="{9D393F66-2AE0-43A4-9F08-CA674E0034AA}" type="pres">
      <dgm:prSet presAssocID="{1BD43C4D-5CB1-4101-8720-753903564BEA}" presName="hierChild5" presStyleCnt="0"/>
      <dgm:spPr/>
    </dgm:pt>
    <dgm:pt modelId="{FBAAB016-E1A5-4C37-8E0B-B0FD23E16F5B}" type="pres">
      <dgm:prSet presAssocID="{262EF11A-EA50-4D65-8C6E-CAB6C84D5025}" presName="Name37" presStyleLbl="parChTrans1D2" presStyleIdx="4" presStyleCnt="6"/>
      <dgm:spPr/>
    </dgm:pt>
    <dgm:pt modelId="{40E5B4AD-57FF-464C-B683-D272B76931BE}" type="pres">
      <dgm:prSet presAssocID="{54075FEE-FF50-49CA-8D78-F54A3E8D34BB}" presName="hierRoot2" presStyleCnt="0">
        <dgm:presLayoutVars>
          <dgm:hierBranch val="init"/>
        </dgm:presLayoutVars>
      </dgm:prSet>
      <dgm:spPr/>
    </dgm:pt>
    <dgm:pt modelId="{51665E4A-822D-48FE-99B8-528A2CE189FC}" type="pres">
      <dgm:prSet presAssocID="{54075FEE-FF50-49CA-8D78-F54A3E8D34BB}" presName="rootComposite" presStyleCnt="0"/>
      <dgm:spPr/>
    </dgm:pt>
    <dgm:pt modelId="{6BEB706D-D3C4-4900-84D0-4A7F5A4197A1}" type="pres">
      <dgm:prSet presAssocID="{54075FEE-FF50-49CA-8D78-F54A3E8D34BB}" presName="rootText" presStyleLbl="node2" presStyleIdx="4" presStyleCnt="6">
        <dgm:presLayoutVars>
          <dgm:chPref val="3"/>
        </dgm:presLayoutVars>
      </dgm:prSet>
      <dgm:spPr/>
    </dgm:pt>
    <dgm:pt modelId="{3CFE706F-131C-40D7-B5D6-30DC46A13C3C}" type="pres">
      <dgm:prSet presAssocID="{54075FEE-FF50-49CA-8D78-F54A3E8D34BB}" presName="rootConnector" presStyleLbl="node2" presStyleIdx="4" presStyleCnt="6"/>
      <dgm:spPr/>
    </dgm:pt>
    <dgm:pt modelId="{8CD37F7C-838D-4FDC-870B-3251FAEF7316}" type="pres">
      <dgm:prSet presAssocID="{54075FEE-FF50-49CA-8D78-F54A3E8D34BB}" presName="hierChild4" presStyleCnt="0"/>
      <dgm:spPr/>
    </dgm:pt>
    <dgm:pt modelId="{8E4091FF-08D0-462F-B5EA-BF80A3803C82}" type="pres">
      <dgm:prSet presAssocID="{78B96534-678E-4BA1-B564-05D4EAD7E5B6}" presName="Name37" presStyleLbl="parChTrans1D3" presStyleIdx="9" presStyleCnt="11"/>
      <dgm:spPr/>
    </dgm:pt>
    <dgm:pt modelId="{8895854F-30BB-4B56-997F-3DC074BAB0C3}" type="pres">
      <dgm:prSet presAssocID="{F683EF28-1622-4155-884F-8D0D952AE02D}" presName="hierRoot2" presStyleCnt="0">
        <dgm:presLayoutVars>
          <dgm:hierBranch val="init"/>
        </dgm:presLayoutVars>
      </dgm:prSet>
      <dgm:spPr/>
    </dgm:pt>
    <dgm:pt modelId="{D3F74614-089F-4746-8F9F-78E18CB08B70}" type="pres">
      <dgm:prSet presAssocID="{F683EF28-1622-4155-884F-8D0D952AE02D}" presName="rootComposite" presStyleCnt="0"/>
      <dgm:spPr/>
    </dgm:pt>
    <dgm:pt modelId="{426E2E70-DCE8-44C3-8CF4-6B1DAF6AC9B8}" type="pres">
      <dgm:prSet presAssocID="{F683EF28-1622-4155-884F-8D0D952AE02D}" presName="rootText" presStyleLbl="node3" presStyleIdx="9" presStyleCnt="11">
        <dgm:presLayoutVars>
          <dgm:chPref val="3"/>
        </dgm:presLayoutVars>
      </dgm:prSet>
      <dgm:spPr/>
    </dgm:pt>
    <dgm:pt modelId="{3332D97F-6C0C-49A2-998C-3C263DCF5597}" type="pres">
      <dgm:prSet presAssocID="{F683EF28-1622-4155-884F-8D0D952AE02D}" presName="rootConnector" presStyleLbl="node3" presStyleIdx="9" presStyleCnt="11"/>
      <dgm:spPr/>
    </dgm:pt>
    <dgm:pt modelId="{A90D1B1D-F79F-4C80-B15A-59D676224018}" type="pres">
      <dgm:prSet presAssocID="{F683EF28-1622-4155-884F-8D0D952AE02D}" presName="hierChild4" presStyleCnt="0"/>
      <dgm:spPr/>
    </dgm:pt>
    <dgm:pt modelId="{05FD2EF8-3B3E-426E-AE4B-1CB2E393DE3F}" type="pres">
      <dgm:prSet presAssocID="{F683EF28-1622-4155-884F-8D0D952AE02D}" presName="hierChild5" presStyleCnt="0"/>
      <dgm:spPr/>
    </dgm:pt>
    <dgm:pt modelId="{C2650244-EF3D-428A-840A-5E0897D7BE8E}" type="pres">
      <dgm:prSet presAssocID="{54075FEE-FF50-49CA-8D78-F54A3E8D34BB}" presName="hierChild5" presStyleCnt="0"/>
      <dgm:spPr/>
    </dgm:pt>
    <dgm:pt modelId="{08A7BCC7-C50C-4A21-8AFD-6D9D97F8BD0F}" type="pres">
      <dgm:prSet presAssocID="{2A7798EC-75F8-4151-AF0B-9DDF00EA6A16}" presName="Name37" presStyleLbl="parChTrans1D2" presStyleIdx="5" presStyleCnt="6"/>
      <dgm:spPr/>
    </dgm:pt>
    <dgm:pt modelId="{8FC11C67-AF80-4CDC-8B74-935727479DF1}" type="pres">
      <dgm:prSet presAssocID="{362F0C2E-38B1-4DAB-B436-88DCBEA29C21}" presName="hierRoot2" presStyleCnt="0">
        <dgm:presLayoutVars>
          <dgm:hierBranch val="init"/>
        </dgm:presLayoutVars>
      </dgm:prSet>
      <dgm:spPr/>
    </dgm:pt>
    <dgm:pt modelId="{81B8DDBF-1B85-473B-B6A3-BDBC68901CFE}" type="pres">
      <dgm:prSet presAssocID="{362F0C2E-38B1-4DAB-B436-88DCBEA29C21}" presName="rootComposite" presStyleCnt="0"/>
      <dgm:spPr/>
    </dgm:pt>
    <dgm:pt modelId="{8F582A09-1934-4C6C-9680-E512D823D8B0}" type="pres">
      <dgm:prSet presAssocID="{362F0C2E-38B1-4DAB-B436-88DCBEA29C21}" presName="rootText" presStyleLbl="node2" presStyleIdx="5" presStyleCnt="6">
        <dgm:presLayoutVars>
          <dgm:chPref val="3"/>
        </dgm:presLayoutVars>
      </dgm:prSet>
      <dgm:spPr/>
    </dgm:pt>
    <dgm:pt modelId="{C35BBA1C-7A15-4D7D-AD8C-5D9194DD65DF}" type="pres">
      <dgm:prSet presAssocID="{362F0C2E-38B1-4DAB-B436-88DCBEA29C21}" presName="rootConnector" presStyleLbl="node2" presStyleIdx="5" presStyleCnt="6"/>
      <dgm:spPr/>
    </dgm:pt>
    <dgm:pt modelId="{BEE1200B-A529-4177-A70E-6704182E9E13}" type="pres">
      <dgm:prSet presAssocID="{362F0C2E-38B1-4DAB-B436-88DCBEA29C21}" presName="hierChild4" presStyleCnt="0"/>
      <dgm:spPr/>
    </dgm:pt>
    <dgm:pt modelId="{B699A2FE-77D2-430F-B5DA-EBA01DB21591}" type="pres">
      <dgm:prSet presAssocID="{D5791686-2EF2-40AD-A8A8-CEE1E0962049}" presName="Name37" presStyleLbl="parChTrans1D3" presStyleIdx="10" presStyleCnt="11"/>
      <dgm:spPr/>
    </dgm:pt>
    <dgm:pt modelId="{8D58ED1F-8B83-4225-BAF2-82E6DD02DBFA}" type="pres">
      <dgm:prSet presAssocID="{34FD9C10-1BE1-4319-B181-EB9EDEE22619}" presName="hierRoot2" presStyleCnt="0">
        <dgm:presLayoutVars>
          <dgm:hierBranch val="init"/>
        </dgm:presLayoutVars>
      </dgm:prSet>
      <dgm:spPr/>
    </dgm:pt>
    <dgm:pt modelId="{79FDA52C-5CF7-49B3-9410-AA0755ECDA75}" type="pres">
      <dgm:prSet presAssocID="{34FD9C10-1BE1-4319-B181-EB9EDEE22619}" presName="rootComposite" presStyleCnt="0"/>
      <dgm:spPr/>
    </dgm:pt>
    <dgm:pt modelId="{3A09AAF5-E941-4DDE-A8DE-7684990C747B}" type="pres">
      <dgm:prSet presAssocID="{34FD9C10-1BE1-4319-B181-EB9EDEE22619}" presName="rootText" presStyleLbl="node3" presStyleIdx="10" presStyleCnt="11">
        <dgm:presLayoutVars>
          <dgm:chPref val="3"/>
        </dgm:presLayoutVars>
      </dgm:prSet>
      <dgm:spPr/>
    </dgm:pt>
    <dgm:pt modelId="{E6E1F985-7B0D-43E6-A1AB-EA2ABE541C79}" type="pres">
      <dgm:prSet presAssocID="{34FD9C10-1BE1-4319-B181-EB9EDEE22619}" presName="rootConnector" presStyleLbl="node3" presStyleIdx="10" presStyleCnt="11"/>
      <dgm:spPr/>
    </dgm:pt>
    <dgm:pt modelId="{93AE334A-1B9C-4AE5-9FF4-CF0C3C70BBF9}" type="pres">
      <dgm:prSet presAssocID="{34FD9C10-1BE1-4319-B181-EB9EDEE22619}" presName="hierChild4" presStyleCnt="0"/>
      <dgm:spPr/>
    </dgm:pt>
    <dgm:pt modelId="{D3BDE8B1-60A9-43FF-8901-0D172CB826AF}" type="pres">
      <dgm:prSet presAssocID="{34FD9C10-1BE1-4319-B181-EB9EDEE22619}" presName="hierChild5" presStyleCnt="0"/>
      <dgm:spPr/>
    </dgm:pt>
    <dgm:pt modelId="{88DE823B-3C54-46CA-B4DD-112F3171E954}" type="pres">
      <dgm:prSet presAssocID="{362F0C2E-38B1-4DAB-B436-88DCBEA29C21}" presName="hierChild5" presStyleCnt="0"/>
      <dgm:spPr/>
    </dgm:pt>
    <dgm:pt modelId="{0CEC8435-C68E-4A64-9165-4FC4457C852D}" type="pres">
      <dgm:prSet presAssocID="{D25BD4B2-2DF2-4F05-AF3E-B2D45176F85E}" presName="hierChild3" presStyleCnt="0"/>
      <dgm:spPr/>
    </dgm:pt>
  </dgm:ptLst>
  <dgm:cxnLst>
    <dgm:cxn modelId="{B91A0505-87BA-44CD-931F-B90F21A51EE6}" type="presOf" srcId="{F683EF28-1622-4155-884F-8D0D952AE02D}" destId="{426E2E70-DCE8-44C3-8CF4-6B1DAF6AC9B8}" srcOrd="0" destOrd="0" presId="urn:microsoft.com/office/officeart/2005/8/layout/orgChart1"/>
    <dgm:cxn modelId="{F0148306-12F0-49C5-8B53-4CCF320B90A4}" type="presOf" srcId="{041726E1-478D-4C6E-8948-0DFAD8BB9EE5}" destId="{83F6FEC4-7C1C-43CA-9DCA-ED1BB6EC64D9}" srcOrd="0" destOrd="0" presId="urn:microsoft.com/office/officeart/2005/8/layout/orgChart1"/>
    <dgm:cxn modelId="{4D3DB90B-8251-47A8-BDA1-7523F64C77DB}" type="presOf" srcId="{C657B91D-73EC-4002-AEC2-A4B32838C727}" destId="{4BE0FD73-26E4-4A27-AB7F-1172E2D5E7C7}" srcOrd="0" destOrd="0" presId="urn:microsoft.com/office/officeart/2005/8/layout/orgChart1"/>
    <dgm:cxn modelId="{26A88B0E-63AA-4E3A-A57D-552D4D4B196F}" type="presOf" srcId="{1BD43C4D-5CB1-4101-8720-753903564BEA}" destId="{37167C4D-F550-4DFC-BA7C-5B7E6F9A4C79}" srcOrd="1" destOrd="0" presId="urn:microsoft.com/office/officeart/2005/8/layout/orgChart1"/>
    <dgm:cxn modelId="{82B95913-2FE8-468E-8D1B-9D838E59BE60}" srcId="{D25BD4B2-2DF2-4F05-AF3E-B2D45176F85E}" destId="{362F0C2E-38B1-4DAB-B436-88DCBEA29C21}" srcOrd="5" destOrd="0" parTransId="{2A7798EC-75F8-4151-AF0B-9DDF00EA6A16}" sibTransId="{545D1C22-17DD-4D3B-BF98-73E154070810}"/>
    <dgm:cxn modelId="{3FAC741A-63CA-4313-BD2A-4BD8BF864E6F}" type="presOf" srcId="{D25BD4B2-2DF2-4F05-AF3E-B2D45176F85E}" destId="{77F33AA0-8E4D-4397-875A-8B7ED73CEDB7}" srcOrd="1" destOrd="0" presId="urn:microsoft.com/office/officeart/2005/8/layout/orgChart1"/>
    <dgm:cxn modelId="{EED64128-96E0-4671-A841-294E39BA24A2}" type="presOf" srcId="{5BF381D8-B13D-41F7-89DB-CFE72E771595}" destId="{27D8A38D-FF53-4921-83BD-50E087D7B235}" srcOrd="0" destOrd="0" presId="urn:microsoft.com/office/officeart/2005/8/layout/orgChart1"/>
    <dgm:cxn modelId="{D3F7702B-27D1-4F6B-9B06-FE14D9F2C7AD}" type="presOf" srcId="{B1F2197A-FCA5-47B3-AECC-A00D4A651B5E}" destId="{8DECA21F-BFE7-4601-9654-4122C5950963}" srcOrd="1" destOrd="0" presId="urn:microsoft.com/office/officeart/2005/8/layout/orgChart1"/>
    <dgm:cxn modelId="{753F442D-34C9-4207-96BC-CC18D5546569}" type="presOf" srcId="{127A77AC-7D1E-4EF7-ADE1-FB182ED83F69}" destId="{47CF47B3-2622-4924-9FA5-EFEA334EB16F}" srcOrd="0" destOrd="0" presId="urn:microsoft.com/office/officeart/2005/8/layout/orgChart1"/>
    <dgm:cxn modelId="{91BABB2D-0351-4D79-80B6-D5607A15D5E5}" srcId="{C657B91D-73EC-4002-AEC2-A4B32838C727}" destId="{D25BD4B2-2DF2-4F05-AF3E-B2D45176F85E}" srcOrd="0" destOrd="0" parTransId="{4EC3F471-9A7D-4C70-A9F4-67EA4CA534E5}" sibTransId="{A0E20446-F902-4063-9EB1-D5B0721BBB5E}"/>
    <dgm:cxn modelId="{F6DF472E-6593-41F0-B04C-96E018507336}" type="presOf" srcId="{34FD9C10-1BE1-4319-B181-EB9EDEE22619}" destId="{E6E1F985-7B0D-43E6-A1AB-EA2ABE541C79}" srcOrd="1" destOrd="0" presId="urn:microsoft.com/office/officeart/2005/8/layout/orgChart1"/>
    <dgm:cxn modelId="{F6D72B30-33CD-433D-A1DC-4E86781183F5}" srcId="{FDD75D80-234C-4F69-9395-1995999D0357}" destId="{22FFAF23-3591-4D8F-9906-F682DA2D742A}" srcOrd="2" destOrd="0" parTransId="{880222F6-8AEE-4C0E-8033-54F5CB83DF06}" sibTransId="{AED59399-0DA5-43FF-A967-F5A712AB500F}"/>
    <dgm:cxn modelId="{56533E30-6D68-48C3-A614-EB276AB0037F}" type="presOf" srcId="{5C9278D3-2DCC-4AC0-B1C1-E5500CB04326}" destId="{E6B35977-4FA4-469D-8E44-462434402F4B}" srcOrd="0" destOrd="0" presId="urn:microsoft.com/office/officeart/2005/8/layout/orgChart1"/>
    <dgm:cxn modelId="{ED437530-8F7A-4E8F-B0D1-5890B1180E72}" type="presOf" srcId="{D5791686-2EF2-40AD-A8A8-CEE1E0962049}" destId="{B699A2FE-77D2-430F-B5DA-EBA01DB21591}" srcOrd="0" destOrd="0" presId="urn:microsoft.com/office/officeart/2005/8/layout/orgChart1"/>
    <dgm:cxn modelId="{81FA5A30-4138-4B22-88A7-877B6E497271}" type="presOf" srcId="{F50FCE4E-9D50-4254-B7CD-2D75B44035B2}" destId="{EF00BDD7-4D8F-4763-BA18-C6DEA392D48C}" srcOrd="1" destOrd="0" presId="urn:microsoft.com/office/officeart/2005/8/layout/orgChart1"/>
    <dgm:cxn modelId="{6F709030-4752-4EB8-B140-2835248BC13B}" type="presOf" srcId="{FDD75D80-234C-4F69-9395-1995999D0357}" destId="{F22D3D90-A44E-4FB3-BF0F-0483EED95C49}" srcOrd="1" destOrd="0" presId="urn:microsoft.com/office/officeart/2005/8/layout/orgChart1"/>
    <dgm:cxn modelId="{CBDFBC30-52C1-4CC7-AE54-F78DEC18E611}" type="presOf" srcId="{83B193D6-D942-4BB1-AA4B-A871AF34FED2}" destId="{927F2840-225D-4165-A931-8F777E9B4972}" srcOrd="0" destOrd="0" presId="urn:microsoft.com/office/officeart/2005/8/layout/orgChart1"/>
    <dgm:cxn modelId="{E8CD0F39-3CD9-4971-A1D9-42901A2567E2}" type="presOf" srcId="{2A7798EC-75F8-4151-AF0B-9DDF00EA6A16}" destId="{08A7BCC7-C50C-4A21-8AFD-6D9D97F8BD0F}" srcOrd="0" destOrd="0" presId="urn:microsoft.com/office/officeart/2005/8/layout/orgChart1"/>
    <dgm:cxn modelId="{EEC7CD3F-23D6-4544-A488-33EA2AE0C052}" srcId="{FDD75D80-234C-4F69-9395-1995999D0357}" destId="{3513A472-3B52-4963-B20A-CCF23FC8A945}" srcOrd="0" destOrd="0" parTransId="{4224751F-9CEA-41CB-9896-A53F56CEF97B}" sibTransId="{A7B06631-122D-4C53-8055-9BE394166097}"/>
    <dgm:cxn modelId="{49CD2140-5681-4E06-9B04-E38E788C3DFB}" srcId="{FDD75D80-234C-4F69-9395-1995999D0357}" destId="{B1F2197A-FCA5-47B3-AECC-A00D4A651B5E}" srcOrd="1" destOrd="0" parTransId="{9D84FB2C-CE5B-45FA-9CB8-42B030DCB446}" sibTransId="{61C3DFD9-A266-4B95-8956-5E5FC9B3C00D}"/>
    <dgm:cxn modelId="{BC42985E-EEBD-4655-B0B2-5FE031193F75}" srcId="{D25BD4B2-2DF2-4F05-AF3E-B2D45176F85E}" destId="{85536D83-9B2F-4769-963B-86B8F8758B06}" srcOrd="2" destOrd="0" parTransId="{D23F828C-0A32-4D78-B080-E3335DD71CB4}" sibTransId="{E16B68A7-C439-4F4D-9866-FE68764FA53A}"/>
    <dgm:cxn modelId="{3FC3FD41-AA7C-4C83-90B7-63A6EADA813D}" srcId="{54075FEE-FF50-49CA-8D78-F54A3E8D34BB}" destId="{F683EF28-1622-4155-884F-8D0D952AE02D}" srcOrd="0" destOrd="0" parTransId="{78B96534-678E-4BA1-B564-05D4EAD7E5B6}" sibTransId="{B37166AD-C29B-4E79-842E-3C3F9C33BB9E}"/>
    <dgm:cxn modelId="{5CF67B42-93FE-415A-8491-43BCFFBBA6BC}" type="presOf" srcId="{F27BE6E6-0050-4257-BB10-4F736CE5C6C4}" destId="{8804916F-6720-4CFE-8108-800774B4290B}" srcOrd="0" destOrd="0" presId="urn:microsoft.com/office/officeart/2005/8/layout/orgChart1"/>
    <dgm:cxn modelId="{80396544-34CF-4114-B7E5-D4A857AD5C04}" type="presOf" srcId="{EA304569-2608-4436-9EC5-10D338F0894F}" destId="{DDCFD17B-7EA5-46C9-86F4-820BB9F5337D}" srcOrd="1" destOrd="0" presId="urn:microsoft.com/office/officeart/2005/8/layout/orgChart1"/>
    <dgm:cxn modelId="{B2553165-76D0-4FB8-887D-D113B33F4632}" type="presOf" srcId="{7F3669C7-4657-4885-8B34-61A92F653D28}" destId="{80CC57CF-1FCF-491E-B131-4628E645B76A}" srcOrd="0" destOrd="0" presId="urn:microsoft.com/office/officeart/2005/8/layout/orgChart1"/>
    <dgm:cxn modelId="{DFB27E45-B3D6-4C4B-A9C9-4A0E9A7C3B69}" type="presOf" srcId="{D23F828C-0A32-4D78-B080-E3335DD71CB4}" destId="{514A744B-1D54-4929-92A6-7DF85EA84F30}" srcOrd="0" destOrd="0" presId="urn:microsoft.com/office/officeart/2005/8/layout/orgChart1"/>
    <dgm:cxn modelId="{304FEC65-922A-4397-B68A-BC70E07822C4}" type="presOf" srcId="{65EEF57B-89DC-4D62-863B-5C67FF3B122B}" destId="{39C7AD84-8716-482E-8394-8F2E672AA72D}" srcOrd="0" destOrd="0" presId="urn:microsoft.com/office/officeart/2005/8/layout/orgChart1"/>
    <dgm:cxn modelId="{D0055648-D11E-4968-9800-6AE0F01434A0}" srcId="{D25BD4B2-2DF2-4F05-AF3E-B2D45176F85E}" destId="{1BD43C4D-5CB1-4101-8720-753903564BEA}" srcOrd="3" destOrd="0" parTransId="{D1DF858B-9B87-40CF-B96E-025E5F8CE495}" sibTransId="{2E6CC257-A905-4115-A983-552FE68DB58F}"/>
    <dgm:cxn modelId="{0F4EC168-816F-48FC-A90F-39E721790489}" type="presOf" srcId="{362F0C2E-38B1-4DAB-B436-88DCBEA29C21}" destId="{C35BBA1C-7A15-4D7D-AD8C-5D9194DD65DF}" srcOrd="1" destOrd="0" presId="urn:microsoft.com/office/officeart/2005/8/layout/orgChart1"/>
    <dgm:cxn modelId="{00F7E468-1832-4562-BBAE-DA7D5C7E9D4A}" type="presOf" srcId="{087AE353-A18E-47AA-BA6A-7CE6B9762E93}" destId="{60915F18-3ABD-4175-9F28-381D4DD78233}" srcOrd="1" destOrd="0" presId="urn:microsoft.com/office/officeart/2005/8/layout/orgChart1"/>
    <dgm:cxn modelId="{B5A9536A-3096-4B5F-9723-7D5F22D47A30}" srcId="{85536D83-9B2F-4769-963B-86B8F8758B06}" destId="{127A77AC-7D1E-4EF7-ADE1-FB182ED83F69}" srcOrd="0" destOrd="0" parTransId="{7F3669C7-4657-4885-8B34-61A92F653D28}" sibTransId="{3D9F3D95-B8F5-4474-BC04-6F63AB9F0EE0}"/>
    <dgm:cxn modelId="{E5F0B36B-BF5F-407A-B121-0B16DFC1B1BE}" type="presOf" srcId="{D59937E6-A4E7-476E-A559-3BEE7807C811}" destId="{CF869EE2-D8F4-4A2E-818F-009098367DC7}" srcOrd="1" destOrd="0" presId="urn:microsoft.com/office/officeart/2005/8/layout/orgChart1"/>
    <dgm:cxn modelId="{1348B96B-A155-42BE-81E7-E1B5354C2811}" srcId="{89911E57-86AA-4422-8177-8710F12ECE2C}" destId="{F50FCE4E-9D50-4254-B7CD-2D75B44035B2}" srcOrd="0" destOrd="0" parTransId="{F27BE6E6-0050-4257-BB10-4F736CE5C6C4}" sibTransId="{784C7118-16EE-414C-8DFC-92C8BAA99388}"/>
    <dgm:cxn modelId="{A9B4606C-D538-436A-A122-6430CC8156B1}" srcId="{D25BD4B2-2DF2-4F05-AF3E-B2D45176F85E}" destId="{89911E57-86AA-4422-8177-8710F12ECE2C}" srcOrd="1" destOrd="0" parTransId="{5BF381D8-B13D-41F7-89DB-CFE72E771595}" sibTransId="{BFED299C-00BE-4B77-A2E9-F170F870A84C}"/>
    <dgm:cxn modelId="{1C96CC6C-D8C7-43BF-ADD2-4DF9E4783227}" type="presOf" srcId="{D1DF858B-9B87-40CF-B96E-025E5F8CE495}" destId="{4EC503F3-1F73-4FC2-B59E-5FBE130F5725}" srcOrd="0" destOrd="0" presId="urn:microsoft.com/office/officeart/2005/8/layout/orgChart1"/>
    <dgm:cxn modelId="{FD8DC64D-DCF1-49DC-B56F-DCC48A59E362}" type="presOf" srcId="{89911E57-86AA-4422-8177-8710F12ECE2C}" destId="{DAA037D3-1611-4262-9A59-E6DC8540EFB9}" srcOrd="0" destOrd="0" presId="urn:microsoft.com/office/officeart/2005/8/layout/orgChart1"/>
    <dgm:cxn modelId="{DB02EC4E-6AE3-492B-B563-3C2649C8F558}" type="presOf" srcId="{127A77AC-7D1E-4EF7-ADE1-FB182ED83F69}" destId="{60ACB089-C93B-412A-A4CA-31CB0B29993B}" srcOrd="1" destOrd="0" presId="urn:microsoft.com/office/officeart/2005/8/layout/orgChart1"/>
    <dgm:cxn modelId="{EAB9CC4F-EC9E-4781-8C91-64F442E77682}" type="presOf" srcId="{78B96534-678E-4BA1-B564-05D4EAD7E5B6}" destId="{8E4091FF-08D0-462F-B5EA-BF80A3803C82}" srcOrd="0" destOrd="0" presId="urn:microsoft.com/office/officeart/2005/8/layout/orgChart1"/>
    <dgm:cxn modelId="{D0D0F26F-33E9-4AA5-9166-035734746983}" type="presOf" srcId="{22FFAF23-3591-4D8F-9906-F682DA2D742A}" destId="{B72E933C-8676-4D7A-B99F-F21CC180BD06}" srcOrd="1" destOrd="0" presId="urn:microsoft.com/office/officeart/2005/8/layout/orgChart1"/>
    <dgm:cxn modelId="{2DBFA170-DD12-47CD-AB6F-0E672340D682}" type="presOf" srcId="{D59937E6-A4E7-476E-A559-3BEE7807C811}" destId="{B4657BAC-9030-4045-9E03-B13A00741EDA}" srcOrd="0" destOrd="0" presId="urn:microsoft.com/office/officeart/2005/8/layout/orgChart1"/>
    <dgm:cxn modelId="{AFEF7F51-89BF-427F-A12C-BD9F1A0A49C2}" type="presOf" srcId="{9D84FB2C-CE5B-45FA-9CB8-42B030DCB446}" destId="{98575BC6-D32B-4BAE-82C3-F4A81BF96327}" srcOrd="0" destOrd="0" presId="urn:microsoft.com/office/officeart/2005/8/layout/orgChart1"/>
    <dgm:cxn modelId="{8A687F52-B865-46A4-8114-D80FF7BDD3AD}" type="presOf" srcId="{22FFAF23-3591-4D8F-9906-F682DA2D742A}" destId="{C5A9369B-7CB6-4B36-8F27-91A2E81CAE8A}" srcOrd="0" destOrd="0" presId="urn:microsoft.com/office/officeart/2005/8/layout/orgChart1"/>
    <dgm:cxn modelId="{E9B4E955-F461-4EA1-A808-81F3C13A2965}" srcId="{89911E57-86AA-4422-8177-8710F12ECE2C}" destId="{D59937E6-A4E7-476E-A559-3BEE7807C811}" srcOrd="1" destOrd="0" parTransId="{041726E1-478D-4C6E-8948-0DFAD8BB9EE5}" sibTransId="{08AA7F4B-0343-4BDA-8222-700FE8B46345}"/>
    <dgm:cxn modelId="{02C8FC78-6DAF-477B-8D82-CCBA7A010ED6}" type="presOf" srcId="{D25BD4B2-2DF2-4F05-AF3E-B2D45176F85E}" destId="{1FD8637E-ADD8-4748-88AD-04A11ECC4A10}" srcOrd="0" destOrd="0" presId="urn:microsoft.com/office/officeart/2005/8/layout/orgChart1"/>
    <dgm:cxn modelId="{01B28280-9643-46B8-AF14-1956C4A9CD0F}" type="presOf" srcId="{3513A472-3B52-4963-B20A-CCF23FC8A945}" destId="{E8D1285E-F23E-4199-ACDA-ACDCB115F12D}" srcOrd="0" destOrd="0" presId="urn:microsoft.com/office/officeart/2005/8/layout/orgChart1"/>
    <dgm:cxn modelId="{26B4FC80-64C4-4709-BAB2-FBA11D611911}" type="presOf" srcId="{880222F6-8AEE-4C0E-8033-54F5CB83DF06}" destId="{DD256592-34F4-4AF8-B81D-99D4851F958B}" srcOrd="0" destOrd="0" presId="urn:microsoft.com/office/officeart/2005/8/layout/orgChart1"/>
    <dgm:cxn modelId="{B6580482-77D2-4814-AF44-51B3D26CC2F5}" type="presOf" srcId="{087AE353-A18E-47AA-BA6A-7CE6B9762E93}" destId="{556B1B2F-3B55-4EEA-AF7A-A1797A968A8E}" srcOrd="0" destOrd="0" presId="urn:microsoft.com/office/officeart/2005/8/layout/orgChart1"/>
    <dgm:cxn modelId="{3E78FC83-BC5F-4AA6-9D08-E5AE510529F8}" srcId="{D25BD4B2-2DF2-4F05-AF3E-B2D45176F85E}" destId="{FDD75D80-234C-4F69-9395-1995999D0357}" srcOrd="0" destOrd="0" parTransId="{5C9278D3-2DCC-4AC0-B1C1-E5500CB04326}" sibTransId="{D976230A-8B19-42B0-A892-5B5B5D117A85}"/>
    <dgm:cxn modelId="{0453B68F-5D0E-46FE-B36E-FBC68EC9868E}" type="presOf" srcId="{262EF11A-EA50-4D65-8C6E-CAB6C84D5025}" destId="{FBAAB016-E1A5-4C37-8E0B-B0FD23E16F5B}" srcOrd="0" destOrd="0" presId="urn:microsoft.com/office/officeart/2005/8/layout/orgChart1"/>
    <dgm:cxn modelId="{BAF72292-0F41-4016-9F32-84DC725D907B}" type="presOf" srcId="{B1F2197A-FCA5-47B3-AECC-A00D4A651B5E}" destId="{72611834-B643-4BDC-8BAC-6A169FF96FE0}" srcOrd="0" destOrd="0" presId="urn:microsoft.com/office/officeart/2005/8/layout/orgChart1"/>
    <dgm:cxn modelId="{927AA19D-18BD-412B-AC80-C1D5A175746F}" type="presOf" srcId="{89911E57-86AA-4422-8177-8710F12ECE2C}" destId="{A60A6A15-81D7-4C1E-A1BD-F3B50C183C63}" srcOrd="1" destOrd="0" presId="urn:microsoft.com/office/officeart/2005/8/layout/orgChart1"/>
    <dgm:cxn modelId="{4FF8EB9E-4742-4C83-9704-6C6871C65EDA}" type="presOf" srcId="{168D4BA5-BD6E-4CDC-8FD4-068F7F7683C1}" destId="{A27929A7-76A0-4D6E-8696-62C040F55259}" srcOrd="0" destOrd="0" presId="urn:microsoft.com/office/officeart/2005/8/layout/orgChart1"/>
    <dgm:cxn modelId="{01242EA0-6CAC-462E-829B-44F1D4F318BE}" type="presOf" srcId="{362F0C2E-38B1-4DAB-B436-88DCBEA29C21}" destId="{8F582A09-1934-4C6C-9680-E512D823D8B0}" srcOrd="0" destOrd="0" presId="urn:microsoft.com/office/officeart/2005/8/layout/orgChart1"/>
    <dgm:cxn modelId="{51508FAC-6566-44B7-9FE5-6DFD3AC8534C}" type="presOf" srcId="{F50FCE4E-9D50-4254-B7CD-2D75B44035B2}" destId="{237DD355-6A1B-4D66-8529-3ECA03BB553B}" srcOrd="0" destOrd="0" presId="urn:microsoft.com/office/officeart/2005/8/layout/orgChart1"/>
    <dgm:cxn modelId="{175212AE-9057-483C-81EE-92DD8FDF7A53}" type="presOf" srcId="{EA304569-2608-4436-9EC5-10D338F0894F}" destId="{CAFD045F-B3F8-474E-BDF0-88BAA1E7E900}" srcOrd="0" destOrd="0" presId="urn:microsoft.com/office/officeart/2005/8/layout/orgChart1"/>
    <dgm:cxn modelId="{808BCFB0-CC48-4B27-861F-778C4E53EBF7}" type="presOf" srcId="{85536D83-9B2F-4769-963B-86B8F8758B06}" destId="{36EF58FC-0E82-4665-AEDD-891593976D7D}" srcOrd="1" destOrd="0" presId="urn:microsoft.com/office/officeart/2005/8/layout/orgChart1"/>
    <dgm:cxn modelId="{6B21E2B8-0810-4435-8CD5-ED00721423BE}" srcId="{D25BD4B2-2DF2-4F05-AF3E-B2D45176F85E}" destId="{54075FEE-FF50-49CA-8D78-F54A3E8D34BB}" srcOrd="4" destOrd="0" parTransId="{262EF11A-EA50-4D65-8C6E-CAB6C84D5025}" sibTransId="{35A802C4-DF7B-4F95-BACD-23CFFFAE48B8}"/>
    <dgm:cxn modelId="{20CA33BE-874D-4669-B525-B3A2FCA176B9}" type="presOf" srcId="{85536D83-9B2F-4769-963B-86B8F8758B06}" destId="{F53F8A8F-7661-4992-BCC2-1EF3314E262B}" srcOrd="0" destOrd="0" presId="urn:microsoft.com/office/officeart/2005/8/layout/orgChart1"/>
    <dgm:cxn modelId="{675351CE-4AF0-4DD6-A70C-DADCBECFF019}" type="presOf" srcId="{34FD9C10-1BE1-4319-B181-EB9EDEE22619}" destId="{3A09AAF5-E941-4DDE-A8DE-7684990C747B}" srcOrd="0" destOrd="0" presId="urn:microsoft.com/office/officeart/2005/8/layout/orgChart1"/>
    <dgm:cxn modelId="{3C681DD0-E1BE-4BA1-9F24-5B0E31B27902}" type="presOf" srcId="{1BD43C4D-5CB1-4101-8720-753903564BEA}" destId="{326FB6C2-5173-4872-9EAE-4101BAE4DBD1}" srcOrd="0" destOrd="0" presId="urn:microsoft.com/office/officeart/2005/8/layout/orgChart1"/>
    <dgm:cxn modelId="{908A35D1-B931-41DC-8CB3-159735BC39CD}" type="presOf" srcId="{FDD75D80-234C-4F69-9395-1995999D0357}" destId="{EE69FA8E-EF4A-45B8-8C13-0903CE414530}" srcOrd="0" destOrd="0" presId="urn:microsoft.com/office/officeart/2005/8/layout/orgChart1"/>
    <dgm:cxn modelId="{4BFA22D5-9E7E-4E22-83A3-95AEFD9F1816}" srcId="{1BD43C4D-5CB1-4101-8720-753903564BEA}" destId="{EA304569-2608-4436-9EC5-10D338F0894F}" srcOrd="1" destOrd="0" parTransId="{519A4D16-3104-42EA-B7C0-09DAEB6CD61D}" sibTransId="{D5FB01DB-11F9-46C4-9C61-D6DB34275533}"/>
    <dgm:cxn modelId="{1D9BF4D6-2739-469D-B874-2C0F188975EA}" srcId="{1BD43C4D-5CB1-4101-8720-753903564BEA}" destId="{087AE353-A18E-47AA-BA6A-7CE6B9762E93}" srcOrd="0" destOrd="0" parTransId="{83B193D6-D942-4BB1-AA4B-A871AF34FED2}" sibTransId="{4A75CACE-5D09-40C1-9E29-3641EFEEA5DA}"/>
    <dgm:cxn modelId="{F0A00CD8-249C-41C8-BB26-F8ACFD1E0CE6}" type="presOf" srcId="{F683EF28-1622-4155-884F-8D0D952AE02D}" destId="{3332D97F-6C0C-49A2-998C-3C263DCF5597}" srcOrd="1" destOrd="0" presId="urn:microsoft.com/office/officeart/2005/8/layout/orgChart1"/>
    <dgm:cxn modelId="{D44D95D9-0302-4F95-ADB3-ACF9E8774003}" type="presOf" srcId="{54075FEE-FF50-49CA-8D78-F54A3E8D34BB}" destId="{6BEB706D-D3C4-4900-84D0-4A7F5A4197A1}" srcOrd="0" destOrd="0" presId="urn:microsoft.com/office/officeart/2005/8/layout/orgChart1"/>
    <dgm:cxn modelId="{B9AB32DC-5EDB-4D4C-82CC-365B71D18426}" type="presOf" srcId="{4224751F-9CEA-41CB-9896-A53F56CEF97B}" destId="{4D8D19E3-943C-42EF-BF84-C1D4E843D831}" srcOrd="0" destOrd="0" presId="urn:microsoft.com/office/officeart/2005/8/layout/orgChart1"/>
    <dgm:cxn modelId="{E923C0DE-84B2-4458-BDF7-0AAA247D0AF8}" srcId="{362F0C2E-38B1-4DAB-B436-88DCBEA29C21}" destId="{34FD9C10-1BE1-4319-B181-EB9EDEE22619}" srcOrd="0" destOrd="0" parTransId="{D5791686-2EF2-40AD-A8A8-CEE1E0962049}" sibTransId="{4E7C67B6-EAA9-4B45-BC02-0FC5A0E889B6}"/>
    <dgm:cxn modelId="{F1915DE5-6405-4A5E-AE73-1BAD8022713C}" type="presOf" srcId="{65EEF57B-89DC-4D62-863B-5C67FF3B122B}" destId="{ACD85EDB-7E61-448B-8D03-A04A2CDD4266}" srcOrd="1" destOrd="0" presId="urn:microsoft.com/office/officeart/2005/8/layout/orgChart1"/>
    <dgm:cxn modelId="{73D4FBEB-D754-4154-85AF-A39A21FD087A}" srcId="{89911E57-86AA-4422-8177-8710F12ECE2C}" destId="{65EEF57B-89DC-4D62-863B-5C67FF3B122B}" srcOrd="2" destOrd="0" parTransId="{168D4BA5-BD6E-4CDC-8FD4-068F7F7683C1}" sibTransId="{E5679702-32B0-4CB7-BE94-4C615C389FA2}"/>
    <dgm:cxn modelId="{CA1381EF-72C6-4C8C-A645-3376188CD7A4}" type="presOf" srcId="{519A4D16-3104-42EA-B7C0-09DAEB6CD61D}" destId="{FCF72759-09D8-4DAD-8341-AFD33B6F51B4}" srcOrd="0" destOrd="0" presId="urn:microsoft.com/office/officeart/2005/8/layout/orgChart1"/>
    <dgm:cxn modelId="{9BD1B7F3-5C32-4BE9-951E-C0D13FECA47C}" type="presOf" srcId="{3513A472-3B52-4963-B20A-CCF23FC8A945}" destId="{50E78656-AC1A-4062-8BE6-04BFA0A1DF2A}" srcOrd="1" destOrd="0" presId="urn:microsoft.com/office/officeart/2005/8/layout/orgChart1"/>
    <dgm:cxn modelId="{BF7E82F9-9B4C-4A6A-80FA-D2A2C6353BB0}" type="presOf" srcId="{54075FEE-FF50-49CA-8D78-F54A3E8D34BB}" destId="{3CFE706F-131C-40D7-B5D6-30DC46A13C3C}" srcOrd="1" destOrd="0" presId="urn:microsoft.com/office/officeart/2005/8/layout/orgChart1"/>
    <dgm:cxn modelId="{7045EBE5-E051-4DDA-92AC-A5BF98582A3E}" type="presParOf" srcId="{4BE0FD73-26E4-4A27-AB7F-1172E2D5E7C7}" destId="{5EA5E499-95E1-488B-AA94-A50BE1F66822}" srcOrd="0" destOrd="0" presId="urn:microsoft.com/office/officeart/2005/8/layout/orgChart1"/>
    <dgm:cxn modelId="{9CA9B2A2-9ACA-49BE-B759-BB8733A26A12}" type="presParOf" srcId="{5EA5E499-95E1-488B-AA94-A50BE1F66822}" destId="{254A522A-21F6-4B0E-A6F9-EDD883906586}" srcOrd="0" destOrd="0" presId="urn:microsoft.com/office/officeart/2005/8/layout/orgChart1"/>
    <dgm:cxn modelId="{A83C62C4-57A6-4789-8770-C9746063495B}" type="presParOf" srcId="{254A522A-21F6-4B0E-A6F9-EDD883906586}" destId="{1FD8637E-ADD8-4748-88AD-04A11ECC4A10}" srcOrd="0" destOrd="0" presId="urn:microsoft.com/office/officeart/2005/8/layout/orgChart1"/>
    <dgm:cxn modelId="{63AA56F2-1848-461D-8EEC-A74297C19F99}" type="presParOf" srcId="{254A522A-21F6-4B0E-A6F9-EDD883906586}" destId="{77F33AA0-8E4D-4397-875A-8B7ED73CEDB7}" srcOrd="1" destOrd="0" presId="urn:microsoft.com/office/officeart/2005/8/layout/orgChart1"/>
    <dgm:cxn modelId="{2F8F9E55-B7E3-46CA-BC52-42BC6A17F623}" type="presParOf" srcId="{5EA5E499-95E1-488B-AA94-A50BE1F66822}" destId="{879A9EA6-3A4A-4579-A0FD-995B2FE0006A}" srcOrd="1" destOrd="0" presId="urn:microsoft.com/office/officeart/2005/8/layout/orgChart1"/>
    <dgm:cxn modelId="{15DE299E-F9D5-4D2D-8A79-04C271EDFDFC}" type="presParOf" srcId="{879A9EA6-3A4A-4579-A0FD-995B2FE0006A}" destId="{E6B35977-4FA4-469D-8E44-462434402F4B}" srcOrd="0" destOrd="0" presId="urn:microsoft.com/office/officeart/2005/8/layout/orgChart1"/>
    <dgm:cxn modelId="{44EF33D9-1011-47E1-94E0-495545C5225D}" type="presParOf" srcId="{879A9EA6-3A4A-4579-A0FD-995B2FE0006A}" destId="{6BDA1102-5C7D-4D2F-BF56-AE9E4B7FB846}" srcOrd="1" destOrd="0" presId="urn:microsoft.com/office/officeart/2005/8/layout/orgChart1"/>
    <dgm:cxn modelId="{E1E1505B-E88D-422C-BBBA-F4651B778052}" type="presParOf" srcId="{6BDA1102-5C7D-4D2F-BF56-AE9E4B7FB846}" destId="{34E4992E-20C8-436C-AF2F-430441A9D76C}" srcOrd="0" destOrd="0" presId="urn:microsoft.com/office/officeart/2005/8/layout/orgChart1"/>
    <dgm:cxn modelId="{5929289A-F6EF-4E6A-8DE5-B4A0FD327194}" type="presParOf" srcId="{34E4992E-20C8-436C-AF2F-430441A9D76C}" destId="{EE69FA8E-EF4A-45B8-8C13-0903CE414530}" srcOrd="0" destOrd="0" presId="urn:microsoft.com/office/officeart/2005/8/layout/orgChart1"/>
    <dgm:cxn modelId="{9EDD54C6-9112-4246-BB01-AB99113373A5}" type="presParOf" srcId="{34E4992E-20C8-436C-AF2F-430441A9D76C}" destId="{F22D3D90-A44E-4FB3-BF0F-0483EED95C49}" srcOrd="1" destOrd="0" presId="urn:microsoft.com/office/officeart/2005/8/layout/orgChart1"/>
    <dgm:cxn modelId="{88054A0B-A798-4ABE-8BAD-491F3284244F}" type="presParOf" srcId="{6BDA1102-5C7D-4D2F-BF56-AE9E4B7FB846}" destId="{483F0F97-D6D2-4956-842E-9F37E0864B8A}" srcOrd="1" destOrd="0" presId="urn:microsoft.com/office/officeart/2005/8/layout/orgChart1"/>
    <dgm:cxn modelId="{2F1A7486-24C8-4058-B347-E418A192AA11}" type="presParOf" srcId="{483F0F97-D6D2-4956-842E-9F37E0864B8A}" destId="{4D8D19E3-943C-42EF-BF84-C1D4E843D831}" srcOrd="0" destOrd="0" presId="urn:microsoft.com/office/officeart/2005/8/layout/orgChart1"/>
    <dgm:cxn modelId="{58DE0834-BC10-4AF5-8C2F-04FF69EC8ED0}" type="presParOf" srcId="{483F0F97-D6D2-4956-842E-9F37E0864B8A}" destId="{EC3D3267-5CB2-42CF-9068-E32BFD8D557A}" srcOrd="1" destOrd="0" presId="urn:microsoft.com/office/officeart/2005/8/layout/orgChart1"/>
    <dgm:cxn modelId="{FF6738F2-DC66-4DB6-9CBA-66AB238D7931}" type="presParOf" srcId="{EC3D3267-5CB2-42CF-9068-E32BFD8D557A}" destId="{F7770A73-3608-4AE9-91D3-62C8801D492A}" srcOrd="0" destOrd="0" presId="urn:microsoft.com/office/officeart/2005/8/layout/orgChart1"/>
    <dgm:cxn modelId="{7E790838-8425-4B17-99A2-17D8D73892A0}" type="presParOf" srcId="{F7770A73-3608-4AE9-91D3-62C8801D492A}" destId="{E8D1285E-F23E-4199-ACDA-ACDCB115F12D}" srcOrd="0" destOrd="0" presId="urn:microsoft.com/office/officeart/2005/8/layout/orgChart1"/>
    <dgm:cxn modelId="{C365B2D4-0F46-49BB-BFC6-3EDFAC694397}" type="presParOf" srcId="{F7770A73-3608-4AE9-91D3-62C8801D492A}" destId="{50E78656-AC1A-4062-8BE6-04BFA0A1DF2A}" srcOrd="1" destOrd="0" presId="urn:microsoft.com/office/officeart/2005/8/layout/orgChart1"/>
    <dgm:cxn modelId="{12874F25-4B5A-49AC-8366-09B63AD77008}" type="presParOf" srcId="{EC3D3267-5CB2-42CF-9068-E32BFD8D557A}" destId="{5E07832D-F506-45D2-8635-904F73416EA2}" srcOrd="1" destOrd="0" presId="urn:microsoft.com/office/officeart/2005/8/layout/orgChart1"/>
    <dgm:cxn modelId="{B5E84ED5-C1DD-43B6-AD61-BF29DAB5F354}" type="presParOf" srcId="{EC3D3267-5CB2-42CF-9068-E32BFD8D557A}" destId="{2ADBA4B0-AECD-4545-8E4B-031A71913C6C}" srcOrd="2" destOrd="0" presId="urn:microsoft.com/office/officeart/2005/8/layout/orgChart1"/>
    <dgm:cxn modelId="{555D3F5D-ABC7-43F0-971B-4E0FE0C39674}" type="presParOf" srcId="{483F0F97-D6D2-4956-842E-9F37E0864B8A}" destId="{98575BC6-D32B-4BAE-82C3-F4A81BF96327}" srcOrd="2" destOrd="0" presId="urn:microsoft.com/office/officeart/2005/8/layout/orgChart1"/>
    <dgm:cxn modelId="{3B07D1EF-FE06-4D5A-8233-7BCD568898FD}" type="presParOf" srcId="{483F0F97-D6D2-4956-842E-9F37E0864B8A}" destId="{8909C05D-9D7A-4BA2-BBCB-A0DCBEA0650B}" srcOrd="3" destOrd="0" presId="urn:microsoft.com/office/officeart/2005/8/layout/orgChart1"/>
    <dgm:cxn modelId="{8FF5DA52-5896-4281-87A2-0CD42250C9F4}" type="presParOf" srcId="{8909C05D-9D7A-4BA2-BBCB-A0DCBEA0650B}" destId="{EE98910C-85CA-4B4C-9FC8-5DAC863409CA}" srcOrd="0" destOrd="0" presId="urn:microsoft.com/office/officeart/2005/8/layout/orgChart1"/>
    <dgm:cxn modelId="{1B93D631-1FF6-4239-B269-84A41D1097FB}" type="presParOf" srcId="{EE98910C-85CA-4B4C-9FC8-5DAC863409CA}" destId="{72611834-B643-4BDC-8BAC-6A169FF96FE0}" srcOrd="0" destOrd="0" presId="urn:microsoft.com/office/officeart/2005/8/layout/orgChart1"/>
    <dgm:cxn modelId="{B691EFA5-C601-4F93-B4E3-D3B2F148BBB3}" type="presParOf" srcId="{EE98910C-85CA-4B4C-9FC8-5DAC863409CA}" destId="{8DECA21F-BFE7-4601-9654-4122C5950963}" srcOrd="1" destOrd="0" presId="urn:microsoft.com/office/officeart/2005/8/layout/orgChart1"/>
    <dgm:cxn modelId="{37C2DFC8-B8C8-409D-8763-BA5289CDE72C}" type="presParOf" srcId="{8909C05D-9D7A-4BA2-BBCB-A0DCBEA0650B}" destId="{A9CACCE2-B7B7-4E63-97EB-9F17604DA8AE}" srcOrd="1" destOrd="0" presId="urn:microsoft.com/office/officeart/2005/8/layout/orgChart1"/>
    <dgm:cxn modelId="{12D0E3A3-44BE-4AFA-805E-2FB538A0170C}" type="presParOf" srcId="{8909C05D-9D7A-4BA2-BBCB-A0DCBEA0650B}" destId="{F7527D40-FABC-49B3-B37C-D4A0F82DA434}" srcOrd="2" destOrd="0" presId="urn:microsoft.com/office/officeart/2005/8/layout/orgChart1"/>
    <dgm:cxn modelId="{13791409-1D2E-4A10-A12B-D3444DA4C498}" type="presParOf" srcId="{483F0F97-D6D2-4956-842E-9F37E0864B8A}" destId="{DD256592-34F4-4AF8-B81D-99D4851F958B}" srcOrd="4" destOrd="0" presId="urn:microsoft.com/office/officeart/2005/8/layout/orgChart1"/>
    <dgm:cxn modelId="{656B268B-4EC0-4B6D-943A-B2581BBC953D}" type="presParOf" srcId="{483F0F97-D6D2-4956-842E-9F37E0864B8A}" destId="{F1781F4D-2E68-4F25-A016-C25E09DDB115}" srcOrd="5" destOrd="0" presId="urn:microsoft.com/office/officeart/2005/8/layout/orgChart1"/>
    <dgm:cxn modelId="{BEEAE143-085B-48F2-95B6-0A5E12F452B1}" type="presParOf" srcId="{F1781F4D-2E68-4F25-A016-C25E09DDB115}" destId="{A73B2620-CDA6-46C9-9240-46EE1D35348C}" srcOrd="0" destOrd="0" presId="urn:microsoft.com/office/officeart/2005/8/layout/orgChart1"/>
    <dgm:cxn modelId="{F08E5AC6-29B6-42D5-B58B-FF7A6B079382}" type="presParOf" srcId="{A73B2620-CDA6-46C9-9240-46EE1D35348C}" destId="{C5A9369B-7CB6-4B36-8F27-91A2E81CAE8A}" srcOrd="0" destOrd="0" presId="urn:microsoft.com/office/officeart/2005/8/layout/orgChart1"/>
    <dgm:cxn modelId="{09C9F9D4-FBCB-4817-8344-8C06C5ECE657}" type="presParOf" srcId="{A73B2620-CDA6-46C9-9240-46EE1D35348C}" destId="{B72E933C-8676-4D7A-B99F-F21CC180BD06}" srcOrd="1" destOrd="0" presId="urn:microsoft.com/office/officeart/2005/8/layout/orgChart1"/>
    <dgm:cxn modelId="{3128400C-C4EE-4D2C-BE72-8ADEE332CC9E}" type="presParOf" srcId="{F1781F4D-2E68-4F25-A016-C25E09DDB115}" destId="{3A35F2D3-5E8A-4B7E-9D34-1AE9ADB9CEFA}" srcOrd="1" destOrd="0" presId="urn:microsoft.com/office/officeart/2005/8/layout/orgChart1"/>
    <dgm:cxn modelId="{5B4DCB91-90B9-43EA-93AC-2A1ACD2DBDEE}" type="presParOf" srcId="{F1781F4D-2E68-4F25-A016-C25E09DDB115}" destId="{2206D65E-F0FF-41CA-A028-3C55F4C6CD55}" srcOrd="2" destOrd="0" presId="urn:microsoft.com/office/officeart/2005/8/layout/orgChart1"/>
    <dgm:cxn modelId="{AE49D397-7362-4D7C-B8FE-2279142AB61D}" type="presParOf" srcId="{6BDA1102-5C7D-4D2F-BF56-AE9E4B7FB846}" destId="{29D86444-6F29-4711-A9D6-7BEEB4378149}" srcOrd="2" destOrd="0" presId="urn:microsoft.com/office/officeart/2005/8/layout/orgChart1"/>
    <dgm:cxn modelId="{E36D147F-DB7C-4DB2-85EE-EF2999BB7B74}" type="presParOf" srcId="{879A9EA6-3A4A-4579-A0FD-995B2FE0006A}" destId="{27D8A38D-FF53-4921-83BD-50E087D7B235}" srcOrd="2" destOrd="0" presId="urn:microsoft.com/office/officeart/2005/8/layout/orgChart1"/>
    <dgm:cxn modelId="{B9DCF58A-C4B1-44AD-865C-1E80611DD67C}" type="presParOf" srcId="{879A9EA6-3A4A-4579-A0FD-995B2FE0006A}" destId="{159AD406-FFFF-46BA-8EF5-2794FEE39AD4}" srcOrd="3" destOrd="0" presId="urn:microsoft.com/office/officeart/2005/8/layout/orgChart1"/>
    <dgm:cxn modelId="{013754FC-7717-4CC0-89B1-4F7B75925CC7}" type="presParOf" srcId="{159AD406-FFFF-46BA-8EF5-2794FEE39AD4}" destId="{BD845FBA-208C-4840-ACB4-EE37D8E55D9A}" srcOrd="0" destOrd="0" presId="urn:microsoft.com/office/officeart/2005/8/layout/orgChart1"/>
    <dgm:cxn modelId="{62D2F174-9380-4B68-B7C6-0DE5EC8E8D68}" type="presParOf" srcId="{BD845FBA-208C-4840-ACB4-EE37D8E55D9A}" destId="{DAA037D3-1611-4262-9A59-E6DC8540EFB9}" srcOrd="0" destOrd="0" presId="urn:microsoft.com/office/officeart/2005/8/layout/orgChart1"/>
    <dgm:cxn modelId="{6A884316-F66E-4C81-A755-7D031716D51F}" type="presParOf" srcId="{BD845FBA-208C-4840-ACB4-EE37D8E55D9A}" destId="{A60A6A15-81D7-4C1E-A1BD-F3B50C183C63}" srcOrd="1" destOrd="0" presId="urn:microsoft.com/office/officeart/2005/8/layout/orgChart1"/>
    <dgm:cxn modelId="{DAB661A4-D768-4B3B-B618-C86452B3D906}" type="presParOf" srcId="{159AD406-FFFF-46BA-8EF5-2794FEE39AD4}" destId="{95A87F77-717A-4A22-AAFE-D8F3D8CB9A63}" srcOrd="1" destOrd="0" presId="urn:microsoft.com/office/officeart/2005/8/layout/orgChart1"/>
    <dgm:cxn modelId="{4C2DFDB3-2EEF-4242-BFF3-413880711D81}" type="presParOf" srcId="{95A87F77-717A-4A22-AAFE-D8F3D8CB9A63}" destId="{8804916F-6720-4CFE-8108-800774B4290B}" srcOrd="0" destOrd="0" presId="urn:microsoft.com/office/officeart/2005/8/layout/orgChart1"/>
    <dgm:cxn modelId="{A8277F9B-8B82-4BD1-AA28-E25A3C9718A1}" type="presParOf" srcId="{95A87F77-717A-4A22-AAFE-D8F3D8CB9A63}" destId="{A96DF611-B7BF-4D8B-B51C-28524FB5C158}" srcOrd="1" destOrd="0" presId="urn:microsoft.com/office/officeart/2005/8/layout/orgChart1"/>
    <dgm:cxn modelId="{02D6869D-1E7A-4FDB-AADD-7A050D72F1E3}" type="presParOf" srcId="{A96DF611-B7BF-4D8B-B51C-28524FB5C158}" destId="{18481B13-F7E2-46C4-8119-AB7AD7FC44C8}" srcOrd="0" destOrd="0" presId="urn:microsoft.com/office/officeart/2005/8/layout/orgChart1"/>
    <dgm:cxn modelId="{C8779C8D-04EB-4919-BFB9-09A4B6DB9B22}" type="presParOf" srcId="{18481B13-F7E2-46C4-8119-AB7AD7FC44C8}" destId="{237DD355-6A1B-4D66-8529-3ECA03BB553B}" srcOrd="0" destOrd="0" presId="urn:microsoft.com/office/officeart/2005/8/layout/orgChart1"/>
    <dgm:cxn modelId="{CFEA59A9-AA26-487F-9DA8-4640A11D0D22}" type="presParOf" srcId="{18481B13-F7E2-46C4-8119-AB7AD7FC44C8}" destId="{EF00BDD7-4D8F-4763-BA18-C6DEA392D48C}" srcOrd="1" destOrd="0" presId="urn:microsoft.com/office/officeart/2005/8/layout/orgChart1"/>
    <dgm:cxn modelId="{DD802755-B69A-425A-BAFE-70CEDAD0C141}" type="presParOf" srcId="{A96DF611-B7BF-4D8B-B51C-28524FB5C158}" destId="{25B72973-DCB4-4F99-ABC2-9C7C362AB0AD}" srcOrd="1" destOrd="0" presId="urn:microsoft.com/office/officeart/2005/8/layout/orgChart1"/>
    <dgm:cxn modelId="{1D6C6D81-B173-443D-BF15-882F3CAB97D0}" type="presParOf" srcId="{A96DF611-B7BF-4D8B-B51C-28524FB5C158}" destId="{D1302BE7-22E2-4CB3-8C35-27F094906591}" srcOrd="2" destOrd="0" presId="urn:microsoft.com/office/officeart/2005/8/layout/orgChart1"/>
    <dgm:cxn modelId="{AED3BCEF-81E7-4528-9311-728B7F9BE67A}" type="presParOf" srcId="{95A87F77-717A-4A22-AAFE-D8F3D8CB9A63}" destId="{83F6FEC4-7C1C-43CA-9DCA-ED1BB6EC64D9}" srcOrd="2" destOrd="0" presId="urn:microsoft.com/office/officeart/2005/8/layout/orgChart1"/>
    <dgm:cxn modelId="{A630F767-353F-4ACF-BD7D-F99107900081}" type="presParOf" srcId="{95A87F77-717A-4A22-AAFE-D8F3D8CB9A63}" destId="{09A936A8-DE9B-4C6B-B902-19FA9047D806}" srcOrd="3" destOrd="0" presId="urn:microsoft.com/office/officeart/2005/8/layout/orgChart1"/>
    <dgm:cxn modelId="{01178C18-A43B-4900-93FE-61DA048E3812}" type="presParOf" srcId="{09A936A8-DE9B-4C6B-B902-19FA9047D806}" destId="{F7868F8B-C174-4D3E-825E-20E58FEA21AB}" srcOrd="0" destOrd="0" presId="urn:microsoft.com/office/officeart/2005/8/layout/orgChart1"/>
    <dgm:cxn modelId="{2F3A8FEA-D0BF-4213-9EF4-96C516626EE4}" type="presParOf" srcId="{F7868F8B-C174-4D3E-825E-20E58FEA21AB}" destId="{B4657BAC-9030-4045-9E03-B13A00741EDA}" srcOrd="0" destOrd="0" presId="urn:microsoft.com/office/officeart/2005/8/layout/orgChart1"/>
    <dgm:cxn modelId="{717C23DA-B4F6-4738-9211-D201E399324A}" type="presParOf" srcId="{F7868F8B-C174-4D3E-825E-20E58FEA21AB}" destId="{CF869EE2-D8F4-4A2E-818F-009098367DC7}" srcOrd="1" destOrd="0" presId="urn:microsoft.com/office/officeart/2005/8/layout/orgChart1"/>
    <dgm:cxn modelId="{56775040-DC3D-42B3-A5AE-84DFB1ABD03C}" type="presParOf" srcId="{09A936A8-DE9B-4C6B-B902-19FA9047D806}" destId="{B13D6B67-0E45-45DF-A34D-BA44CFFD409A}" srcOrd="1" destOrd="0" presId="urn:microsoft.com/office/officeart/2005/8/layout/orgChart1"/>
    <dgm:cxn modelId="{2719C98D-B500-46F8-B336-C6B99BF9F549}" type="presParOf" srcId="{09A936A8-DE9B-4C6B-B902-19FA9047D806}" destId="{36B0970A-D855-4E49-8790-4643698AC3F1}" srcOrd="2" destOrd="0" presId="urn:microsoft.com/office/officeart/2005/8/layout/orgChart1"/>
    <dgm:cxn modelId="{3C5720BE-5962-41FC-9AD6-B1D0AE72EB29}" type="presParOf" srcId="{95A87F77-717A-4A22-AAFE-D8F3D8CB9A63}" destId="{A27929A7-76A0-4D6E-8696-62C040F55259}" srcOrd="4" destOrd="0" presId="urn:microsoft.com/office/officeart/2005/8/layout/orgChart1"/>
    <dgm:cxn modelId="{07860C9D-DD01-461D-848C-E3B519C81C93}" type="presParOf" srcId="{95A87F77-717A-4A22-AAFE-D8F3D8CB9A63}" destId="{FE8F23D8-3C73-4EC9-A7B1-D5F4A8DE016B}" srcOrd="5" destOrd="0" presId="urn:microsoft.com/office/officeart/2005/8/layout/orgChart1"/>
    <dgm:cxn modelId="{8DCC1A2D-8AC9-4739-8E3D-9329B2B73E71}" type="presParOf" srcId="{FE8F23D8-3C73-4EC9-A7B1-D5F4A8DE016B}" destId="{ADE5DF79-F36B-420E-901E-F9CBEB7E1D00}" srcOrd="0" destOrd="0" presId="urn:microsoft.com/office/officeart/2005/8/layout/orgChart1"/>
    <dgm:cxn modelId="{86674409-6222-4C0E-B28F-4E7A340C48A0}" type="presParOf" srcId="{ADE5DF79-F36B-420E-901E-F9CBEB7E1D00}" destId="{39C7AD84-8716-482E-8394-8F2E672AA72D}" srcOrd="0" destOrd="0" presId="urn:microsoft.com/office/officeart/2005/8/layout/orgChart1"/>
    <dgm:cxn modelId="{CE27A4EF-DBB5-4FA8-AF8B-D082D39A25E0}" type="presParOf" srcId="{ADE5DF79-F36B-420E-901E-F9CBEB7E1D00}" destId="{ACD85EDB-7E61-448B-8D03-A04A2CDD4266}" srcOrd="1" destOrd="0" presId="urn:microsoft.com/office/officeart/2005/8/layout/orgChart1"/>
    <dgm:cxn modelId="{B72AF730-4E0A-4C81-9B1E-A82566E8726B}" type="presParOf" srcId="{FE8F23D8-3C73-4EC9-A7B1-D5F4A8DE016B}" destId="{53382373-21B3-4684-A3EB-A91EE3515CEE}" srcOrd="1" destOrd="0" presId="urn:microsoft.com/office/officeart/2005/8/layout/orgChart1"/>
    <dgm:cxn modelId="{A5D2BBCB-6F39-480F-AD23-EA13AD864F4F}" type="presParOf" srcId="{FE8F23D8-3C73-4EC9-A7B1-D5F4A8DE016B}" destId="{07D2BC8E-0C30-47D8-9C18-AF4DE9B6DC67}" srcOrd="2" destOrd="0" presId="urn:microsoft.com/office/officeart/2005/8/layout/orgChart1"/>
    <dgm:cxn modelId="{047C81BC-2A2B-499D-B2FC-14FD9E9BCB77}" type="presParOf" srcId="{159AD406-FFFF-46BA-8EF5-2794FEE39AD4}" destId="{CAEF19E1-6D4D-4476-B9DC-10CD3B0DF056}" srcOrd="2" destOrd="0" presId="urn:microsoft.com/office/officeart/2005/8/layout/orgChart1"/>
    <dgm:cxn modelId="{A32D925E-A1B2-4071-BF8A-6B36FA267864}" type="presParOf" srcId="{879A9EA6-3A4A-4579-A0FD-995B2FE0006A}" destId="{514A744B-1D54-4929-92A6-7DF85EA84F30}" srcOrd="4" destOrd="0" presId="urn:microsoft.com/office/officeart/2005/8/layout/orgChart1"/>
    <dgm:cxn modelId="{02D06236-9CF5-4120-A27E-A5C22DD9DCFC}" type="presParOf" srcId="{879A9EA6-3A4A-4579-A0FD-995B2FE0006A}" destId="{5D15387C-7F06-41C6-A464-33221DB07406}" srcOrd="5" destOrd="0" presId="urn:microsoft.com/office/officeart/2005/8/layout/orgChart1"/>
    <dgm:cxn modelId="{E784323D-02EB-40F6-ABB5-CF2A6E8E5D3F}" type="presParOf" srcId="{5D15387C-7F06-41C6-A464-33221DB07406}" destId="{7C15E164-7520-4F52-9A6C-9B2C9352E4D4}" srcOrd="0" destOrd="0" presId="urn:microsoft.com/office/officeart/2005/8/layout/orgChart1"/>
    <dgm:cxn modelId="{449A52C7-9F20-446D-9C30-4AAAD945CE9E}" type="presParOf" srcId="{7C15E164-7520-4F52-9A6C-9B2C9352E4D4}" destId="{F53F8A8F-7661-4992-BCC2-1EF3314E262B}" srcOrd="0" destOrd="0" presId="urn:microsoft.com/office/officeart/2005/8/layout/orgChart1"/>
    <dgm:cxn modelId="{A5003972-8FF5-4164-96FA-E13F991DEADD}" type="presParOf" srcId="{7C15E164-7520-4F52-9A6C-9B2C9352E4D4}" destId="{36EF58FC-0E82-4665-AEDD-891593976D7D}" srcOrd="1" destOrd="0" presId="urn:microsoft.com/office/officeart/2005/8/layout/orgChart1"/>
    <dgm:cxn modelId="{CE5C742F-E178-42F2-B12C-79DAB8B790B1}" type="presParOf" srcId="{5D15387C-7F06-41C6-A464-33221DB07406}" destId="{2F965B79-9C31-483F-A27B-05E54EC3A6F4}" srcOrd="1" destOrd="0" presId="urn:microsoft.com/office/officeart/2005/8/layout/orgChart1"/>
    <dgm:cxn modelId="{F8B6391E-85FD-4E80-A2E7-0519C229F171}" type="presParOf" srcId="{2F965B79-9C31-483F-A27B-05E54EC3A6F4}" destId="{80CC57CF-1FCF-491E-B131-4628E645B76A}" srcOrd="0" destOrd="0" presId="urn:microsoft.com/office/officeart/2005/8/layout/orgChart1"/>
    <dgm:cxn modelId="{31B952B1-D298-4B82-A258-74D0387EBD80}" type="presParOf" srcId="{2F965B79-9C31-483F-A27B-05E54EC3A6F4}" destId="{25AE796F-5B92-4B3C-9B99-22F7DC1ED649}" srcOrd="1" destOrd="0" presId="urn:microsoft.com/office/officeart/2005/8/layout/orgChart1"/>
    <dgm:cxn modelId="{E6F9A271-05EE-4CBA-8EBC-D3BC9B01BE2C}" type="presParOf" srcId="{25AE796F-5B92-4B3C-9B99-22F7DC1ED649}" destId="{00592317-9066-4D3A-8DE1-CAA1CEAAADFD}" srcOrd="0" destOrd="0" presId="urn:microsoft.com/office/officeart/2005/8/layout/orgChart1"/>
    <dgm:cxn modelId="{089FF865-172F-4846-96C4-C21C2FF9F3C9}" type="presParOf" srcId="{00592317-9066-4D3A-8DE1-CAA1CEAAADFD}" destId="{47CF47B3-2622-4924-9FA5-EFEA334EB16F}" srcOrd="0" destOrd="0" presId="urn:microsoft.com/office/officeart/2005/8/layout/orgChart1"/>
    <dgm:cxn modelId="{E8F12B43-C23A-4815-8ED0-A27657625167}" type="presParOf" srcId="{00592317-9066-4D3A-8DE1-CAA1CEAAADFD}" destId="{60ACB089-C93B-412A-A4CA-31CB0B29993B}" srcOrd="1" destOrd="0" presId="urn:microsoft.com/office/officeart/2005/8/layout/orgChart1"/>
    <dgm:cxn modelId="{BC85E878-8EF1-4D42-8B7B-5C102AA4F0A7}" type="presParOf" srcId="{25AE796F-5B92-4B3C-9B99-22F7DC1ED649}" destId="{6A0ED87D-0883-448C-B56F-83A95DC43E96}" srcOrd="1" destOrd="0" presId="urn:microsoft.com/office/officeart/2005/8/layout/orgChart1"/>
    <dgm:cxn modelId="{0F4224C3-F146-4454-A797-998D2706BC70}" type="presParOf" srcId="{25AE796F-5B92-4B3C-9B99-22F7DC1ED649}" destId="{9A6B1A88-F8BE-4324-BBA9-FD1AF2F73ECB}" srcOrd="2" destOrd="0" presId="urn:microsoft.com/office/officeart/2005/8/layout/orgChart1"/>
    <dgm:cxn modelId="{FFA84A81-9B4E-4D66-ADAB-2CD08D5FFDAE}" type="presParOf" srcId="{5D15387C-7F06-41C6-A464-33221DB07406}" destId="{8AD0B5C4-42DB-40A2-A103-FC905373884E}" srcOrd="2" destOrd="0" presId="urn:microsoft.com/office/officeart/2005/8/layout/orgChart1"/>
    <dgm:cxn modelId="{20CC04A5-5E80-4A1F-B3E4-CFD014FB30C3}" type="presParOf" srcId="{879A9EA6-3A4A-4579-A0FD-995B2FE0006A}" destId="{4EC503F3-1F73-4FC2-B59E-5FBE130F5725}" srcOrd="6" destOrd="0" presId="urn:microsoft.com/office/officeart/2005/8/layout/orgChart1"/>
    <dgm:cxn modelId="{262CB108-F14F-412C-BEBB-356E7269E866}" type="presParOf" srcId="{879A9EA6-3A4A-4579-A0FD-995B2FE0006A}" destId="{9969A768-C8A3-405F-B35F-329C9B51D133}" srcOrd="7" destOrd="0" presId="urn:microsoft.com/office/officeart/2005/8/layout/orgChart1"/>
    <dgm:cxn modelId="{52510189-E001-4E62-A8AE-A4473C32B695}" type="presParOf" srcId="{9969A768-C8A3-405F-B35F-329C9B51D133}" destId="{77F40B1F-8554-4737-A5F4-E58F6FC47485}" srcOrd="0" destOrd="0" presId="urn:microsoft.com/office/officeart/2005/8/layout/orgChart1"/>
    <dgm:cxn modelId="{85333FC0-9474-489B-90E0-B848F3315678}" type="presParOf" srcId="{77F40B1F-8554-4737-A5F4-E58F6FC47485}" destId="{326FB6C2-5173-4872-9EAE-4101BAE4DBD1}" srcOrd="0" destOrd="0" presId="urn:microsoft.com/office/officeart/2005/8/layout/orgChart1"/>
    <dgm:cxn modelId="{68E239A5-F74F-4A24-8A7D-91C8F79E2CF1}" type="presParOf" srcId="{77F40B1F-8554-4737-A5F4-E58F6FC47485}" destId="{37167C4D-F550-4DFC-BA7C-5B7E6F9A4C79}" srcOrd="1" destOrd="0" presId="urn:microsoft.com/office/officeart/2005/8/layout/orgChart1"/>
    <dgm:cxn modelId="{CB7639B9-AA31-429A-8948-B76FB32A688C}" type="presParOf" srcId="{9969A768-C8A3-405F-B35F-329C9B51D133}" destId="{9F06DE2A-8295-4849-9B70-AEB6F993761E}" srcOrd="1" destOrd="0" presId="urn:microsoft.com/office/officeart/2005/8/layout/orgChart1"/>
    <dgm:cxn modelId="{7EC5B2B2-D880-4AFF-9D1D-0F7735D2F855}" type="presParOf" srcId="{9F06DE2A-8295-4849-9B70-AEB6F993761E}" destId="{927F2840-225D-4165-A931-8F777E9B4972}" srcOrd="0" destOrd="0" presId="urn:microsoft.com/office/officeart/2005/8/layout/orgChart1"/>
    <dgm:cxn modelId="{684F18D9-EC0B-4FC7-A08C-660D338F8530}" type="presParOf" srcId="{9F06DE2A-8295-4849-9B70-AEB6F993761E}" destId="{0B3BC9DE-590C-43E3-8976-709908A1E0B7}" srcOrd="1" destOrd="0" presId="urn:microsoft.com/office/officeart/2005/8/layout/orgChart1"/>
    <dgm:cxn modelId="{FEFBCF06-DA64-448B-96D2-7BCF452DFCF2}" type="presParOf" srcId="{0B3BC9DE-590C-43E3-8976-709908A1E0B7}" destId="{3038829C-7289-4EB5-8D39-A941A2ADB354}" srcOrd="0" destOrd="0" presId="urn:microsoft.com/office/officeart/2005/8/layout/orgChart1"/>
    <dgm:cxn modelId="{6BD4CC70-204F-436D-BF2D-EC57CC1D0E16}" type="presParOf" srcId="{3038829C-7289-4EB5-8D39-A941A2ADB354}" destId="{556B1B2F-3B55-4EEA-AF7A-A1797A968A8E}" srcOrd="0" destOrd="0" presId="urn:microsoft.com/office/officeart/2005/8/layout/orgChart1"/>
    <dgm:cxn modelId="{56113AF0-D143-4FF8-85A4-795D2740D74F}" type="presParOf" srcId="{3038829C-7289-4EB5-8D39-A941A2ADB354}" destId="{60915F18-3ABD-4175-9F28-381D4DD78233}" srcOrd="1" destOrd="0" presId="urn:microsoft.com/office/officeart/2005/8/layout/orgChart1"/>
    <dgm:cxn modelId="{2AB44A89-6EF1-4427-BF67-4515CF04D216}" type="presParOf" srcId="{0B3BC9DE-590C-43E3-8976-709908A1E0B7}" destId="{3A7627A2-7B51-4E3C-A573-DC6C14521360}" srcOrd="1" destOrd="0" presId="urn:microsoft.com/office/officeart/2005/8/layout/orgChart1"/>
    <dgm:cxn modelId="{77EE62E1-2721-4882-B30A-E82359EDCA04}" type="presParOf" srcId="{0B3BC9DE-590C-43E3-8976-709908A1E0B7}" destId="{984EAAE0-EF09-4CAC-A138-57E8C6DEC8F0}" srcOrd="2" destOrd="0" presId="urn:microsoft.com/office/officeart/2005/8/layout/orgChart1"/>
    <dgm:cxn modelId="{6F168C99-E9A0-4D31-B954-4A7BC800132F}" type="presParOf" srcId="{9F06DE2A-8295-4849-9B70-AEB6F993761E}" destId="{FCF72759-09D8-4DAD-8341-AFD33B6F51B4}" srcOrd="2" destOrd="0" presId="urn:microsoft.com/office/officeart/2005/8/layout/orgChart1"/>
    <dgm:cxn modelId="{739142ED-8B62-420D-8CBA-C9F4AB614FFF}" type="presParOf" srcId="{9F06DE2A-8295-4849-9B70-AEB6F993761E}" destId="{CA4B2735-B94D-4364-8419-1DDE0AB82422}" srcOrd="3" destOrd="0" presId="urn:microsoft.com/office/officeart/2005/8/layout/orgChart1"/>
    <dgm:cxn modelId="{924C1E83-7972-4A9A-8E36-5B9866633F53}" type="presParOf" srcId="{CA4B2735-B94D-4364-8419-1DDE0AB82422}" destId="{08AAE6C8-6A52-4C99-BF6A-5ECF37B4EB91}" srcOrd="0" destOrd="0" presId="urn:microsoft.com/office/officeart/2005/8/layout/orgChart1"/>
    <dgm:cxn modelId="{2C1C61AF-FE3D-4AB1-9A2B-D230AF884F38}" type="presParOf" srcId="{08AAE6C8-6A52-4C99-BF6A-5ECF37B4EB91}" destId="{CAFD045F-B3F8-474E-BDF0-88BAA1E7E900}" srcOrd="0" destOrd="0" presId="urn:microsoft.com/office/officeart/2005/8/layout/orgChart1"/>
    <dgm:cxn modelId="{214196E2-E852-47C2-8BD1-381CFB97AED8}" type="presParOf" srcId="{08AAE6C8-6A52-4C99-BF6A-5ECF37B4EB91}" destId="{DDCFD17B-7EA5-46C9-86F4-820BB9F5337D}" srcOrd="1" destOrd="0" presId="urn:microsoft.com/office/officeart/2005/8/layout/orgChart1"/>
    <dgm:cxn modelId="{BEE7451F-AF4C-4D05-83EB-80D0F99B7ED6}" type="presParOf" srcId="{CA4B2735-B94D-4364-8419-1DDE0AB82422}" destId="{03D9F794-D0C9-4A98-A01E-F852EFFF84C6}" srcOrd="1" destOrd="0" presId="urn:microsoft.com/office/officeart/2005/8/layout/orgChart1"/>
    <dgm:cxn modelId="{0F5FC886-D8FA-481F-B42F-D0C1B82EFFD7}" type="presParOf" srcId="{CA4B2735-B94D-4364-8419-1DDE0AB82422}" destId="{3CA6FB0B-040A-4E7B-AAC9-71753B390A7F}" srcOrd="2" destOrd="0" presId="urn:microsoft.com/office/officeart/2005/8/layout/orgChart1"/>
    <dgm:cxn modelId="{21056115-0367-4D40-84EF-A916506211F8}" type="presParOf" srcId="{9969A768-C8A3-405F-B35F-329C9B51D133}" destId="{9D393F66-2AE0-43A4-9F08-CA674E0034AA}" srcOrd="2" destOrd="0" presId="urn:microsoft.com/office/officeart/2005/8/layout/orgChart1"/>
    <dgm:cxn modelId="{9AF59F0E-2750-4DF0-AEE4-A33A4924F3AB}" type="presParOf" srcId="{879A9EA6-3A4A-4579-A0FD-995B2FE0006A}" destId="{FBAAB016-E1A5-4C37-8E0B-B0FD23E16F5B}" srcOrd="8" destOrd="0" presId="urn:microsoft.com/office/officeart/2005/8/layout/orgChart1"/>
    <dgm:cxn modelId="{4C5E2DE3-DCBE-40D4-90BA-9A0D978AB109}" type="presParOf" srcId="{879A9EA6-3A4A-4579-A0FD-995B2FE0006A}" destId="{40E5B4AD-57FF-464C-B683-D272B76931BE}" srcOrd="9" destOrd="0" presId="urn:microsoft.com/office/officeart/2005/8/layout/orgChart1"/>
    <dgm:cxn modelId="{E5DE26A1-F163-4D99-8622-06A10BDD500B}" type="presParOf" srcId="{40E5B4AD-57FF-464C-B683-D272B76931BE}" destId="{51665E4A-822D-48FE-99B8-528A2CE189FC}" srcOrd="0" destOrd="0" presId="urn:microsoft.com/office/officeart/2005/8/layout/orgChart1"/>
    <dgm:cxn modelId="{DF6CE35E-D9EA-4F57-A266-9695E90EED1A}" type="presParOf" srcId="{51665E4A-822D-48FE-99B8-528A2CE189FC}" destId="{6BEB706D-D3C4-4900-84D0-4A7F5A4197A1}" srcOrd="0" destOrd="0" presId="urn:microsoft.com/office/officeart/2005/8/layout/orgChart1"/>
    <dgm:cxn modelId="{0F402121-6D4C-4E7E-981C-AFE732BD977E}" type="presParOf" srcId="{51665E4A-822D-48FE-99B8-528A2CE189FC}" destId="{3CFE706F-131C-40D7-B5D6-30DC46A13C3C}" srcOrd="1" destOrd="0" presId="urn:microsoft.com/office/officeart/2005/8/layout/orgChart1"/>
    <dgm:cxn modelId="{EF236933-0197-49FB-A74D-BFAED5A9EA38}" type="presParOf" srcId="{40E5B4AD-57FF-464C-B683-D272B76931BE}" destId="{8CD37F7C-838D-4FDC-870B-3251FAEF7316}" srcOrd="1" destOrd="0" presId="urn:microsoft.com/office/officeart/2005/8/layout/orgChart1"/>
    <dgm:cxn modelId="{A2172343-89B1-404A-B97E-66E298A18595}" type="presParOf" srcId="{8CD37F7C-838D-4FDC-870B-3251FAEF7316}" destId="{8E4091FF-08D0-462F-B5EA-BF80A3803C82}" srcOrd="0" destOrd="0" presId="urn:microsoft.com/office/officeart/2005/8/layout/orgChart1"/>
    <dgm:cxn modelId="{E608C5E0-BC92-487D-A7BE-A7AB12F38D94}" type="presParOf" srcId="{8CD37F7C-838D-4FDC-870B-3251FAEF7316}" destId="{8895854F-30BB-4B56-997F-3DC074BAB0C3}" srcOrd="1" destOrd="0" presId="urn:microsoft.com/office/officeart/2005/8/layout/orgChart1"/>
    <dgm:cxn modelId="{839748CE-40DC-4C2E-A456-47D049CE5F0F}" type="presParOf" srcId="{8895854F-30BB-4B56-997F-3DC074BAB0C3}" destId="{D3F74614-089F-4746-8F9F-78E18CB08B70}" srcOrd="0" destOrd="0" presId="urn:microsoft.com/office/officeart/2005/8/layout/orgChart1"/>
    <dgm:cxn modelId="{63AB3CF7-DA3C-42B7-9F45-1B76372D7C78}" type="presParOf" srcId="{D3F74614-089F-4746-8F9F-78E18CB08B70}" destId="{426E2E70-DCE8-44C3-8CF4-6B1DAF6AC9B8}" srcOrd="0" destOrd="0" presId="urn:microsoft.com/office/officeart/2005/8/layout/orgChart1"/>
    <dgm:cxn modelId="{5DE7ED68-C950-494F-A515-9732C4EA7F64}" type="presParOf" srcId="{D3F74614-089F-4746-8F9F-78E18CB08B70}" destId="{3332D97F-6C0C-49A2-998C-3C263DCF5597}" srcOrd="1" destOrd="0" presId="urn:microsoft.com/office/officeart/2005/8/layout/orgChart1"/>
    <dgm:cxn modelId="{39998E20-A5FD-43AA-A49B-CC710409E715}" type="presParOf" srcId="{8895854F-30BB-4B56-997F-3DC074BAB0C3}" destId="{A90D1B1D-F79F-4C80-B15A-59D676224018}" srcOrd="1" destOrd="0" presId="urn:microsoft.com/office/officeart/2005/8/layout/orgChart1"/>
    <dgm:cxn modelId="{245185E5-044F-4D92-83CA-DF61B3088CF0}" type="presParOf" srcId="{8895854F-30BB-4B56-997F-3DC074BAB0C3}" destId="{05FD2EF8-3B3E-426E-AE4B-1CB2E393DE3F}" srcOrd="2" destOrd="0" presId="urn:microsoft.com/office/officeart/2005/8/layout/orgChart1"/>
    <dgm:cxn modelId="{E2822D48-4E94-44EA-8FCE-1A5250BF6ECE}" type="presParOf" srcId="{40E5B4AD-57FF-464C-B683-D272B76931BE}" destId="{C2650244-EF3D-428A-840A-5E0897D7BE8E}" srcOrd="2" destOrd="0" presId="urn:microsoft.com/office/officeart/2005/8/layout/orgChart1"/>
    <dgm:cxn modelId="{9CC5DDD6-2260-4591-B066-1D7186D6EC17}" type="presParOf" srcId="{879A9EA6-3A4A-4579-A0FD-995B2FE0006A}" destId="{08A7BCC7-C50C-4A21-8AFD-6D9D97F8BD0F}" srcOrd="10" destOrd="0" presId="urn:microsoft.com/office/officeart/2005/8/layout/orgChart1"/>
    <dgm:cxn modelId="{0D7F216D-47C9-4B55-9274-DE3CB8ADD375}" type="presParOf" srcId="{879A9EA6-3A4A-4579-A0FD-995B2FE0006A}" destId="{8FC11C67-AF80-4CDC-8B74-935727479DF1}" srcOrd="11" destOrd="0" presId="urn:microsoft.com/office/officeart/2005/8/layout/orgChart1"/>
    <dgm:cxn modelId="{1912DDB4-4F12-4150-AA65-2B723D23E3CD}" type="presParOf" srcId="{8FC11C67-AF80-4CDC-8B74-935727479DF1}" destId="{81B8DDBF-1B85-473B-B6A3-BDBC68901CFE}" srcOrd="0" destOrd="0" presId="urn:microsoft.com/office/officeart/2005/8/layout/orgChart1"/>
    <dgm:cxn modelId="{C5FE308B-FDBB-4618-9CB5-36DA00DA7808}" type="presParOf" srcId="{81B8DDBF-1B85-473B-B6A3-BDBC68901CFE}" destId="{8F582A09-1934-4C6C-9680-E512D823D8B0}" srcOrd="0" destOrd="0" presId="urn:microsoft.com/office/officeart/2005/8/layout/orgChart1"/>
    <dgm:cxn modelId="{F8D4451D-8DEA-4987-BE7E-951A22ABA016}" type="presParOf" srcId="{81B8DDBF-1B85-473B-B6A3-BDBC68901CFE}" destId="{C35BBA1C-7A15-4D7D-AD8C-5D9194DD65DF}" srcOrd="1" destOrd="0" presId="urn:microsoft.com/office/officeart/2005/8/layout/orgChart1"/>
    <dgm:cxn modelId="{BF0FC212-79EF-484A-B56A-DE279C64DE78}" type="presParOf" srcId="{8FC11C67-AF80-4CDC-8B74-935727479DF1}" destId="{BEE1200B-A529-4177-A70E-6704182E9E13}" srcOrd="1" destOrd="0" presId="urn:microsoft.com/office/officeart/2005/8/layout/orgChart1"/>
    <dgm:cxn modelId="{B92AFF65-080B-4734-A8EF-B2B6B1CB85B8}" type="presParOf" srcId="{BEE1200B-A529-4177-A70E-6704182E9E13}" destId="{B699A2FE-77D2-430F-B5DA-EBA01DB21591}" srcOrd="0" destOrd="0" presId="urn:microsoft.com/office/officeart/2005/8/layout/orgChart1"/>
    <dgm:cxn modelId="{6A7E0496-F287-474E-9B8A-730DEEF2CAA6}" type="presParOf" srcId="{BEE1200B-A529-4177-A70E-6704182E9E13}" destId="{8D58ED1F-8B83-4225-BAF2-82E6DD02DBFA}" srcOrd="1" destOrd="0" presId="urn:microsoft.com/office/officeart/2005/8/layout/orgChart1"/>
    <dgm:cxn modelId="{A039C449-74D3-4CD6-9D0C-FD36BB4A78EE}" type="presParOf" srcId="{8D58ED1F-8B83-4225-BAF2-82E6DD02DBFA}" destId="{79FDA52C-5CF7-49B3-9410-AA0755ECDA75}" srcOrd="0" destOrd="0" presId="urn:microsoft.com/office/officeart/2005/8/layout/orgChart1"/>
    <dgm:cxn modelId="{18380A48-E7F5-4991-865E-61E91ED43B77}" type="presParOf" srcId="{79FDA52C-5CF7-49B3-9410-AA0755ECDA75}" destId="{3A09AAF5-E941-4DDE-A8DE-7684990C747B}" srcOrd="0" destOrd="0" presId="urn:microsoft.com/office/officeart/2005/8/layout/orgChart1"/>
    <dgm:cxn modelId="{60CCF9B3-230A-4B7E-A314-F7FDFEAF034A}" type="presParOf" srcId="{79FDA52C-5CF7-49B3-9410-AA0755ECDA75}" destId="{E6E1F985-7B0D-43E6-A1AB-EA2ABE541C79}" srcOrd="1" destOrd="0" presId="urn:microsoft.com/office/officeart/2005/8/layout/orgChart1"/>
    <dgm:cxn modelId="{11C4C2F6-EF86-4ECC-B0D3-8195708FC708}" type="presParOf" srcId="{8D58ED1F-8B83-4225-BAF2-82E6DD02DBFA}" destId="{93AE334A-1B9C-4AE5-9FF4-CF0C3C70BBF9}" srcOrd="1" destOrd="0" presId="urn:microsoft.com/office/officeart/2005/8/layout/orgChart1"/>
    <dgm:cxn modelId="{70E0B63E-5E3F-4AB0-96B7-4EACAA23547E}" type="presParOf" srcId="{8D58ED1F-8B83-4225-BAF2-82E6DD02DBFA}" destId="{D3BDE8B1-60A9-43FF-8901-0D172CB826AF}" srcOrd="2" destOrd="0" presId="urn:microsoft.com/office/officeart/2005/8/layout/orgChart1"/>
    <dgm:cxn modelId="{53AA37B2-0468-4B01-9CED-680F9396FFAB}" type="presParOf" srcId="{8FC11C67-AF80-4CDC-8B74-935727479DF1}" destId="{88DE823B-3C54-46CA-B4DD-112F3171E954}" srcOrd="2" destOrd="0" presId="urn:microsoft.com/office/officeart/2005/8/layout/orgChart1"/>
    <dgm:cxn modelId="{894816BA-4C77-4E44-8A9A-73B8275A580E}" type="presParOf" srcId="{5EA5E499-95E1-488B-AA94-A50BE1F66822}" destId="{0CEC8435-C68E-4A64-9165-4FC4457C852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9A2FE-77D2-430F-B5DA-EBA01DB21591}">
      <dsp:nvSpPr>
        <dsp:cNvPr id="0" name=""/>
        <dsp:cNvSpPr/>
      </dsp:nvSpPr>
      <dsp:spPr>
        <a:xfrm>
          <a:off x="8856010" y="1821573"/>
          <a:ext cx="215892" cy="6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070"/>
              </a:lnTo>
              <a:lnTo>
                <a:pt x="215892" y="66207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A7BCC7-C50C-4A21-8AFD-6D9D97F8BD0F}">
      <dsp:nvSpPr>
        <dsp:cNvPr id="0" name=""/>
        <dsp:cNvSpPr/>
      </dsp:nvSpPr>
      <dsp:spPr>
        <a:xfrm>
          <a:off x="5077889" y="799681"/>
          <a:ext cx="4353834" cy="302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24"/>
              </a:lnTo>
              <a:lnTo>
                <a:pt x="4353834" y="151124"/>
              </a:lnTo>
              <a:lnTo>
                <a:pt x="4353834" y="3022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4091FF-08D0-462F-B5EA-BF80A3803C82}">
      <dsp:nvSpPr>
        <dsp:cNvPr id="0" name=""/>
        <dsp:cNvSpPr/>
      </dsp:nvSpPr>
      <dsp:spPr>
        <a:xfrm>
          <a:off x="7114476" y="1821573"/>
          <a:ext cx="215892" cy="6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070"/>
              </a:lnTo>
              <a:lnTo>
                <a:pt x="215892" y="66207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AAB016-E1A5-4C37-8E0B-B0FD23E16F5B}">
      <dsp:nvSpPr>
        <dsp:cNvPr id="0" name=""/>
        <dsp:cNvSpPr/>
      </dsp:nvSpPr>
      <dsp:spPr>
        <a:xfrm>
          <a:off x="5077889" y="799681"/>
          <a:ext cx="2612300" cy="302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24"/>
              </a:lnTo>
              <a:lnTo>
                <a:pt x="2612300" y="151124"/>
              </a:lnTo>
              <a:lnTo>
                <a:pt x="2612300" y="3022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2759-09D8-4DAD-8341-AFD33B6F51B4}">
      <dsp:nvSpPr>
        <dsp:cNvPr id="0" name=""/>
        <dsp:cNvSpPr/>
      </dsp:nvSpPr>
      <dsp:spPr>
        <a:xfrm>
          <a:off x="5372942" y="1821573"/>
          <a:ext cx="215892" cy="1683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3962"/>
              </a:lnTo>
              <a:lnTo>
                <a:pt x="215892" y="168396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7F2840-225D-4165-A931-8F777E9B4972}">
      <dsp:nvSpPr>
        <dsp:cNvPr id="0" name=""/>
        <dsp:cNvSpPr/>
      </dsp:nvSpPr>
      <dsp:spPr>
        <a:xfrm>
          <a:off x="5372942" y="1821573"/>
          <a:ext cx="215892" cy="6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070"/>
              </a:lnTo>
              <a:lnTo>
                <a:pt x="215892" y="66207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C503F3-1F73-4FC2-B59E-5FBE130F5725}">
      <dsp:nvSpPr>
        <dsp:cNvPr id="0" name=""/>
        <dsp:cNvSpPr/>
      </dsp:nvSpPr>
      <dsp:spPr>
        <a:xfrm>
          <a:off x="5077889" y="799681"/>
          <a:ext cx="870766" cy="302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24"/>
              </a:lnTo>
              <a:lnTo>
                <a:pt x="870766" y="151124"/>
              </a:lnTo>
              <a:lnTo>
                <a:pt x="870766" y="3022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CC57CF-1FCF-491E-B131-4628E645B76A}">
      <dsp:nvSpPr>
        <dsp:cNvPr id="0" name=""/>
        <dsp:cNvSpPr/>
      </dsp:nvSpPr>
      <dsp:spPr>
        <a:xfrm>
          <a:off x="3631408" y="1821573"/>
          <a:ext cx="215892" cy="6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070"/>
              </a:lnTo>
              <a:lnTo>
                <a:pt x="215892" y="66207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4A744B-1D54-4929-92A6-7DF85EA84F30}">
      <dsp:nvSpPr>
        <dsp:cNvPr id="0" name=""/>
        <dsp:cNvSpPr/>
      </dsp:nvSpPr>
      <dsp:spPr>
        <a:xfrm>
          <a:off x="4207122" y="799681"/>
          <a:ext cx="870766" cy="302249"/>
        </a:xfrm>
        <a:custGeom>
          <a:avLst/>
          <a:gdLst/>
          <a:ahLst/>
          <a:cxnLst/>
          <a:rect l="0" t="0" r="0" b="0"/>
          <a:pathLst>
            <a:path>
              <a:moveTo>
                <a:pt x="870766" y="0"/>
              </a:moveTo>
              <a:lnTo>
                <a:pt x="870766" y="151124"/>
              </a:lnTo>
              <a:lnTo>
                <a:pt x="0" y="151124"/>
              </a:lnTo>
              <a:lnTo>
                <a:pt x="0" y="3022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929A7-76A0-4D6E-8696-62C040F55259}">
      <dsp:nvSpPr>
        <dsp:cNvPr id="0" name=""/>
        <dsp:cNvSpPr/>
      </dsp:nvSpPr>
      <dsp:spPr>
        <a:xfrm>
          <a:off x="1889874" y="1821573"/>
          <a:ext cx="215892" cy="2705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5854"/>
              </a:lnTo>
              <a:lnTo>
                <a:pt x="215892" y="2705854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F6FEC4-7C1C-43CA-9DCA-ED1BB6EC64D9}">
      <dsp:nvSpPr>
        <dsp:cNvPr id="0" name=""/>
        <dsp:cNvSpPr/>
      </dsp:nvSpPr>
      <dsp:spPr>
        <a:xfrm>
          <a:off x="1889874" y="1821573"/>
          <a:ext cx="215892" cy="1683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3962"/>
              </a:lnTo>
              <a:lnTo>
                <a:pt x="215892" y="168396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4916F-6720-4CFE-8108-800774B4290B}">
      <dsp:nvSpPr>
        <dsp:cNvPr id="0" name=""/>
        <dsp:cNvSpPr/>
      </dsp:nvSpPr>
      <dsp:spPr>
        <a:xfrm>
          <a:off x="1889874" y="1821573"/>
          <a:ext cx="215892" cy="6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070"/>
              </a:lnTo>
              <a:lnTo>
                <a:pt x="215892" y="66207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D8A38D-FF53-4921-83BD-50E087D7B235}">
      <dsp:nvSpPr>
        <dsp:cNvPr id="0" name=""/>
        <dsp:cNvSpPr/>
      </dsp:nvSpPr>
      <dsp:spPr>
        <a:xfrm>
          <a:off x="2465588" y="799681"/>
          <a:ext cx="2612300" cy="302249"/>
        </a:xfrm>
        <a:custGeom>
          <a:avLst/>
          <a:gdLst/>
          <a:ahLst/>
          <a:cxnLst/>
          <a:rect l="0" t="0" r="0" b="0"/>
          <a:pathLst>
            <a:path>
              <a:moveTo>
                <a:pt x="2612300" y="0"/>
              </a:moveTo>
              <a:lnTo>
                <a:pt x="2612300" y="151124"/>
              </a:lnTo>
              <a:lnTo>
                <a:pt x="0" y="151124"/>
              </a:lnTo>
              <a:lnTo>
                <a:pt x="0" y="3022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256592-34F4-4AF8-B81D-99D4851F958B}">
      <dsp:nvSpPr>
        <dsp:cNvPr id="0" name=""/>
        <dsp:cNvSpPr/>
      </dsp:nvSpPr>
      <dsp:spPr>
        <a:xfrm>
          <a:off x="148340" y="1821573"/>
          <a:ext cx="215892" cy="2705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5854"/>
              </a:lnTo>
              <a:lnTo>
                <a:pt x="215892" y="2705854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75BC6-D32B-4BAE-82C3-F4A81BF96327}">
      <dsp:nvSpPr>
        <dsp:cNvPr id="0" name=""/>
        <dsp:cNvSpPr/>
      </dsp:nvSpPr>
      <dsp:spPr>
        <a:xfrm>
          <a:off x="148340" y="1821573"/>
          <a:ext cx="215892" cy="1683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3962"/>
              </a:lnTo>
              <a:lnTo>
                <a:pt x="215892" y="168396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8D19E3-943C-42EF-BF84-C1D4E843D831}">
      <dsp:nvSpPr>
        <dsp:cNvPr id="0" name=""/>
        <dsp:cNvSpPr/>
      </dsp:nvSpPr>
      <dsp:spPr>
        <a:xfrm>
          <a:off x="148340" y="1821573"/>
          <a:ext cx="215892" cy="66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070"/>
              </a:lnTo>
              <a:lnTo>
                <a:pt x="215892" y="66207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35977-4FA4-469D-8E44-462434402F4B}">
      <dsp:nvSpPr>
        <dsp:cNvPr id="0" name=""/>
        <dsp:cNvSpPr/>
      </dsp:nvSpPr>
      <dsp:spPr>
        <a:xfrm>
          <a:off x="724054" y="799681"/>
          <a:ext cx="4353834" cy="302249"/>
        </a:xfrm>
        <a:custGeom>
          <a:avLst/>
          <a:gdLst/>
          <a:ahLst/>
          <a:cxnLst/>
          <a:rect l="0" t="0" r="0" b="0"/>
          <a:pathLst>
            <a:path>
              <a:moveTo>
                <a:pt x="4353834" y="0"/>
              </a:moveTo>
              <a:lnTo>
                <a:pt x="4353834" y="151124"/>
              </a:lnTo>
              <a:lnTo>
                <a:pt x="0" y="151124"/>
              </a:lnTo>
              <a:lnTo>
                <a:pt x="0" y="3022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D8637E-ADD8-4748-88AD-04A11ECC4A10}">
      <dsp:nvSpPr>
        <dsp:cNvPr id="0" name=""/>
        <dsp:cNvSpPr/>
      </dsp:nvSpPr>
      <dsp:spPr>
        <a:xfrm>
          <a:off x="4358247" y="80039"/>
          <a:ext cx="1439284" cy="71964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Loss Functions</a:t>
          </a:r>
        </a:p>
      </dsp:txBody>
      <dsp:txXfrm>
        <a:off x="4358247" y="80039"/>
        <a:ext cx="1439284" cy="719642"/>
      </dsp:txXfrm>
    </dsp:sp>
    <dsp:sp modelId="{EE69FA8E-EF4A-45B8-8C13-0903CE414530}">
      <dsp:nvSpPr>
        <dsp:cNvPr id="0" name=""/>
        <dsp:cNvSpPr/>
      </dsp:nvSpPr>
      <dsp:spPr>
        <a:xfrm>
          <a:off x="4412" y="1101931"/>
          <a:ext cx="1439284" cy="71964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Regression</a:t>
          </a:r>
        </a:p>
      </dsp:txBody>
      <dsp:txXfrm>
        <a:off x="4412" y="1101931"/>
        <a:ext cx="1439284" cy="719642"/>
      </dsp:txXfrm>
    </dsp:sp>
    <dsp:sp modelId="{E8D1285E-F23E-4199-ACDA-ACDCB115F12D}">
      <dsp:nvSpPr>
        <dsp:cNvPr id="0" name=""/>
        <dsp:cNvSpPr/>
      </dsp:nvSpPr>
      <dsp:spPr>
        <a:xfrm>
          <a:off x="364233" y="2123822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MSE</a:t>
          </a:r>
        </a:p>
      </dsp:txBody>
      <dsp:txXfrm>
        <a:off x="364233" y="2123822"/>
        <a:ext cx="1439284" cy="719642"/>
      </dsp:txXfrm>
    </dsp:sp>
    <dsp:sp modelId="{72611834-B643-4BDC-8BAC-6A169FF96FE0}">
      <dsp:nvSpPr>
        <dsp:cNvPr id="0" name=""/>
        <dsp:cNvSpPr/>
      </dsp:nvSpPr>
      <dsp:spPr>
        <a:xfrm>
          <a:off x="364233" y="3145714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MAE</a:t>
          </a:r>
        </a:p>
      </dsp:txBody>
      <dsp:txXfrm>
        <a:off x="364233" y="3145714"/>
        <a:ext cx="1439284" cy="719642"/>
      </dsp:txXfrm>
    </dsp:sp>
    <dsp:sp modelId="{C5A9369B-7CB6-4B36-8F27-91A2E81CAE8A}">
      <dsp:nvSpPr>
        <dsp:cNvPr id="0" name=""/>
        <dsp:cNvSpPr/>
      </dsp:nvSpPr>
      <dsp:spPr>
        <a:xfrm>
          <a:off x="364233" y="4167606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Huber Loss</a:t>
          </a:r>
        </a:p>
      </dsp:txBody>
      <dsp:txXfrm>
        <a:off x="364233" y="4167606"/>
        <a:ext cx="1439284" cy="719642"/>
      </dsp:txXfrm>
    </dsp:sp>
    <dsp:sp modelId="{DAA037D3-1611-4262-9A59-E6DC8540EFB9}">
      <dsp:nvSpPr>
        <dsp:cNvPr id="0" name=""/>
        <dsp:cNvSpPr/>
      </dsp:nvSpPr>
      <dsp:spPr>
        <a:xfrm>
          <a:off x="1745946" y="1101931"/>
          <a:ext cx="1439284" cy="71964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Classification</a:t>
          </a:r>
        </a:p>
      </dsp:txBody>
      <dsp:txXfrm>
        <a:off x="1745946" y="1101931"/>
        <a:ext cx="1439284" cy="719642"/>
      </dsp:txXfrm>
    </dsp:sp>
    <dsp:sp modelId="{237DD355-6A1B-4D66-8529-3ECA03BB553B}">
      <dsp:nvSpPr>
        <dsp:cNvPr id="0" name=""/>
        <dsp:cNvSpPr/>
      </dsp:nvSpPr>
      <dsp:spPr>
        <a:xfrm>
          <a:off x="2105767" y="2123822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Binary cross entropy</a:t>
          </a:r>
        </a:p>
      </dsp:txBody>
      <dsp:txXfrm>
        <a:off x="2105767" y="2123822"/>
        <a:ext cx="1439284" cy="719642"/>
      </dsp:txXfrm>
    </dsp:sp>
    <dsp:sp modelId="{B4657BAC-9030-4045-9E03-B13A00741EDA}">
      <dsp:nvSpPr>
        <dsp:cNvPr id="0" name=""/>
        <dsp:cNvSpPr/>
      </dsp:nvSpPr>
      <dsp:spPr>
        <a:xfrm>
          <a:off x="2105767" y="3145714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Categorical cross entropy</a:t>
          </a:r>
        </a:p>
      </dsp:txBody>
      <dsp:txXfrm>
        <a:off x="2105767" y="3145714"/>
        <a:ext cx="1439284" cy="719642"/>
      </dsp:txXfrm>
    </dsp:sp>
    <dsp:sp modelId="{39C7AD84-8716-482E-8394-8F2E672AA72D}">
      <dsp:nvSpPr>
        <dsp:cNvPr id="0" name=""/>
        <dsp:cNvSpPr/>
      </dsp:nvSpPr>
      <dsp:spPr>
        <a:xfrm>
          <a:off x="2105767" y="4167606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Hinge Loss</a:t>
          </a:r>
        </a:p>
      </dsp:txBody>
      <dsp:txXfrm>
        <a:off x="2105767" y="4167606"/>
        <a:ext cx="1439284" cy="719642"/>
      </dsp:txXfrm>
    </dsp:sp>
    <dsp:sp modelId="{F53F8A8F-7661-4992-BCC2-1EF3314E262B}">
      <dsp:nvSpPr>
        <dsp:cNvPr id="0" name=""/>
        <dsp:cNvSpPr/>
      </dsp:nvSpPr>
      <dsp:spPr>
        <a:xfrm>
          <a:off x="3487480" y="1101931"/>
          <a:ext cx="1439284" cy="71964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Autoencoders</a:t>
          </a:r>
        </a:p>
      </dsp:txBody>
      <dsp:txXfrm>
        <a:off x="3487480" y="1101931"/>
        <a:ext cx="1439284" cy="719642"/>
      </dsp:txXfrm>
    </dsp:sp>
    <dsp:sp modelId="{47CF47B3-2622-4924-9FA5-EFEA334EB16F}">
      <dsp:nvSpPr>
        <dsp:cNvPr id="0" name=""/>
        <dsp:cNvSpPr/>
      </dsp:nvSpPr>
      <dsp:spPr>
        <a:xfrm>
          <a:off x="3847301" y="2123822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KL Divergence</a:t>
          </a:r>
        </a:p>
      </dsp:txBody>
      <dsp:txXfrm>
        <a:off x="3847301" y="2123822"/>
        <a:ext cx="1439284" cy="719642"/>
      </dsp:txXfrm>
    </dsp:sp>
    <dsp:sp modelId="{326FB6C2-5173-4872-9EAE-4101BAE4DBD1}">
      <dsp:nvSpPr>
        <dsp:cNvPr id="0" name=""/>
        <dsp:cNvSpPr/>
      </dsp:nvSpPr>
      <dsp:spPr>
        <a:xfrm>
          <a:off x="5229014" y="1101931"/>
          <a:ext cx="1439284" cy="71964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GAN</a:t>
          </a:r>
        </a:p>
      </dsp:txBody>
      <dsp:txXfrm>
        <a:off x="5229014" y="1101931"/>
        <a:ext cx="1439284" cy="719642"/>
      </dsp:txXfrm>
    </dsp:sp>
    <dsp:sp modelId="{556B1B2F-3B55-4EEA-AF7A-A1797A968A8E}">
      <dsp:nvSpPr>
        <dsp:cNvPr id="0" name=""/>
        <dsp:cNvSpPr/>
      </dsp:nvSpPr>
      <dsp:spPr>
        <a:xfrm>
          <a:off x="5588835" y="2123822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Discriminator loss</a:t>
          </a:r>
        </a:p>
      </dsp:txBody>
      <dsp:txXfrm>
        <a:off x="5588835" y="2123822"/>
        <a:ext cx="1439284" cy="719642"/>
      </dsp:txXfrm>
    </dsp:sp>
    <dsp:sp modelId="{CAFD045F-B3F8-474E-BDF0-88BAA1E7E900}">
      <dsp:nvSpPr>
        <dsp:cNvPr id="0" name=""/>
        <dsp:cNvSpPr/>
      </dsp:nvSpPr>
      <dsp:spPr>
        <a:xfrm>
          <a:off x="5588835" y="3145714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Minmax GAN loss</a:t>
          </a:r>
        </a:p>
      </dsp:txBody>
      <dsp:txXfrm>
        <a:off x="5588835" y="3145714"/>
        <a:ext cx="1439284" cy="719642"/>
      </dsp:txXfrm>
    </dsp:sp>
    <dsp:sp modelId="{6BEB706D-D3C4-4900-84D0-4A7F5A4197A1}">
      <dsp:nvSpPr>
        <dsp:cNvPr id="0" name=""/>
        <dsp:cNvSpPr/>
      </dsp:nvSpPr>
      <dsp:spPr>
        <a:xfrm>
          <a:off x="6970548" y="1101931"/>
          <a:ext cx="1439284" cy="71964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Object Detection</a:t>
          </a:r>
        </a:p>
      </dsp:txBody>
      <dsp:txXfrm>
        <a:off x="6970548" y="1101931"/>
        <a:ext cx="1439284" cy="719642"/>
      </dsp:txXfrm>
    </dsp:sp>
    <dsp:sp modelId="{426E2E70-DCE8-44C3-8CF4-6B1DAF6AC9B8}">
      <dsp:nvSpPr>
        <dsp:cNvPr id="0" name=""/>
        <dsp:cNvSpPr/>
      </dsp:nvSpPr>
      <dsp:spPr>
        <a:xfrm>
          <a:off x="7330369" y="2123822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Focal Loss</a:t>
          </a:r>
        </a:p>
      </dsp:txBody>
      <dsp:txXfrm>
        <a:off x="7330369" y="2123822"/>
        <a:ext cx="1439284" cy="719642"/>
      </dsp:txXfrm>
    </dsp:sp>
    <dsp:sp modelId="{8F582A09-1934-4C6C-9680-E512D823D8B0}">
      <dsp:nvSpPr>
        <dsp:cNvPr id="0" name=""/>
        <dsp:cNvSpPr/>
      </dsp:nvSpPr>
      <dsp:spPr>
        <a:xfrm>
          <a:off x="8712082" y="1101931"/>
          <a:ext cx="1439284" cy="71964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Embedding</a:t>
          </a:r>
        </a:p>
      </dsp:txBody>
      <dsp:txXfrm>
        <a:off x="8712082" y="1101931"/>
        <a:ext cx="1439284" cy="719642"/>
      </dsp:txXfrm>
    </dsp:sp>
    <dsp:sp modelId="{3A09AAF5-E941-4DDE-A8DE-7684990C747B}">
      <dsp:nvSpPr>
        <dsp:cNvPr id="0" name=""/>
        <dsp:cNvSpPr/>
      </dsp:nvSpPr>
      <dsp:spPr>
        <a:xfrm>
          <a:off x="9071903" y="2123822"/>
          <a:ext cx="1439284" cy="71964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Triplet Loss</a:t>
          </a:r>
        </a:p>
      </dsp:txBody>
      <dsp:txXfrm>
        <a:off x="9071903" y="2123822"/>
        <a:ext cx="1439284" cy="719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19:43.479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09"/>
      <inkml:brushProperty name="tip" value="rectangle"/>
      <inkml:brushProperty name="rasterOp" value="maskPen"/>
    </inkml:brush>
  </inkml:definitions>
  <inkml:trace contextRef="#ctx0" brushRef="#br0">2163 1,'-47'19,"0"0,-10 2,0 0,8-2,0-1,-18-1,-4-1,1 5,-1-1,1-8,-1 0,-6 8,3 1,16-5,1-1,-5 1,3 0,-9 8,14-10,33-4,8-5,4 7,0-2,0 4,-5 4,4-8,-3 7,4-7,0 7,0-7,0 3,-4 0,3-3,1 8,-3-8,6 3,-8 0,5 1,-4 4,3-4,1-1,-7 0,5-2,-11 6,4-7,3 3,-2-4,11 0,-10 0,6 0,49 0,7-12,8 1,7-3,-7-9,3-2,10 0,3-1,1 1,-1-1,1-4,0 1,-2 8,-1 1,-10-4,-5 1,28-3,-19 2,-39 9,-3 1,-10 1,11 3,-5-3,10 4,-8 0,0 0,0 0,-3 0,2 0,-3 0,-41 22,-16 9,1-5,-5 2,-6 1,-2 1,-7 6,-4 1,-5 2,-3 1,-6 6,-1 0,0 1,0-1,2-6,-1 1,17-4,-3 3,5-4,-1-6,2 0,-13 17,4-1,-5-10,23 1,9-16,29-8,8-4,33 4,9-7,13-5,9-4,3-1,4-4,18-7,3-3,6 1,-1-2,-6-4,-1 1,0 3,-2 2,-10 5,-4 2,-12 1,-3 1,24 6,-42-5,-15 7,-16-4,-32 32,-23 0,5 2,-6 3,-16-1,-4-1,-6-3,-4-1,12-3,-3-1,1-1,-24 3,-2-1,22-4,-2 0,4 0,-10 2,5 0,0-1,4 0,-20 9,37-7,18-15,25 0,5-3,50 8,25-7,0-1,9-2,8-7,5-2,-18 2,2 0,1-2,4-4,1-3,-1 1,1 3,-1 1,0-2,0-5,0-1,-2 1,-6 6,-2 2,-1-3,22-11,-5 0,-19 11,-8 0,9-14,-45 22,-25 3,-46 26,3-3,5-3,-8 1,-34 12,-6 0,13-10,-3 1,8 2,-6 3,5-3,-13-2,6-2,9 3,3 0,5-5,3-1,9 4,5 0,-19 9,20 3,25-19,8-8,8 3,17 2,7-3,43 1,-11-11,6-2,25 6,8 1,-16-5,3 0,4 0,-6 1,3 1,0 1,-5-2,-1-2,-5 0,0 0,5 0,1 0,-15 0,-1 0,-22 0,-30 4,-39 19,-34 5,11-1,-5 3,-7-3,-3 1,-18 11,-2 1,5-5,-1 1,23-6,-1 1,-1-1,0-1,1-2,1 1,-24 12,3 1,5 3,3-1,13-11,8 0,-8 19,13-20,38-18,5-4,33 8,-2-5,51 2,22-9,-40-5,4 0,22 0,3 0,-14 0,4 0,5 1,8-1,-2-1,-12-4,-1-2,0 1,-3 2,1 0,-7-2,4-6,-14 0,-24 1,-32 7,-39 29,-46 11,32-12,-5 2,-19 1,-4 1,5-1,0 0,-7 0,0 4,-1 8,3 1,11-11,4 0,10 2,4-2,-23 3,41-15,21-3,8-8,63 7,24-7,7-6,10-3,-2-3,4-2,-15 1,4-2,-2 1,-9 0,-3 0,0 0,0 0,-1 0,-2 0,25-3,-8-1,-34 3,-5 1,40-3,-64 2,-12 8,-50 19,-18 13,5-4,-5 2,-5 2,-2 0,0 0,-2 0,-10 2,-1 0,11-2,2 1,5-2,0 1,3-1,5-1,-10 13,10-10,30-17,11-6,54-17,22-30,10 2,9-5,-26 7,0-2,2-2,10-5,2-3,1 2,-2 2,1 1,0-2,0-4,-1-3,1 3,-4 5,-1 1,-1 0,-2-3,-2 0,-2 2,15-12,-5 5,-20 12,-5 3,6-14,-32 32,-20 7,-55 39,-6 4,-1 0,-3 2,14-11,1-1,-5 1,-1-1,1-3,0-2,4-3,2-3,-33 8,27-9,33-11,8 3,50-3,26-2,-1 1,7 0,14 0,9 0,2 0,2 0,2 0,1 0,-20 0,2 0,1 0,-1 0,0 0,0 0,0 0,-1 0,19 4,0 0,-5-1,-13-2,-3 0,-5 0,10 5,-11-1,12-5,-61 0,-33 0,-30-7,-25 5,-29-5,-4 7,32-1,-2 2,5 8,-2 1,-17-3,-4 2,-6 11,-1 3,26-10,0-1,-1 0,0 0,1 0,0 1,-26 9,1-1,8-9,0 1,-3 12,5-2,-16-7,4 14,80-25,5 4,1 8,46-11,28-5,6 3,11 1,2-2,7-2,1-1,5-1,-10-1,4-1,0 0,-6 0,0 2,-5 1,-3-2,20-3,-8 0,-16 4,-9 2,5-1,-39 4,-31 1,-37 11,-20 2,2-2,-4 0,-28 11,-7 1,29-12,-1-1,2 0,-16 8,-1-1,17-6,-3-1,3 1,-16 6,2 0,0 1,1-2,7-4,3-1,10 4,3-2,-41 2,31 4,27-11,17-7,11 2,52 16,8-14,13 7,13 0,12-14,7-4,-17 4,5 1,2-1,-12-2,3-1,1 0,-1-1,0 1,1 0,-1 0,0 0,1 0,-1 0,0 0,-3 0,17 0,-3 0,-4 0,-14 1,-2-1,-5-1,11-2,-9-1,12 2,-44-9,-14 6,-18-4,-6-23,-7 5,-14-33,-22 4,16 20,-5-2,-12-7,-6-2,-3-2,-3 0,-11-2,-2 0,7-5,-1 3,-11 11,2 1,18-1,0 3,-9 10,2 4,-19-19,7 16,38 9,18 9,17 5,55-27,-5 18,4-9,4 0,41 2,-46 3,2 0,11 7,-1 0,11-13,-4 9,-45 9,-9-2,-55 12,19-7,-36 12,37-4,9 4,4 1,49-17,-4-6,58-10,-13-2,13 6,1 0,-1 1,-13 0,10 8,-23 3,-11 7,-22 0,-22 0,-8 12,-6 6,-7 27,-4-7,-11 23,7-10,-11 1,13-5,-3-12,10-7,-2-3,8-11,5-1,27 7,13-6,34 3,16-1,4-14,-4 15,-29-10,-25 5,-22-2,-6-5,-31 23,2-11,-40 35,-1-11,-17 16,18-15,4-4,25-17,-1-1,18-6,-1-1,20 4,-2-5,11 5,-3-8,4-4,-4-1,3 0,2 5,-4 1,2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19:55.9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562 587,'-29'35,"3"-6,17-20,0 4,-1 13,5-9,0 11,5-18,-4 7,3-3,-7 4,2-3,-3 10,4-9,1 10,4-12,0-1,0 4,0-1,0 2,0-1,-4-3,3 4,-3 0,4-4,0 4,-4-4,3 4,-3-4,4 3,0 1,0 5,4-3,-3-3,3-4,-4 5,0-3,0 6,-4-7,3 4,-3-3,4 9,0-8,0 9,-4-6,-1 3,0-3,1-1,0-5,3 4,-7-6,7 11,-7-4,7 1,-3 3,0-4,3 8,-7-10,7 8,-7-10,7 0,-7 4,-1-4,-3 11,-7 2,7 1,-14 18,11-23,-11 31,8-24,2 2,3-7,4-15,0 3,0 0,0-2,-4 10,7-10,-6 10,7-7,-4 4,0 0,4-4,-3 4,3-8,-9 11,4-10,-7 6,11-8,-2 4,8 5,-4 2,3-2,-3-5,4 4,0 2,0 0,0 2,0-10,0 6,0 1,0-3,4 2,-3-4,3 1,-4 4,4 1,-3-5,15-1,-5-8,12-1,31-4,7 0,17-8,9-3,-18 5,0-2,23-7,-1 0,-20 5,-4-1,-4-4,-2 0,-5 4,-1-1,1-2,-4 0,16-7,6 3,-43-2,21-11,-30 13,16-14,-10 15,7-6,-1-1,1 6,0 2,-1 4,27-3,-6-6,23 2,0-6,3 7,-3 4,7 0,-1 2,-1 1,-6-2,-4 0,-12 8,-13 0,-27 0,-8 1,-66 15,-26 8,7-6,-13 2,12-2,-10 2,-2-1,5-1,-4-2,3-2,-3 0,3 0,-5 1,1-1,9-1,-20 4,11-4,19-7,7 1,-15 11,22-12,38 7,1-7,-8 7,5-7,-18 8,-35 7,-3 1,-24-1,31-2,24-13,20 4,8-5,34-39,3 7,42-38,-8 28,17-12,-10 19,18-10,-2 9,14 7,-14 3,10-1,-23 8,-15 3,0-1,6 2,17-6,-48 10,-3-3,-7 4,0-7,-3 7,2 1,-7-3,-61 22,-2-7,-2 8,-3 1,-36 7,-1 0,14-9,3 6,34-10,5 2,25-4,1-4,-4 0,2 0,-15-5,10 0,-12-12,12 7,-6-10,8 10,8-3,-2 4,11-8,5-6,6-2,4-1,3 8,-3 0,4 4,-3-3,-2 7,-4 0,0-6,-60 13,12-16,-53 17,27-5,-15 7,25 0,-1 0,35 0,12-4,13-21,3-1,12-17,-1 8,25-14,-4 5,4 1,-4 9,-12 13,1 0,-3 5,-7 3,0 8,8-4,15 0,36 2,-11-2,7 1,11 5,6 3,-8-3,6-2,-2 2,-7 3,0 0,2 0,13 0,3 0,-2 0,-11 1,-1-1,-2-1,-2-1,-1-2,-3 0,21-1,-7-2,-23-2,-7-2,11-4,-39 3,-19 7,-107 23,40-6,-5 2,-9 4,-8 2,-6 2,-4 2,-7 4,-2 0,4-1,15-2,2-1,0 0,-4 1,1-1,-4 1,-2 1,3-2,4 0,-19 6,5-1,3-2,8-5,2-2,4 0,-16 8,8-1,17-7,9-1,3 9,19-3,25-7,4 8,1-11,4 10,0-15,0 7,31-7,32-1,-4-1,10-1,26-5,8-2,-27 3,3 1,2-1,9-1,3-2,-1-2,-3 0,-1-2,-2 0,-7 0,-1 1,-3-3,20-10,-6 0,-16 4,-8 0,9-12,-26 10,-35 9,-8 5,-40 58,-9-14,6 0,-5 0,-33 13,1 0,11-4,-8 2,32-11,-4-7,27-12,8-11,1-1,61-7,12-2,5-4,18 0,0 0,-6 0,1 0,2 0,15 0,3 0,-6 0,-25 0,-4 0,-8 0,39 0,-64 0,-22 0,-73 0,-8 0,-2 0,-8 0,-4 0,-4 0,21-3,-2-1,-3 0,-9 0,-3-1,-2 0,-7-2,-1-2,-1 0,-4-3,-1 0,1-1,-2 1,1-1,2-1,10-1,3-2,3 0,11 2,2-1,5 1,-4-1,7 0,-19-15,46 18,11-14,20-12,-4-26,13-18,1 30,3-2,2-6,4-2,8-7,1-1,-5 0,2 0,12-7,3 2,-13 18,2 1,7-7,2 3,-4 17,-1 2,12-23,8 17,-30 22,3 10,-11 3,-1 3,-56 17,-8 0,4 4,-7-1,-14-3,0-3,17 1,2-2,-48-3,55-4,37-1,1-8,12-5,2 3,16-3,29 5,12 2,-6 1,4 0,2 3,7 0,-2 0,15-3,-3 0,-4 4,-5 1,23-7,-31-2,-46 13,-7-3,-62-28,-3 7,-2 2,-11 0,2 2,-5 1,2 2,-13 4,-2-1,10-4,-4-3,8 3,7 7,7 3,-26-12,42 10,15 10,16-7,67 3,4 3,8-1,0-4,4 1,22 5,-7 0,-9-9,-17 10,-45 0,-21 0,-85 16,29-6,-4 0,-9 3,0 1,11-2,8-1,8-2,16-4,11-1,1-3,7-25,-2 17,3-26,-15 22,4 1,-17-7,-7 12,2-5,-10 3,13-4,8 4,5-2,9 8,52-19,37 6,-21-1,6 2,20 5,3 4,-6-2,2 2,12 4,1 0,-6-1,-3 2,-6 5,-6 1,13-4,-30 13,-50-11,-1 4,-26 37,2-3,-32 39,17-17,-19 18,29-28,-7 6,26-26,1-8,15 6,8-11,25 10,21 7,-19-18,5-3,17 4,4-3,0-3,2-2,11-1,0-3,-12-4,-3 0,-11 3,-5-1,33-2,-47 2,-15 0,-20-3,-9 24,-3 9,-16 35,-6 21,8-39,-5 1,-8 8,-4 0,-3 1,-5-1,-14 11,-3-2,2-9,0-1,-2 10,0-1,3-14,2-3,14-1,4-3,-25 22,34-28,17-23,10-9,1 0,4 5,0 1,0-1,-4-1,3-2,-3 3,0-4,22-1,12-15,52-5,2-11,-24 12,1 1,37-12,-25 15,-20-7,-39 9,-5 0,-5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1T11:22:27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0 24575,'0'20'0,"0"-6"0,0 4 0,0-9 0,0 3 0,0-4 0,0 4 0,-3-3 0,2 2 0,-7-6 0,4 2 0,0 1 0,0 1 0,4 6 0,0-6 0,0 3 0,0-4 0,0 0 0,-4-4 0,3 4 0,-2-4 0,3 4 0,0 0 0,0 0 0,0 0 0,0 0 0,0 0 0,0 1 0,0-1 0,0 0 0,0 0 0,0 0 0,0 0 0,0 0 0,0 0 0,0 4 0,-4 0 0,3 1 0,-2 2 0,-1-6 0,3 3 0,-6-4 0,3 0 0,-1 0 0,2 0 0,-1 0 0,3 0 0,-2 0 0,3 0 0,0 0 0,0 0 0,0 0 0,0 4 0,0-3 0,0 6 0,0-6 0,0 3 0,-4-1 0,3-2 0,-3 3 0,4-4 0,0 0 0,0 0 0,0 0 0,0 0 0,-3 0 0,2 0 0,-3 0 0,4 1 0,0-1 0,0 0 0,-3 0 0,-2 7 0,1-2 0,0 4 0,4-6 0,0-3 0,0 0 0,0 0 0,0 0 0,0 0 0,0 1 0,-3-1 0,2 0 0,-3 0 0,4 0 0,0 7 0,0-2 0,0 7 0,0-7 0,-3-2 0,2-3 0,-3 4 0,1-3 0,2 6 0,-6-6 0,6 6 0,-7-6 0,8 3 0,-4-4 0,4 0 0,0 0 0,-4 0 0,4 0 0,-4 4 0,4-3 0,0 3 0,-4-4 0,0 3 0,-1-2 0,-2 3 0,3-4 0,-1 4 0,2-3 0,3 6 0,-4-3 0,3 1 0,-2-1 0,-1-8 0,3 3 0,-2-2 0,3 3 0,0 0 0,0 0 0,0 0 0,-4 4 0,3-3 0,-6 2 0,6-3 0,-6-3 0,6 2 0,-3-3 0,4 5 0,-3 2 0,2-2 0,-3 3 0,1-1 0,2-2 0,-3 7 0,4-7 0,-3 6 0,-2-6 0,1 6 0,-3-6 0,6 3 0,-3-1 0,0-2 0,4 3 0,-4-4 0,4 0 0,-4 0 0,3 0 0,-2 0 0,3 0 0,0 0 0,0 0 0,-4 0 0,3 0 0,-2 4 0,3-3 0,-4 3 0,3-4 0,-6-4 0,6 3 0,-2-2 0,3 3 0,0 0 0,0 0 0,0 4 0,0-3 0,0 2 0,0-3 0,0 1 0,0-1 0,3 0 0,-2 0 0,3 0 0,-4 0 0,3 3 0,-2-2 0,3 7 0,-4-7 0,0 2 0,0-3 0,0 0 0,0 0 0,0 1 0,0-1 0,0 3 0,0 2 0,0-1 0,0 0 0,0 0 0,0-3 0,0 2 0,0-3 0,3 4 0,-2-3 0,3 3 0,-4-1 0,0-2 0,3 3 0,-2-4 0,7 0 0,-8 0 0,4 0 0,-4 4 0,4-3 0,-3 2 0,2-3 0,1 4 0,-3-3 0,6-1 0,-3-1 0,4-2 0,0 3 0,-3 0 0,-2 0 0,1 0 0,-3 0 0,2 0 0,-3 0 0,4 0 0,-3 4 0,6-3 0,-2 6 0,3-6 0,0 6 0,0-6 0,0 3 0,0-1 0,0-2 0,0 3 0,4 0 0,-3-3 0,-1 6 0,-1-6 0,-3 6 0,4-6 0,4 3 0,-3-4 0,3 0 0,-1-4 0,-2 4 0,3-4 0,-8 4 0,4-3 0,0 2 0,1-3 0,6 4 0,-6 0 0,2 0 0,1 0 0,-3 0 0,6-3 0,-6 2 0,3-6 0,-4 3 0,0-1 0,0 2 0,0 3 0,0 0 0,4-4 0,0 3-6784,11 3 6784,13 3 0,10 4 0,11-9 0,-11 3 0,8-4 0,-20 4 0,9 1 6784,-19-3-6784,-1-3 0,-7-3 0,-4 1 0,3-3 0,-2 2 0,3 1 0,0-3 0,7 7 0,-5-7 0,4 7 0,-6-7 0,1 3 0,-5-1 0,10-2 0,-8 7 0,9-4 0,7 9 0,-14-8 0,19 8 0,-14-12 0,10 8 0,11 5 0,-8-2 0,20 9 0,-20-15 0,9 5 0,-19-10 0,5 8 0,-11-4 0,5 0 0,-1 3 0,14 0 0,10 5-6784,11 7 6784,1-4-4537,-13 3 4537,-2-7 0,0-6 0,2 5 0,1-5 0,-4 2 4537,-17 0-4537,5-4 6784,-13 1-6784,7-2 0,-8 1 0,0-3 0,0 6 0,0-3 0,0 1 0,1 2 0,-5-6 0,3 6 0,-2-6 0,3 3 0,7 0 0,-6-3 0,6 7 0,-7-3 0,0-1 0,4 4 0,-3-4 0,-1 4 0,-4-3 0,-4-2 0,0-3 0,0 4 0,4 0 0,-3 1 0,2 2 0,-3-6 0,-3 6 0,2-6 0,-3 2 0,5 1 0,-1-3 0,0 6 0,0-6 0,0 3 0,0-4 0,0 3 0,0 2 0,0-1 0,0 0 0,0-4 0,4 3 0,-3-2 0,2 3 0,-2-1 0,-1-2 0,0 3 0,-4-4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22:41.63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264 49,'54'-13,"-4"-3,-8 9,16 1,26-1,14 7,-37 0,1 0,-5 0,-1 0,0 0,-1 0,41 0,-24 0,-15 0,-2 0,-28 0,14 0,-23 0,4 0,-6 0,33 0,-19 0,27 0,-13 0,-10 0,11 0,-14 0,0 0,-1 0,1 0,0 0,0 0,0 0,37 0,-28 0,28 5,-30 0,-12 4,11 0,-13-5,7 6,11-3,16 7,2 7,9-4,-23 2,-4-7,-11-2,-6-1,-3 0,-2 7,-3-3,3 3,-8-1,3-6,-2 7,0-4,-2 1,-6 5,2-1,-10 1,-1 0,-27-6,-8 3,-30 8,-4-5,-10 6,-13-7,47-7,-1-2,-5-3,0 0,-1 4,1-1,0-7,0 0,0 7,-1 0,-12-6,0-2,-25 8,33-7,2-2,-14 1,11 0,-5 0,32 0,-8 0,-1 0,9 0,-20 0,20 0,-20 0,8 0,0 0,-8 0,27 0,-14 0,5 0,2 0,-21 0,28 0,-14 5,23-4,-4 7,6-7,0 3,-1-4,1 3,0-2,-4 3,7-4,-6 0,3 3,3 2,-6 3,10 0,-3 4,1 4,5-3,-5 2,3-3,-1 1,1 3,5 0,3 0,-4 0,0 0,-4-3,-4 2,3-6,-6 3,6-1,-3-2,4 6,4 2,-4-4,8 6,-11-7,9 4,-12-3,8 2,-5-6,-1 6,3 2,-3-4,4 2,-3-3,5 0,-4 8,9-6,-3 4,4-5,0 3,0 0,0 0,-4 0,4 1,-4 2,0-5,0 5,-1-7,2 4,3 0,0 4,-4-6,3 4,-2-5,3 3,0 0,0 0,0 0,0 1,0-1,-4 0,3 0,-2 0,3 0,0 0,24-7,33-8,32-15,0-9,-18 3,-28-3,-19 9,-5-1,-7 4,-4-1,0-4,0-1,3-3,-2 8,3 0,-4 0,4 0,0-1,4 2,0-1,1 3,-5 1,3-3,-2 6,-1-7,7 4,2 4,19-6,6 8,11-4,1 12,-1-4,0 10,13-10,2 4,12-6,11 0,-8 0,-33 0,0 0,33 0,8 0,1 0,-9 0,9 0,-24 0,-3 0,-12 0,1 0,-1 0,12 0,3 0,1 0,-4 0,-12 0,1 0,-1 0,0 0,1 0,-1 0,-11 0,0 0,-21 0,-2 0,-12 0,-61 4,-21-3,-2-3,-9-2,0-5,-3-3,18 2,-1-1,0-2,3-3,0-2,0 0,-2 3,-2 0,2 0,-24-12,3 2,4 8,4 2,14 1,6 0,-24-1,29 2,25 7,-1 2,-12 4,-14 0,-15 0,-24 0,-3 0,44 4,0 0,0-3,-1 0,-7 7,2 0,-14-7,5 7,62-8,13 0,26-6,43-5,-15 7,8 0,-4-3,6 0,2 2,13 3,2 2,4-1,-11-1,3-1,1 0,-1 1,1 2,0 0,0 0,0 0,5 0,0 0,0 0,-2 0,-8 0,-2 0,-1 0,-2 0,16 0,-1 0,-5 0,-11 0,-4 0,-5 0,4 0,-8 0,12 0,-41 0,-25 4,-2 15,-3-4,0 8,0-8,0-2,0 3,-4 14,-7-4,-2 24,-11-21,-5 18,-20-11,-14 4,-14 1,30-23,-2-1,-37 17,-10-7,49-11,-2 2,-22 10,-6 4,-10 7,-1 1,6-1,3-1,1-2,7-4,-13 2,12-9,-9 6,9-13,-12 14,-12-13,9 6,-8-8,11 7,0-5,0 5,24-15,-1-1,7 0,1 0,0-1,5-1,-14 2,39 0,1-7,4 2,-1 1,4-3,2 2,-3-3,0 0,-7 5,5-4,-11 4,5-5,0 0,1 0,10 0,-2-4,3-4,3-8,2-1,7-3,0 8,3-4,5 0,-2 3,1-6,-4 3,-2 3,-1-6,-15 10,1-3,-10 8,8-4,4 8,-7-8,9 0,-5-4,10-4,-2 3,42-2,44 10,-18 1,6 0,19 4,4 0,-1 0,1 0,6 0,-1 0,-4 0,-2 0,-6 0,-2 0,-11 0,-3 0,-10 0,-3 0,30 0,-27 0,-21 0,-16 0,-9 0,4-3,-1 2,6-3,2 4,-4 0,5 0,-11 0,7 0,-6 0,4 4,-2 8,-10 1,-1 7,-12-4,-11-3,-6 5,-29 4,-6 5,-13 5,-7-7,31-1,1-11,25 1,11-10,0 4,-10-7,0 2,-13-3,11 0,1 0,11 0,-4 0,0 7,3-5,1 16,8-5,8 4,-3 2,10-10,-2 3,13-8,40 13,-9-7,7-1,24-1,3 0,-13 1,0-2,1-6,-5-2,14 1,-12 0,-15 0,-14 0,-23 0,2 0,-13 0,14 0,-6 0,11 0,-7 0,-5 0,-1 3,-74 2,1-1,-8-1,-6-2,15-1,0 0,-4 0,0 0,-38 0,3 0,36 0,12 0,26 0,9 0,-6 0,6 0,-14 0,3-5,-18 4,-4-10,0 5,4-1,-1-4,9 9,-2-4,14 6,9 0,63 20,-14-9,18 3,5 2,28 8,-32-17,1-1,-1 6,0 0,44-2,-3 0,-13-3,-22-7,-7 5,-29-4,-6 7,-4-7,-3 6,5-2,16 7,-13-6,10 6,-15-11,-6 2,14 4,-12-1,7 5,-2-3,-7 0,10 1,-6-1,3 3,7-1,-6-1,13 0,-13-8,13 3,-6 1,7-4,11 4,4-5,37 0,-31-5,39-4,-42-3,20-4,-11 8,-13-3,-2 6,-19-8,-1 3,-7-2,0 1,-7 2,-61-18,-12 3,2 4,-8 0,3 5,-3 0,-11-4,-2 0,-1 3,0-1,0-7,4-1,20 6,6 0,-27-15,48 17,15 8,14 1,22-15,13 3,34-9,19 6,-30 18,2 1,7-5,0 1,0 6,-1 2,-6-5,-1 1,41 4,-39 0,-13 0,-36 0,5 0,4-11,2 8,3-11,-14 13,4-6,4 3,-2-5,1 1,-4 0,2 0,0-3,-2 2,-3-3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23:05.222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22"/>
      <inkml:brushProperty name="tip" value="rectangle"/>
      <inkml:brushProperty name="rasterOp" value="maskPen"/>
    </inkml:brush>
  </inkml:definitions>
  <inkml:trace contextRef="#ctx0" brushRef="#br0">1975 0,'-54'15,"6"-6,17 0,6-4,3 1,9 1,-6-3,6 1,-3 2,1-3,2 4,-3-3,-4 2,3-6,-9 3,8-1,-11-2,11 3,-11 0,5-3,-7 4,0-5,0 0,10 0,2 0,7 0,-14 0,0 0,-12 0,-5 0,-2 0,-13 0,13 0,2 0,19 0,5 0,7 0,-3 0,1 0,-9 0,6 0,-9 5,12-4,-8 7,9-7,-6 6,2-6,1 2,0 1,4 0,-8 1,7 2,-6-2,6 3,-3 0,0 0,0 0,0 0,3 0,-2 0,2-4,1 7,4 5,4 2,1 6,-2-8,1 0,-4 0,4 0,-4 0,0-3,0 2,0 1,0 1,0 3,3-8,2 4,-1 0,0-3,-1 6,1-6,4 3,22-7,-10-2,15-7,-11 0,3 0,5 0,19 0,-10 0,10 0,-19 0,6 0,-13 0,6-4,-7 3,-3-2,5-1,-4 3,2-2,3 3,-6 0,13 0,12 0,-3 0,21 0,-22 0,2 0,-13 0,-11 0,7 0,-2 0,0 0,2 0,-7 0,8 0,-3 0,6 0,-9 0,1 0,0 0,-1 0,5 0,-2 0,-5 0,7 0,-6-4,4 3,1-2,-8 3,13 0,-10-4,3 3,7-6,-13 6,9-3,-4 1,-1 2,6-3,-4 1,-4 2,7-3,-2 4,0 0,2-3,-7-2,1-3,6 4,-9-3,8 9,-1-4,-4 5,6 4,-7-5,1 9,-12 11,-3-6,-10 15,4-19,0 0,0 3,0-1,0 2,0 3,0-9,0 5,-4 0,0 2,-4 4,-1-5,1-1,4-2,-3-1,6 3,-7-6,4 6,-4-6,0 3,3 0,-2 0,2 1,1-5,-4 3,7-6,-9 10,4-6,-5 3,2-4,1 0,4 0,-4 0,4 0,-4 0,0 0,-7 1,5 0,-11 1,11-6,-11 6,11-9,-4 7,-1-7,-1 7,-1-3,-4 5,11-6,-1 1,4-5,3 0,-5 4,1-4,-3 4,5 0,-5-4,7 4,-4-4,0 0,-1 0,-2 0,5 0,-8 0,8-4,-12-1,-10 0,2-4,-15 0,19-1,3 1,11 5,5 0,-5 4,-5-4,4 4,2 0,-4 4,8-4,-18 9,9-8,-11 8,6-8,3 7,9-3,-2 3,17 14,-8-7,14 9,-8-9,0-3,-8 5,3-1,-7-4,8 3,-7 2,2 7,-10 1,2-1,0-4,9-8,1 0,-1 7,-1-8,1 7,1-2,6-7,-6 14,6-10,-3 3,15 0,6-7,23-1,18 3,14-9,-17 2,0-1,23-9,17-2,-38-7,0 1,-11 1,-3 1,-19 3,-1 4,-11 1,7-3,5 1,-2-3,11 0,3 8,-3-8,24 3,-23-4,11 0,-21 4,-1 1,-7 2,-4 2,7-10,-9 9,12-9,-8 11,5-8,1 8,-6-8,4 7,-5-2,3-1,0 3,0-6,0 6,1-6,2 3,-5-1,1-2,0 6,-1-6,5 6,-3-3,-3 4,-1 18,-4-6,-4 11,0-7,-4-4,0 4,3 0,2 0,3 1,-4-5,0 11,-4-13,4 13,-4-7,4-3,-4 6,0-6,0 3,0 0,0 0,0 4,-4-7,-4 2,-8 1,3-7,-6 10,6-6,-3 3,0 0,0-3,4-2,-4-3,4-3,-4 2,0-6,-1 6,1-6,-6 3,4-4,-11 4,4 2,-17 6,-4 0,-11-4,-1 5,19-11,-2 9,27-10,-4 3,3-4,1 4,-9 0,-1 1,-29 5,4-8,-4 1,-2 0,-12-3,-9 0,35 0,23 0,-1 0,4 0,-2 0,0 0,-2 3,3-2,-19 9,-4-2,-18 7,-1-1,13-6,2 3,19-10,1 7,7-3,3-1,-2 3,-1-2,3 3,-3 0,5 4,2-3,-6 2,2 1,-10 4,8-3,-3 3,10-12,-4 10,7 0,-3 3,8 2,0-3,0-3,0 6,0-6,8 3,0 0,1-4,6 4,-10-7,7 6,-1-6,-2 6,7-6,-4 3,18-4,17 1,-4-4,33-1,-28-4,33 0,-21 0,10 0,-25 0,-2-4,-12 2,-1-7,1 4,0-6,0 1,0 0,0-1,11-1,-8 6,9-5,30-2,-32 1,33-4,-43 10,-6-1,4 2,-11 0,5-3,-7 3,-4 1,7 0,-5 1,2-2,-1-3,1 4,-3 0,6 4,-6 0,3 0,4-3,-7-2,6 1,-7-4,5 7,-1-2,0-1,0 3,0-6,0 6,4-2,-7 3,6 0,-6-4,3 0,4-1,-7 2,6 3,-7 0,5 0,-1 7,-4-2,0 14,-4-6,-4 11,0-11,0 2,-4 1,8-3,-7 7,2-4,-6-4,-6 4,-3-4,-1 4,-2-3,3-5,-5-1,1-6,0 3,-6-4,-3 0,-17 0,-4 0,-10 0,-6 0,2 0,-2 0,-15 0,0 0,13 0,4 0,-36 0,36 0,-7 0,34 0,-3 0,6 0,13 0,-6 3,7-2,-7 10,5-9,-12 9,-44 4,8 1,11-1,0 0,-17 3,-9 6,33-11,-7 0,31-4,5-3,11 1,-3 8,9-1,-5 6,7-5,0-2,7 7,-1-7,5 2,-3 1,-3-7,9 7,3-12,5 3,1-6,11 3,-6-4,38 0,-18 0,33 0,-20 0,20 0,-33 0,7 0,-25 0,-5 0,-3 0,-5-4,6 0,8-4,3-1,-3 4,-2-4,-4 8,-1-8,5 4,-5-4,7-2,0 6,0 0,-7 2,3 2,-10-6,2 2,11-4,-10 1,9 2,-16-1,-1 6,3-10,-2 2,3 0,7-5,-2 5,1 0,0 2,-9 7,-1-4,11 4,-2-4,4 0,-3 4,-6-4,0 4,1 0,-1 0,0 0,0 0,0 0,0 0,0 0,0 0,1 0,-1 0,0 0,4 0,-7 0,6 0,-7 0,5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23:25.73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22"/>
      <inkml:brushProperty name="tip" value="rectangle"/>
      <inkml:brushProperty name="rasterOp" value="maskPen"/>
    </inkml:brush>
  </inkml:definitions>
  <inkml:trace contextRef="#ctx0" brushRef="#br0">1806 1,'18'58,"-7"2,-7-34,-4 4,0-17,0-2,0 8,-4-8,3 11,-6-9,6 0,-2 5,3-4,-4 5,0-2,-8-5,3 0,-6-1,2-2,1-1,-7 0,9-4,-9 4,7 0,-1 0,-2 0,2 0,1 0,0 4,8 4,0 1,4-1,0 0,0-4,-4 4,4 0,-4 1,4-1,0 0,0 0,0 0,0 0,0 0,0 0,-4 1,0-1,-4-4,-4 3,3-6,-6 7,6-7,-6-1,2-1,1 1,-7-3,9 6,-9-10,7 6,-8-6,-1 3,1-1,0-2,8 6,-4-2,4 3,-4-4,-1 0,1-4,0 0,0 0,0 0,0-4,50-15,-23 11,37-13,-36 20,-4-6,7-5,-2 2,4-5,-6 7,4-4,-5 3,6-2,-41-4,11 12,-25-3,20 10,6 0,-2 3,2-2,-3 7,4-4,-3-4,2 7,0-5,-2 5,3-3,-1 0,-2 4,2-7,1 6,-3-6,2 3,-7 3,7-5,-6 4,3-5,2 3,-1 0,4 0,-2 0,-7 4,7-7,-2 2,-4 0,8-5,-11 5,9-3,1-3,-7 6,5-6,-2 3,-3-4,6 3,-3-2,-6 3,11-4,-21 0,20 0,-10 0,10-8,3 0,37-5,-19 5,31 4,-32 4,1-3,6-13,-5 9,1-11,0 10,-6-1,18 1,-12 5,7 3,-70 3,15 4,-40 2,35 3,17-7,6 0,8-1,-5 4,3-3,-3 2,-3-3,9-3,-12 6,5-3,0 4,-6 0,10 0,-7-3,4-2,3 1,-5-3,4 3,-2-4,-3 7,9-5,-8 8,5-5,1-1,-7 0,5-4,-2 0,-3 0,9 0,-8 0,-2 0,6 0,-5 0,4-4,1 3,-6-9,8 8,0-13,4 3,0-2,4-4,-4 5,43 4,-16 2,33 12,-21 0,11 7,16 2,0-2,5 0,-10-2,2-1,18 4,2 0,-13-3,-2-1,-3 0,0 1,4 3,0 1,-5-3,-1-2,-6 1,0-1,6 0,-2-2,22-5,6 6,-24-8,13 0,-10 0,35 0,-32 0,20 0,0 0,-19 0,19-6,-26 4,0-10,13 10,-10-4,21 6,-9-8,12 6,12-5,2 7,-21 0,6 0,9 0,0 0,-10 0,-1 0,2 0,-9 0,-14 0,-6 0,-23 0,0 0,0 0,12 0,2 0,1 0,8 0,-8 0,-1 0,-2 4,-12-2,-11 2,-1-4,-88-15,-7 3,4 0,-6-2,-3-1,0 0,4 4,-1 0,-11-4,2-1,15 2,3 1,6 2,4 1,-25-15,33 16,20-1,16 9,-1-2,-8 3,-4 0,-14 0,-4 0,-23 0,-3 0,-24 0,21 0,-6 0,24 0,18 0,4 0,19 0,3 0,-9 0,8-4,-6 0,-2-5,8 0,-27-9,2 5,-18-8,11 13,3-3,19 10,5-3,7 0,54-20,-20 10,42-16,-34 20,1 0,-7-3,-4 3,-9-2,1 4,-7-7,2 2,-7-11,0 7,0 1,0 1,0 2,0-3,0 0,0-4,0 7,4-6,-3 7,6-4,1 3,1-2,6 9,1-8,1 12,3-5,-7 4,2 2,5-3,-2 0,5 4,-7-4,-3 4,5 0,-4 0,2 4,-1 4,-6 1,6 2,-2-6,7 5,-7-8,2 9,4-3,14 4,1-3,9 2,-12-6,-7 5,5 0,-5-6,7 5,-6-4,-6 1,-4 1,-3-6,5 6,-1-3,3 4,-2 0,10-3,-10 2,13-1,6-2,9 7,13 4,11 2,-21-3,7-2,-24-11,-7 4,-1-5,-7 0,-4 0,7 0,-2 4,10-4,-5 8,7-3,-5 4,7 2,12 1,2 0,1-4,-4 3,-11-5,-7 3,3-3,-10 1,-1-6,-1 6,-2-6,6 10,-5-6,5 7,-7-1,4-2,0 6,1-2,-5-1,3 0,-2 0,3-3,-3 2,2-3,-3-3,4-2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26:18.489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1T11:34:37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0 24575,'0'20'0,"0"-6"0,0 4 0,0-9 0,0 3 0,0-4 0,0 4 0,-3-3 0,2 2 0,-7-6 0,4 2 0,0 1 0,0 1 0,4 6 0,0-6 0,0 3 0,0-4 0,0 0 0,-4-4 0,3 4 0,-2-4 0,3 4 0,0 0 0,0 0 0,0 0 0,0 0 0,0 0 0,0 1 0,0-1 0,0 0 0,0 0 0,0 0 0,0 0 0,0 0 0,0 0 0,0 4 0,-4 0 0,3 1 0,-2 2 0,-1-6 0,3 3 0,-6-4 0,3 0 0,-1 0 0,2 0 0,-1 0 0,3 0 0,-2 0 0,3 0 0,0 0 0,0 0 0,0 0 0,0 4 0,0-3 0,0 6 0,0-6 0,0 3 0,-4-1 0,3-2 0,-3 3 0,4-4 0,0 0 0,0 0 0,0 0 0,0 0 0,-3 0 0,2 0 0,-3 0 0,4 1 0,0-1 0,0 0 0,-3 0 0,-2 7 0,1-2 0,0 4 0,4-6 0,0-3 0,0 0 0,0 0 0,0 0 0,0 0 0,0 1 0,-3-1 0,2 0 0,-3 0 0,4 0 0,0 7 0,0-2 0,0 7 0,0-7 0,-3-2 0,2-3 0,-3 4 0,1-3 0,2 6 0,-6-6 0,6 6 0,-7-6 0,8 3 0,-4-4 0,4 0 0,0 0 0,-4 0 0,4 0 0,-4 4 0,4-3 0,0 3 0,-4-4 0,0 3 0,-1-2 0,-2 3 0,3-4 0,-1 4 0,2-3 0,3 6 0,-4-3 0,3 1 0,-2-1 0,-1-8 0,3 3 0,-2-2 0,3 3 0,0 0 0,0 0 0,0 0 0,-4 4 0,3-3 0,-6 2 0,6-3 0,-6-3 0,6 2 0,-3-3 0,4 5 0,-3 2 0,2-2 0,-3 3 0,1-1 0,2-2 0,-3 7 0,4-7 0,-3 6 0,-2-6 0,1 6 0,-3-6 0,6 3 0,-3-1 0,0-2 0,4 3 0,-4-4 0,4 0 0,-4 0 0,3 0 0,-2 0 0,3 0 0,0 0 0,0 0 0,-4 0 0,3 0 0,-2 4 0,3-3 0,-4 3 0,3-4 0,-6-4 0,6 3 0,-2-2 0,3 3 0,0 0 0,0 0 0,0 4 0,0-3 0,0 2 0,0-3 0,0 1 0,0-1 0,3 0 0,-2 0 0,3 0 0,-4 0 0,3 3 0,-2-2 0,3 7 0,-4-7 0,0 2 0,0-3 0,0 0 0,0 0 0,0 1 0,0-1 0,0 3 0,0 2 0,0-1 0,0 0 0,0 0 0,0-3 0,0 2 0,0-3 0,3 4 0,-2-3 0,3 3 0,-4-1 0,0-2 0,3 3 0,-2-4 0,7 0 0,-8 0 0,4 0 0,-4 4 0,4-3 0,-3 2 0,2-3 0,1 4 0,-3-3 0,6-1 0,-3-1 0,4-2 0,0 3 0,-3 0 0,-2 0 0,1 0 0,-3 0 0,2 0 0,-3 0 0,4 0 0,-3 4 0,6-3 0,-2 6 0,3-6 0,0 6 0,0-6 0,0 3 0,0-1 0,0-2 0,0 3 0,4 0 0,-3-3 0,-1 6 0,-1-6 0,-3 6 0,4-6 0,4 3 0,-3-4 0,3 0 0,-1-4 0,-2 4 0,3-4 0,-8 4 0,4-3 0,0 2 0,1-3 0,6 4 0,-6 0 0,2 0 0,1 0 0,-3 0 0,6-3 0,-6 2 0,3-6 0,-4 3 0,0-1 0,0 2 0,0 3 0,0 0 0,4-4 0,0 3-6784,11 3 6784,13 3 0,10 4 0,11-9 0,-11 3 0,8-4 0,-20 4 0,9 1 6784,-19-3-6784,-1-3 0,-7-3 0,-4 1 0,3-3 0,-2 2 0,3 1 0,0-3 0,7 7 0,-5-7 0,4 7 0,-6-7 0,1 3 0,-5-1 0,10-2 0,-8 7 0,9-4 0,7 9 0,-14-8 0,19 8 0,-14-12 0,10 8 0,11 5 0,-8-2 0,20 9 0,-20-15 0,9 5 0,-19-10 0,5 8 0,-11-4 0,5 0 0,-1 3 0,14 0 0,10 5-6784,11 7 6784,1-4-4537,-13 3 4537,-2-7 0,0-6 0,2 5 0,1-5 0,-4 2 4537,-17 0-4537,5-4 6784,-13 1-6784,7-2 0,-8 1 0,0-3 0,0 6 0,0-3 0,0 1 0,1 2 0,-5-6 0,3 6 0,-2-6 0,3 3 0,7 0 0,-6-3 0,6 7 0,-7-3 0,0-1 0,4 4 0,-3-4 0,-1 4 0,-4-3 0,-4-2 0,0-3 0,0 4 0,4 0 0,-3 1 0,2 2 0,-3-6 0,-3 6 0,2-6 0,-3 2 0,5 1 0,-1-3 0,0 6 0,0-6 0,0 3 0,0-4 0,0 3 0,0 2 0,0-1 0,0 0 0,0-4 0,4 3 0,-3-2 0,2 3 0,-2-1 0,-1-2 0,0 3 0,-4-4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34:37.49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264 49,'54'-13,"-4"-3,-8 9,16 1,26-1,14 7,-37 0,1 0,-5 0,-1 0,0 0,-1 0,41 0,-24 0,-15 0,-2 0,-28 0,14 0,-23 0,4 0,-6 0,33 0,-19 0,27 0,-13 0,-10 0,11 0,-14 0,0 0,-1 0,1 0,0 0,0 0,0 0,37 0,-28 0,28 5,-30 0,-12 4,11 0,-13-5,7 6,11-3,16 7,2 7,9-4,-23 2,-4-7,-11-2,-6-1,-3 0,-2 7,-3-3,3 3,-8-1,3-6,-2 7,0-4,-2 1,-6 5,2-1,-10 1,-1 0,-27-6,-8 3,-30 8,-4-5,-10 6,-13-7,47-7,-1-2,-5-3,0 0,-1 4,1-1,0-7,0 0,0 7,-1 0,-12-6,0-2,-25 8,33-7,2-2,-14 1,11 0,-5 0,32 0,-8 0,-1 0,9 0,-20 0,20 0,-20 0,8 0,0 0,-8 0,27 0,-14 0,5 0,2 0,-21 0,28 0,-14 5,23-4,-4 7,6-7,0 3,-1-4,1 3,0-2,-4 3,7-4,-6 0,3 3,3 2,-6 3,10 0,-3 4,1 4,5-3,-5 2,3-3,-1 1,1 3,5 0,3 0,-4 0,0 0,-4-3,-4 2,3-6,-6 3,6-1,-3-2,4 6,4 2,-4-4,8 6,-11-7,9 4,-12-3,8 2,-5-6,-1 6,3 2,-3-4,4 2,-3-3,5 0,-4 8,9-6,-3 4,4-5,0 3,0 0,0 0,-4 0,4 1,-4 2,0-5,0 5,-1-7,2 4,3 0,0 4,-4-6,3 4,-2-5,3 3,0 0,0 0,0 0,0 1,0-1,-4 0,3 0,-2 0,3 0,0 0,24-7,33-8,32-15,0-9,-18 3,-28-3,-19 9,-5-1,-7 4,-4-1,0-4,0-1,3-3,-2 8,3 0,-4 0,4 0,0-1,4 2,0-1,1 3,-5 1,3-3,-2 6,-1-7,7 4,2 4,19-6,6 8,11-4,1 12,-1-4,0 10,13-10,2 4,12-6,11 0,-8 0,-33 0,0 0,33 0,8 0,1 0,-9 0,9 0,-24 0,-3 0,-12 0,1 0,-1 0,12 0,3 0,1 0,-4 0,-12 0,1 0,-1 0,0 0,1 0,-1 0,-11 0,0 0,-21 0,-2 0,-12 0,-61 4,-21-3,-2-3,-9-2,0-5,-3-3,18 2,-1-1,0-2,3-3,0-2,0 0,-2 3,-2 0,2 0,-24-12,3 2,4 8,4 2,14 1,6 0,-24-1,29 2,25 7,-1 2,-12 4,-14 0,-15 0,-24 0,-3 0,44 4,0 0,0-3,-1 0,-7 7,2 0,-14-7,5 7,62-8,13 0,26-6,43-5,-15 7,8 0,-4-3,6 0,2 2,13 3,2 2,4-1,-11-1,3-1,1 0,-1 1,1 2,0 0,0 0,0 0,5 0,0 0,0 0,-2 0,-8 0,-2 0,-1 0,-2 0,16 0,-1 0,-5 0,-11 0,-4 0,-5 0,4 0,-8 0,12 0,-41 0,-25 4,-2 15,-3-4,0 8,0-8,0-2,0 3,-4 14,-7-4,-2 24,-11-21,-5 18,-20-11,-14 4,-14 1,30-23,-2-1,-37 17,-10-7,49-11,-2 2,-22 10,-6 4,-10 7,-1 1,6-1,3-1,1-2,7-4,-13 2,12-9,-9 6,9-13,-12 14,-12-13,9 6,-8-8,11 7,0-5,0 5,24-15,-1-1,7 0,1 0,0-1,5-1,-14 2,39 0,1-7,4 2,-1 1,4-3,2 2,-3-3,0 0,-7 5,5-4,-11 4,5-5,0 0,1 0,10 0,-2-4,3-4,3-8,2-1,7-3,0 8,3-4,5 0,-2 3,1-6,-4 3,-2 3,-1-6,-15 10,1-3,-10 8,8-4,4 8,-7-8,9 0,-5-4,10-4,-2 3,42-2,44 10,-18 1,6 0,19 4,4 0,-1 0,1 0,6 0,-1 0,-4 0,-2 0,-6 0,-2 0,-11 0,-3 0,-10 0,-3 0,30 0,-27 0,-21 0,-16 0,-9 0,4-3,-1 2,6-3,2 4,-4 0,5 0,-11 0,7 0,-6 0,4 4,-2 8,-10 1,-1 7,-12-4,-11-3,-6 5,-29 4,-6 5,-13 5,-7-7,31-1,1-11,25 1,11-10,0 4,-10-7,0 2,-13-3,11 0,1 0,11 0,-4 0,0 7,3-5,1 16,8-5,8 4,-3 2,10-10,-2 3,13-8,40 13,-9-7,7-1,24-1,3 0,-13 1,0-2,1-6,-5-2,14 1,-12 0,-15 0,-14 0,-23 0,2 0,-13 0,14 0,-6 0,11 0,-7 0,-5 0,-1 3,-74 2,1-1,-8-1,-6-2,15-1,0 0,-4 0,0 0,-38 0,3 0,36 0,12 0,26 0,9 0,-6 0,6 0,-14 0,3-5,-18 4,-4-10,0 5,4-1,-1-4,9 9,-2-4,14 6,9 0,63 20,-14-9,18 3,5 2,28 8,-32-17,1-1,-1 6,0 0,44-2,-3 0,-13-3,-22-7,-7 5,-29-4,-6 7,-4-7,-3 6,5-2,16 7,-13-6,10 6,-15-11,-6 2,14 4,-12-1,7 5,-2-3,-7 0,10 1,-6-1,3 3,7-1,-6-1,13 0,-13-8,13 3,-6 1,7-4,11 4,4-5,37 0,-31-5,39-4,-42-3,20-4,-11 8,-13-3,-2 6,-19-8,-1 3,-7-2,0 1,-7 2,-61-18,-12 3,2 4,-8 0,3 5,-3 0,-11-4,-2 0,-1 3,0-1,0-7,4-1,20 6,6 0,-27-15,48 17,15 8,14 1,22-15,13 3,34-9,19 6,-30 18,2 1,7-5,0 1,0 6,-1 2,-6-5,-1 1,41 4,-39 0,-13 0,-36 0,5 0,4-11,2 8,3-11,-14 13,4-6,4 3,-2-5,1 1,-4 0,2 0,0-3,-2 2,-3-3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34:37.492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14"/>
      <inkml:brushProperty name="tip" value="rectangle"/>
      <inkml:brushProperty name="rasterOp" value="maskPen"/>
    </inkml:brush>
  </inkml:definitions>
  <inkml:trace contextRef="#ctx0" brushRef="#br0">1975 0,'-54'15,"6"-6,17 0,6-4,3 1,9 1,-6-3,6 1,-3 2,1-3,2 4,-3-3,-4 2,3-6,-9 3,8-1,-11-2,11 3,-11 0,5-3,-7 4,0-5,0 0,10 0,2 0,7 0,-14 0,0 0,-12 0,-5 0,-2 0,-13 0,13 0,2 0,19 0,5 0,7 0,-3 0,1 0,-9 0,6 0,-9 5,12-4,-8 7,9-7,-6 6,2-6,1 2,0 1,4 0,-8 1,7 2,-6-2,6 3,-3 0,0 0,0 0,0 0,3 0,-2 0,2-4,1 7,4 5,4 2,1 6,-2-8,1 0,-4 0,4 0,-4 0,0-3,0 2,0 1,0 1,0 3,3-8,2 4,-1 0,0-3,-1 6,1-6,4 3,22-7,-10-2,15-7,-11 0,3 0,5 0,19 0,-10 0,10 0,-19 0,6 0,-13 0,6-4,-7 3,-3-2,5-1,-4 3,2-2,3 3,-6 0,13 0,12 0,-3 0,21 0,-22 0,2 0,-13 0,-11 0,7 0,-2 0,0 0,2 0,-7 0,8 0,-3 0,6 0,-9 0,1 0,0 0,-1 0,5 0,-2 0,-5 0,7 0,-6-4,4 3,1-2,-8 3,13 0,-10-4,3 3,7-6,-13 6,9-3,-4 1,-1 2,6-3,-4 1,-4 2,7-3,-2 4,0 0,2-3,-7-2,1-3,6 4,-9-3,8 9,-1-4,-4 5,6 4,-7-5,1 9,-12 11,-3-6,-10 15,4-19,0 0,0 3,0-1,0 2,0 3,0-9,0 5,-4 0,0 2,-4 4,-1-5,1-1,4-2,-3-1,6 3,-7-6,4 6,-4-6,0 3,3 0,-2 0,2 1,1-5,-4 3,7-6,-9 10,4-6,-5 3,2-4,1 0,4 0,-4 0,4 0,-4 0,0 0,-7 1,5 0,-11 1,11-6,-11 6,11-9,-4 7,-1-7,-1 7,-1-3,-4 5,11-6,-1 1,4-5,3 0,-5 4,1-4,-3 4,5 0,-5-4,7 4,-4-4,0 0,-1 0,-2 0,5 0,-8 0,8-4,-12-1,-10 0,2-4,-15 0,19-1,3 1,11 5,5 0,-5 4,-5-4,4 4,2 0,-4 4,8-4,-18 9,9-8,-11 8,6-8,3 7,9-3,-2 3,17 14,-8-7,14 9,-8-9,0-3,-8 5,3-1,-7-4,8 3,-7 2,2 7,-10 1,2-1,0-4,9-8,1 0,-1 7,-1-8,1 7,1-2,6-7,-6 14,6-10,-3 3,15 0,6-7,23-1,18 3,14-9,-17 2,0-1,23-9,17-2,-38-7,0 1,-11 1,-3 1,-19 3,-1 4,-11 1,7-3,5 1,-2-3,11 0,3 8,-3-8,24 3,-23-4,11 0,-21 4,-1 1,-7 2,-4 2,7-10,-9 9,12-9,-8 11,5-8,1 8,-6-8,4 7,-5-2,3-1,0 3,0-6,0 6,1-6,2 3,-5-1,1-2,0 6,-1-6,5 6,-3-3,-3 4,-1 18,-4-6,-4 11,0-7,-4-4,0 4,3 0,2 0,3 1,-4-5,0 11,-4-13,4 13,-4-7,4-3,-4 6,0-6,0 3,0 0,0 0,0 4,-4-7,-4 2,-8 1,3-7,-6 10,6-6,-3 3,0 0,0-3,4-2,-4-3,4-3,-4 2,0-6,-1 6,1-6,-6 3,4-4,-11 4,4 2,-17 6,-4 0,-11-4,-1 5,19-11,-2 9,27-10,-4 3,3-4,1 4,-9 0,-1 1,-29 5,4-8,-4 1,-2 0,-12-3,-9 0,35 0,23 0,-1 0,4 0,-2 0,0 0,-2 3,3-2,-19 9,-4-2,-18 7,-1-1,13-6,2 3,19-10,1 7,7-3,3-1,-2 3,-1-2,3 3,-3 0,5 4,2-3,-6 2,2 1,-10 4,8-3,-3 3,10-12,-4 10,7 0,-3 3,8 2,0-3,0-3,0 6,0-6,8 3,0 0,1-4,6 4,-10-7,7 6,-1-6,-2 6,7-6,-4 3,18-4,17 1,-4-4,33-1,-28-4,33 0,-21 0,10 0,-25 0,-2-4,-12 2,-1-7,1 4,0-6,0 1,0 0,0-1,11-1,-8 6,9-5,30-2,-32 1,33-4,-43 10,-6-1,4 2,-11 0,5-3,-7 3,-4 1,7 0,-5 1,2-2,-1-3,1 4,-3 0,6 4,-6 0,3 0,4-3,-7-2,6 1,-7-4,5 7,-1-2,0-1,0 3,0-6,0 6,4-2,-7 3,6 0,-6-4,3 0,4-1,-7 2,6 3,-7 0,5 0,-1 7,-4-2,0 14,-4-6,-4 11,0-11,0 2,-4 1,8-3,-7 7,2-4,-6-4,-6 4,-3-4,-1 4,-2-3,3-5,-5-1,1-6,0 3,-6-4,-3 0,-17 0,-4 0,-10 0,-6 0,2 0,-2 0,-15 0,0 0,13 0,4 0,-36 0,36 0,-7 0,34 0,-3 0,6 0,13 0,-6 3,7-2,-7 10,5-9,-12 9,-44 4,8 1,11-1,0 0,-17 3,-9 6,33-11,-7 0,31-4,5-3,11 1,-3 8,9-1,-5 6,7-5,0-2,7 7,-1-7,5 2,-3 1,-3-7,9 7,3-12,5 3,1-6,11 3,-6-4,38 0,-18 0,33 0,-20 0,20 0,-33 0,7 0,-25 0,-5 0,-3 0,-5-4,6 0,8-4,3-1,-3 4,-2-4,-4 8,-1-8,5 4,-5-4,7-2,0 6,0 0,-7 2,3 2,-10-6,2 2,11-4,-10 1,9 2,-16-1,-1 6,3-10,-2 2,3 0,7-5,-2 5,1 0,0 2,-9 7,-1-4,11 4,-2-4,4 0,-3 4,-6-4,0 4,1 0,-1 0,0 0,0 0,0 0,0 0,0 0,0 0,1 0,-1 0,0 0,4 0,-7 0,6 0,-7 0,5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34:37.493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14"/>
      <inkml:brushProperty name="tip" value="rectangle"/>
      <inkml:brushProperty name="rasterOp" value="maskPen"/>
    </inkml:brush>
  </inkml:definitions>
  <inkml:trace contextRef="#ctx0" brushRef="#br0">1806 1,'18'58,"-7"2,-7-34,-4 4,0-17,0-2,0 8,-4-8,3 11,-6-9,6 0,-2 5,3-4,-4 5,0-2,-8-5,3 0,-6-1,2-2,1-1,-7 0,9-4,-9 4,7 0,-1 0,-2 0,2 0,1 0,0 4,8 4,0 1,4-1,0 0,0-4,-4 4,4 0,-4 1,4-1,0 0,0 0,0 0,0 0,0 0,0 0,-4 1,0-1,-4-4,-4 3,3-6,-6 7,6-7,-6-1,2-1,1 1,-7-3,9 6,-9-10,7 6,-8-6,-1 3,1-1,0-2,8 6,-4-2,4 3,-4-4,-1 0,1-4,0 0,0 0,0 0,0-4,50-15,-23 11,37-13,-36 20,-4-6,7-5,-2 2,4-5,-6 7,4-4,-5 3,6-2,-41-4,11 12,-25-3,20 10,6 0,-2 3,2-2,-3 7,4-4,-3-4,2 7,0-5,-2 5,3-3,-1 0,-2 4,2-7,1 6,-3-6,2 3,-7 3,7-5,-6 4,3-5,2 3,-1 0,4 0,-2 0,-7 4,7-7,-2 2,-4 0,8-5,-11 5,9-3,1-3,-7 6,5-6,-2 3,-3-4,6 3,-3-2,-6 3,11-4,-21 0,20 0,-10 0,10-8,3 0,37-5,-19 5,31 4,-32 4,1-3,6-13,-5 9,1-11,0 10,-6-1,18 1,-12 5,7 3,-70 3,15 4,-40 2,35 3,17-7,6 0,8-1,-5 4,3-3,-3 2,-3-3,9-3,-12 6,5-3,0 4,-6 0,10 0,-7-3,4-2,3 1,-5-3,4 3,-2-4,-3 7,9-5,-8 8,5-5,1-1,-7 0,5-4,-2 0,-3 0,9 0,-8 0,-2 0,6 0,-5 0,4-4,1 3,-6-9,8 8,0-13,4 3,0-2,4-4,-4 5,43 4,-16 2,33 12,-21 0,11 7,16 2,0-2,5 0,-10-2,2-1,18 4,2 0,-13-3,-2-1,-3 0,0 1,4 3,0 1,-5-3,-1-2,-6 1,0-1,6 0,-2-2,22-5,6 6,-24-8,13 0,-10 0,35 0,-32 0,20 0,0 0,-19 0,19-6,-26 4,0-10,13 10,-10-4,21 6,-9-8,12 6,12-5,2 7,-21 0,6 0,9 0,0 0,-10 0,-1 0,2 0,-9 0,-14 0,-6 0,-23 0,0 0,0 0,12 0,2 0,1 0,8 0,-8 0,-1 0,-2 4,-12-2,-11 2,-1-4,-88-15,-7 3,4 0,-6-2,-3-1,0 0,4 4,-1 0,-11-4,2-1,15 2,3 1,6 2,4 1,-25-15,33 16,20-1,16 9,-1-2,-8 3,-4 0,-14 0,-4 0,-23 0,-3 0,-24 0,21 0,-6 0,24 0,18 0,4 0,19 0,3 0,-9 0,8-4,-6 0,-2-5,8 0,-27-9,2 5,-18-8,11 13,3-3,19 10,5-3,7 0,54-20,-20 10,42-16,-34 20,1 0,-7-3,-4 3,-9-2,1 4,-7-7,2 2,-7-11,0 7,0 1,0 1,0 2,0-3,0 0,0-4,0 7,4-6,-3 7,6-4,1 3,1-2,6 9,1-8,1 12,3-5,-7 4,2 2,5-3,-2 0,5 4,-7-4,-3 4,5 0,-4 0,2 4,-1 4,-6 1,6 2,-2-6,7 5,-7-8,2 9,4-3,14 4,1-3,9 2,-12-6,-7 5,5 0,-5-6,7 5,-6-4,-6 1,-4 1,-3-6,5 6,-1-3,3 4,-2 0,10-3,-10 2,13-1,6-2,9 7,13 4,11 2,-21-3,7-2,-24-11,-7 4,-1-5,-7 0,-4 0,7 0,-2 4,10-4,-5 8,7-3,-5 4,7 2,12 1,2 0,1-4,-4 3,-11-5,-7 3,3-3,-10 1,-1-6,-1 6,-2-6,6 10,-5-6,5 7,-7-1,4-2,0 6,1-2,-5-1,3 0,-2 0,3-3,-3 2,2-3,-3-3,4-2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1T11:39:0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24575,'11'7'0,"4"2"0,-9-5 0,3 3 0,-6-4 0,0 0 0,1 0 0,2 1 0,-2 0 0,3 2 0,-1-5 0,4 5 0,-2-3 0,1 4 0,-2 0 0,0 0 0,-3-1 0,2-2 0,-3 2 0,4-5 0,0 2 0,0-3 0,-4 3 0,3-2 0,-2 2 0,3-3 0,-3 3 0,2-3 0,-3 6 0,1-2 0,2 0 0,-2 2 0,3-2 0,-1-1 0,-2 3 0,2-2 0,1 3 0,0 0 0,6-1 0,-5-2 0,4-1 0,-4 0 0,2 1 0,-1 0 0,2 8 0,-1-7 0,0 5 0,-3-7 0,-3 0 0,2 0 0,-3 1 0,4 2 0,0-5 0,3 5 0,0-2 0,1-1 0,7 4 0,-6-3 0,12 5 0,-9-3 0,4-1 0,-5 1 0,-4-5 0,0 5 0,-3-5 0,-1 2 0,-2 0 0,2 0 0,-2 1 0,6 2 0,12-1 0,21 8 0,-6-3 0,10 4 0,-27-10 0,-4 0 0,-6-1 0,-3-2 0,0 2 0,-1-3 0,-2 3 0,2-2 0,1 5 0,3-3 0,4 4 0,5-3 0,-4 2 0,1-5 0,-4 2 0,-1 0 0,2 0 0,1 1 0,-1 2 0,-2-5 0,-1 5 0,-4-5 0,1 2 0,0-3 0,0 0 0,-1 3 0,4-3 0,-2 3 0,10 1 0,-6 0 0,12 1 0,-9 1 0,10-2 0,-13-1 0,13 3 0,-10-2 0,11 3 0,-8 0 0,-1-4 0,-5 0 0,-4 0 0,2-2 0,-4 2 0,4 0 0,-2-2 0,10 6 0,15-3 0,8 8 0,4-7 0,-16 5 0,-14-9 0,-5 2 0,-3-3 0,0 3 0,-1-2 0,-2 5 0,5-2 0,-1-1 0,10 0 0,-1 1 0,19 3-6784,12 4 6784,3 7 0,16 3 0,-16-2 0,-3-1 0,-12-8 0,-16-5 0,-1 1 6784,0-5-6784,-7 2 0,6 0 0,-10-2 0,1 2 0,-2-3 0,3 3 0,-3 1 0,6-1 0,3 4 0,-1-3 0,9 1 0,-3 2 0,5-3 0,-1 5 0,-4-4 0,-5 2 0,-4-7 0,-1 6 0,5-5 0,-1 5 0,7-1 0,-7-1 0,9 3 0,-12-3 0,6 1 0,-2 2 0,-1-6 0,19 8 0,-11-4 0,13 5 0,-10-2 0,-8-4 0,-3 2 0,-8-5 0,0 2 0,3-3 0,-3 3 0,11-2 0,0 6 0,7-3 0,1 5 0,10 1 0,-8-5 0,39 11 0,-33-10 0,15 8 0,-33-10 0,-6 2 0,0-5 0,4 2 0,14 2 0,5 2 0,15 0 0,10 4 0,2-3 0,1 0 0,-3 3 0,-20-9 0,-2 7 0,-16-8 0,4 3 0,-3 0 0,4 0 0,1 5 0,0 0 0,0-5 0,10 5 0,-8-3 0,29 4 0,-16 0 0,9-5 0,-5 0 0,-7-5 0,10 0 0,-9 0 0,-4 0 0,-14 0 0,-2 0 0,-6 3 0,-2-2 0,1 2 0,-4-3 0,5 0 0,-6 0 0,11 4 0,-6-3 0,13 3 0,16-4 0,0 0 0,19 5 0,-2-4 0,2 5 0,1-1 0,6-4 0,-16 10 0,7-10 0,0 5 0,-8-6 0,8 0 0,2 0-6784,-19 0 6784,6 0-4537,-12 0 4537,4 0 0,9 0 0,-10 0 0,-2 0 0,-16 0 4537,4 0-4537,7 0 6784,-3 0-6784,27 0 0,-24 0 0,36 0 0,-26 0 0,18-6 0,-11 5 0,-9-4 0,-4 1 0,-9 3 0,0-7 0,0 4 0,0-5 0,-1 0 0,1 1 0,10-2 0,12-2 0,2 0 0,-1 1 0,-14 0 0,-14 7 0,-2-3 0,-9 6 0,0-2 0,-6 0 0,2 2 0,-3-5 0,12 6 0,3-7 0,27 6 0,6-9 0,19-4-6784,10-3 6784,-17-2-15,15 4 15,-16-6 0,-17 8 0,-7-2 0,-29 12 0,-2 0 6776,0 2-6776,0-2 5,-4 0 1,0 2 0,-3-2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39:20.17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12"/>
      <inkml:brushProperty name="tip" value="rectangle"/>
      <inkml:brushProperty name="rasterOp" value="maskPen"/>
    </inkml:brush>
  </inkml:definitions>
  <inkml:trace contextRef="#ctx0" brushRef="#br0">121 0,'30'18,"-3"-2,-26-9,8 3,2 3,3-5,-1 5,3-10,-5 1,6 5,-4-4,4 1,-3 0,3-5,-4 5,7-5,-8 5,9-5,-9 8,4-8,1 8,-3-5,2 0,-2 2,2 0,-4 2,3 5,-4-6,2 3,4-6,3 2,-2-6,-1 6,1-5,-9 5,13-2,-11 3,6-4,-1 3,-4-2,3 6,7 1,-5-3,8-1,-12-4,1-3,2 9,-1-4,1 2,10-1,-10-3,7 1,-11-1,-1 0,8 4,2-3,17 6,-4-2,6 4,-17-4,-7 1,-6-8,6 5,-1-6,8 3,-9-3,8 4,-2-3,0 6,-1-3,-5-1,-1 3,4-2,0 0,-3-1,8-3,-5 4,9 1,0-1,-6 3,-1-3,-6 0,6 3,-4-4,4 5,-5-1,-1-3,4 2,-3-6,3 6,-4-2,6 0,11 4,8-1,16 2,-19-2,-3-4,-23 0,1-3,10 6,-5-2,13 0,-13 2,10-2,-8 3,0-2,2 1,-8-5,9 5,-6-3,8 1,-2-1,26 3,4 2,1 4,-3 2,-24-6,-1 0,-9-5,-2-3,5 6,1-2,2 3,-3-1,-4-2,16 0,-6 3,13-3,-16 4,4-3,-12 1,6-6,-1 6,-2-5,4 5,-5-5,-1 5,4-2,0 2,0-2,0-1,-4-3,4 3,-3-2,3 5,5-2,-6 2,6-2,-3 3,2-2,5 0,-6 1,4-5,-9 5,4-2,-5 3,-1-4,4 3,-3-5,3 2,2 0,-4 1,5 3,-7-1,6-2,11 5,8-3,1 5,-4-1,-14-5,-5 1,-1-5,-3 5,7-2,-5 0,3-1,-1-3,2 3,-4-3,7 7,-9-3,12 5,-9-5,4-1,-2 0,-6-2,8 5,-8-2,5 3,1-4,0 0,12 0,-10-2,3 2,-9-3,1 3,3 1,0 0,0-1,-4-3,6 0,-4 0,4 3,0-3,1 7,16-6,-8 7,2-7,-11 3,-5-4,5 0,-7 0,7 0,-2 0,-2 0,4 0,-2 0,-6 0,11 0,-10 0,7 0,-2 0,-3 0,8 0,-2 0,16 0,-8 0,8 0,-16 0,-1 0,-5 0,5 0,-4-3,5 2,-7-2,4 3,0 0,0 0,3 0,-6 0,5 0,2 0,-3 0,1 0,-5 0,-1 0,4 0,-3 0,2 0,1-3,-3 2,3-5,8 5,-9-2,15 3,-11-3,6-2,9 0,-6-3,6 7,-9-6,-8 6,-3-3,4 4,-10 0,13 0,-5 0,-5 0,12 0,-15 0,13 0,-5 0,13 0,7 0,-2 0,0 0,-9 0,0 0,-6 0,-1 0,-5 0,5 0,7 0,2 0,-1 0,-11 0,-3 0,0-3,5-1,-1 0,-1 1,9 3,-8 0,5 0,-7-3,-3 3,10-6,-1 5,-1-5,5 5,-10-2,10 3,-10-3,4 2,-5-2,2 3,-1 0,1 0,1 0,-3 0,2 0,1-6,-6 2,8-3,-8 1,12 5,-11-2,6 0,-4-3,0-2,3-2,-4 4,1 2,-1-5,1 4,2-1,-2 3,6 0,-6 2,6-2,-6 3,2 0,4 6,-5 1,4 7,0 1,-2 4,4 3,-4 4,-4 0,0 0,-3 10,-1-8,3 17,-7-16,0 6,-2-17,-2 3,2-10,-6 9,-7-6,-1 2,-11-4,2-1,-6-3,0 1,-10-4,-2 4,-10-3,-10 7,8 0,1-4,-1 2,-19 10,19-10,-1-1,-19 11,-10-7,7 1,-17 7,17-6,-7 5,19-8,-6 1,16-2,-17 2,18-2,-18-4,18-3,-18 2,7-6,1 5,2-6,10 6,10-1,-8 6,8-5,-10 4,0-8,-10 3,8-5,-18 0,8 0,-11 0,11 0,2 0,0 0,-2 0,-20 0,7 0,21 0,2 0,-6 0,-20 0,37 0,-9-5,0-2,0-5,0 0,0 0,-10-1,-2 6,-10-5,-1 4,1-6,0 0,0 0,-10-1,-3 7,31 4,0 1,-45-2,12-2,16 1,31-4,2 6,0-7,8 2,-27-3,14-4,-27 1,18-3,2 7,12 4,19 1,2 2,8-15,0 6,-13-19,2 14,-32-18,5 4,-17-10,0 0,7 13,-3-1,1 9,-4 1,1 1,2 0,10 6,0-4,-10 4,-12-1,-3 6,-17-6,17 7,-17-16,7 7,1-6,2 8,19 0,3 1,10 1,4 2,6-2,7 6,4-3,1 4,1-4,-1 4,0 2,0-1,0-1,9 0,2-2,2 4,2-4,-9 0,77 21,-9-6,7 2,6-1,31 5,1-12,-11 5,-11-7,-23 0,-3 0,-22 0,6 0,-19 0,3-3,4-4,-2-1,10 2,-5-1,26 6,-6-3,28 10,-8 2,31 15,4 1,-34-8,3 2,-5-2,-1 1,0-1,-1 0,1-3,-3 0,30 15,-35-20,0 1,33 19,9-4,-41-12,1 0,6 6,0-1,40 1,-6 7,-35-12,-8-6,8-2,-6 1,7-5,10 11,-5 2,27 3,-8 4,1-6,-3 0,-30-6,1 2,39 9,6-5,-26 1,-30-11,5 1,-17 2,18-7,-8 2,10-3,0 0,0 0,0 0,0 0,10 0,-7 0,28 0,-26 6,27 1,-40 8,16-2,-28 0,8-6,-16 2,-4-4,-6 8,1 3,-3-5,6 8,-6-9,2 4,-4 5,-2-4,-1 2,-15-2,-12-4,-35 6,-33-2,30-6,-4-1,-17-3,-4-1,-9 1,-3-2,30-2,0-2,-1 1,-5 0,-1 0,2 0,-26 0,2 0,0 0,3 0,14 0,2 0,9 0,3 0,8 0,3 0,3 0,3 0,-32 0,1 0,11 0,-10 0,-13-7,42 6,-3 0,-3-6,-1-1,0 7,1 1,4-4,1 0,-40 4,21 0,13 0,26 0,3 0,15 0,4 0,-9 0,7 0,-13 0,-1 0,-23 0,17-3,-13 2,30-5,-10 6,5-7,-6 2,0-3,1-1,-1 0,-10-1,8 1,-14 0,20-2,-8 3,-12-17,6 0,-25-16,27 13,-5 0,13 10,-10-2,-2-1,-10 2,0 2,-10 4,11 0,6 5,16-2,14 9,-2-2,-3 3,1 0,-10 0,10 3,-9-2,-3 6,-6-6,8 2,4 0,14-2,3 23,4-13,1 15,2-13,0-3,1 10,0-5,-1 1,6 0,-4-8,8 8,-4-6,2 1,11 2,-1-8,8 6,6-5,4-1,19 7,12-11,3 12,17-5,-28 0,6 4,-30-10,-7 3,-12-5,-9 0,9 0,-7 0,7 0,0 0,12 0,17 0,12 6,0-4,20 15,-37-14,9 10,-7-7,-19 2,31-1,-29 0,18 0,-18 2,18 2,-8 0,10 1,0 0,10 1,-17-3,14 8,-17-6,0 0,8-1,-8-4,0 3,8-4,-18-2,18 1,-8-3,10 3,0-5,0 0,-10 0,8 0,-18 0,8 0,-10 0,9 5,-6 1,1 0,-14 1,-7-7,-45 13,-12-4,-14 1,-8-1,5-4,-2-1,-18 4,-1 0,11-7,0 0,1 3,1 0,8-4,2 0,4 0,3 0,-37 0,23 0,12 0,10 0,-10 0,8-11,-28 2,15-16,5 13,-5 1,7-7,0 1,-4 4,1 2,-23-14,42 18,24 0,7 7,-10-3,6 3,-15 0,8 0,-6 0,0 0,6 0,4 0,58 6,8 2,11-1,8 2,-5 3,2 1,17-3,4 0,9 3,1 0,-4-7,2-2,-25 2,3 0,-4-1,20-4,-2 0,4 3,-2 0,-14-3,0-2,4 1,0 0,-14 4,0 0,8-4,-1 1,-18 3,-1 0,9-4,-1 0,24 0,5 0,-10 0,-17 0,15 0,-18 0,0 0,30 0,-38 0,2 0,2 0,0 0,7-1,-2 2,22 5,-3-4,-10 4,-20-6,6 0,-33 0,11 0,-19 0,9 0,7 0,7 0,20 0,12 0,3 0,17 0,-18 0,9 0,-21 0,-2 0,-10 0,10 0,2 6,1-4,-4 4,-18-6,6 0,-22 0,11 0,-19 0,21 0,-13 0,15 0,-13 0,1 0,0 0,0 0,0 0,9 0,-6 0,16 0,-16 0,6 0,-9 0,11-4,-8-1,3-3,-13 4,0 1,1 3,6 0,10 0,2 0,10 0,-10 0,4 0,-20 0,8-4,-15 3,4-3,-6 4,4 0,-3 0,3 0,16 0,-9-4,16 3,-19-2,-5 3,-1 0,-3-6,4-2,-2-2,-1 3,4-2,-3 4,2-1,-2 0,2 8,-1 5,-2 4,-6 5,-4 1,-3-3,-6 3,-2-4,-20 5,-5 2,-25-1,-12 0,-23 4,-2-6,44-8,-1-1,-40 5,41-11,-1-2,-43 7,39-7,0 0,-39 0,43 0,1 0,-31 0,2 0,19 0,-16 0,14 0,-17 0,19 0,3 0,10 0,10 0,-7 0,16 0,-16 0,16 0,-57 0,6 0,27 0,-1 0,-27 0,13 0,7 0,1 0,-8 0,8 0,-1 0,3 0,10 0,10 0,-7 0,22 0,-11 0,19 0,-7 0,7 0,-1 0,-3 0,-11 0,-18 0,-13 0,-19 0,7 0,-7 0,10 0,0 0,0 0,9 0,3 0,10 0,0 0,-10-6,-2 4,-20-4,-3-1,-9 5,40-1,1-1,-34 4,34 0,0 0,-23 0,0 0,12 0,22 0,3 0,11 0,6-3,-5 3,5-3,0 3,-5 0,5 0,-6 0,-10 0,-2 0,0 0,2 0,10 0,1 0,-1 0,0-4,0 3,0-7,1 3,-1-3,0 3,6-2,-5 6,5-5,-1 2,-13-1,17-1,-27 5,21-2,-13 3,10-3,0 2,1-3,-1 4,0 0,6-3,1 2,2-2,-6 3,7 0,-3 0,7 0,-3 0,-5 0,3 0,0 0,-5 0,7 0,-22 0,14 0,-8 0,12 0,9 0,-9 0,1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39:39.82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453 918,'40'4,"-5"2,-25-2,0 0,9 2,-10-3,13 4,-11 3,2-3,1 3,-1-3,1 3,2 0,-5 1,2-2,3 1,-7-2,7 4,-7-1,-1-1,8 3,-5-5,3 1,4-2,-9 0,10 0,-5-1,0-2,2 2,-2 1,-1 0,4 3,-3-3,3-3,-4 2,4-6,0 9,-3-7,2 10,-3-11,2 5,4-3,-2 1,-2 3,0-3,2 2,-5-6,10 3,-8-3,0 3,7-2,-3 6,7-2,11-1,-8 4,3-4,-7 1,-9-2,1-3,0 3,-5 0,8 1,-4-1,4 0,-5 1,0 3,2-1,-5-2,8 2,-4-5,1 2,1 0,-3 1,2 2,-2-2,2-1,2-3,4 4,-4-3,1 3,-5-1,-1 1,4-1,-3 3,3-2,-1 3,-2-3,8 2,-1-1,4 4,-4-5,-2 3,-6-3,7 3,-5-3,4-1,-5-3,-1 3,4 3,-3-1,3 4,-1-5,4-1,-2 0,1 0,-6 1,1 3,2-3,-2 2,3-3,-4 1,4 2,0-2,0 0,0 2,-4-6,4 6,-3-5,6 5,-6-5,5 8,-7-8,6 8,-6-5,4 0,1 2,-3-5,2 5,1-3,0 4,-3-3,5 2,-8-2,6 2,-1 1,-1-3,4 5,-8-5,5 3,-2 2,-3-4,11 4,-5-1,19-4,-13 3,12-3,-24 0,8 3,-6-3,4 0,1-1,-2-3,-2 3,5 0,-7 1,7 2,-3-2,-1 0,5-1,-7 0,4-3,0 6,0-5,0 2,-4-3,4 0,-3 3,3-2,-1 2,1 0,1-2,-2 5,-2-6,5 3,-1 0,2-2,-3 5,-4-5,7 5,-8-5,7 2,-6-3,1 0,6 0,-6 0,3 0,8 0,-9 3,15-3,-11 7,-3-6,-2 3,4-4,-6 0,9 0,-3 0,2 0,5 0,-1 0,-4 0,1 3,-11-2,8 2,-5-3,0 0,22 0,6 0,4 0,1 0,-27 0,-4 0,0 0,-2 0,4 3,-2-3,1 3,-3-3,2 0,1 6,-3-4,3 7,-1-8,-2 2,3-3,-1 3,2 0,-4 1,8 2,-4-2,8 4,-5-2,1-1,-14 1,-48-2,-3 0,-45-8,18-4,10 1,2-5,25 11,7-5,16 6,-5-3,0 3,-6-3,0 7,0-4,-5 4,6-4,1 0,6 0,67 16,-23-6,57 7,-50-8,4-8,-15 3,-3-4,0 0,-15 0,10 0,-3 0,16 0,9 0,-1 3,-8-2,-15 2,-7-3,8 3,21 8,11-2,-7 1,-12-7,-21-3,3 0,8 0,-3 0,1 0,0 0,11 0,-1 0,6 0,-14 0,-5 0,-1 0,3 0,0 0,1-3,0 2,1-2,6-1,-5 3,13-3,-17 4,17 0,-13 0,5 0,-6 0,5 0,-7-3,2-1,-3-2,-4-4,1 2,-1 2,7-3,-5 4,13-5,-13 7,7 0,-5 0,-3 2,3-5,-1 2,-5-3,8 1,-8-1,6 0,5 0,-4 0,5 2,-9 2,1 3,0-3,2 2,5-5,-10 6,7-9,-5 4,-3-2,14 4,-7 0,11 2,7-3,4 4,4 0,-10 0,-12 0,-13 0,-55 16,15-12,-36 16,10-10,16 1,-19 5,22-6,2 1,10-3,6-3,1-1,9-1,-6 7,11 4,-4 3,12 0,12-7,10-3,27-4,-15-7,10-1,-21-3,-6 0,5 3,-10-1,9 2,-9-3,9-2,-9 2,4 3,-5-2,-1 5,7-5,6 1,-3 1,2-2,-12 2,1-3,5 3,11-4,8 1,0 1,8-5,-18 6,2-1,-11-1,-8 6,4-11,-6 4,3-9,-2 4,-5 2,4-4,-6 0,4-5,-3 3,-1 0,-3 4,0-6,0 4,0-4,-3 5,-1 1,-3-6,-9 2,3-2,-6 4,0 4,-1 0,-6 2,-9 4,-13 2,-23-4,-1 5,-9-5,21 7,2 5,10 2,0 0,-31 16,-18-6,28-4,-3 1,11-2,1-3,-3-4,2-2,9 1,1-1,-34-3,-5 0,10 0,-3 0,1 0,-8 0,17 0,-17 0,-3 0,-2 0,22 0,-7 0,-8 0,-1 0,-1 0,-1 0,0 0,3 0,19 0,3 0,7 0,1 0,-5 0,0 0,6-3,-1-1,1 0,-1-2,-4-1,-1-2,0 1,-1-1,-5-3,0-1,5 4,1-1,-6-6,3 0,11 7,2 0,-9-6,1-2,-34-7,35 11,-2 0,8-2,0 0,-8 6,-1-1,5-5,1-1,5 4,-1 0,-3-4,0-1,3 1,1 0,-5 4,-1-1,-15-9,0 0,6 5,-1 1,-8-6,2 0,24 8,3 1,-32-5,41 4,-8 1,23 1,-6 0,16 5,2-6,-1 2,-4-4,-1-4,-18-2,15-5,-15 5,17-4,4 8,4-2,6 6,0-1,1-5,7-1,13-10,16-5,20-4,11 3,17 1,-16 12,3 1,-11 8,2 0,24-6,0 2,-24 9,-1 2,10 2,-1 1,-7-1,-2 2,0 3,-1 0,-4 0,-4 0,24 0,-5 6,-10 1,12 14,13-5,-1 12,8-11,-17 10,-13-16,1 1,-10 3,-1 0,13-3,0 0,-6 3,-1 1,39 8,-3 0,-12-2,-19-9,7 7,-8-5,10 5,10-12,3 5,9-5,1 15,-1 1,-9-1,-3-2,-29-9,4 1,-17-3,10 7,0-3,10 4,3-5,9 1,10 8,-20-14,4 0,3 4,0-1,-12-6,-4-2,26 4,-67-7,-9 0,-52 0,-26-15,11 9,-7 0,-10-6,-4-2,-9 4,-3 2,27 4,0 1,-2 0,-8-3,-1 0,0 0,-1 3,0 0,-1-1,-2-5,-1-1,0 1,0 1,1 2,2-2,13-1,2-1,2 2,-25 2,6 2,16-4,7 0,-32 0,6-7,20 1,0 0,-1 0,11 1,2 5,10-2,0 3,0-5,15 2,4 4,19 0,-3 5,32 44,28-3,-12-6,5-2,8-10,3-5,0-1,0-2,2-5,-1 0,44 13,-41-9,0-2,30-1,-25 1,2 0,-4-9,2-2,11 4,5 0,-4-4,5 0,-4 0,6 0,0 0,-10 0,3 0,-7 0,-11 0,-3 0,5 0,0 0,39 0,-43-1,-1 2,41 5,1 3,-10 0,-3 4,-20-1,-2-3,-10 7,-12-9,-10 0,-19 2,-93-8,-10 2,1-2,-8-2,11-2,-1-3,25 1,-1-1,1-1,-30-6,1-3,0-1,1-3,4-2,1 0,0 6,0 1,-1-7,1 1,9 10,1 3,5-2,5 2,-25-5,-3 6,46-5,-7 1,30 2,11 1,9 5,-14 0,5 3,-23-6,-18-6,17 1,-14-1,37 5,1 6,8-5,-5 6,-6-10,-3 4,-17-7,4 3,-10 3,10-2,8 8,17-6,7-11,2-1,-3-23,-3 4,-1 0,-1 8,-1 5,-11 0,5-2,-15-7,16 12,-5-1,12 12,5 1,-6-2,6 0,-6-4,2 2,2 4,-1-6,2 5,0-6,0 4,-2 2,-11 5,4 3,-3 3,3 3,5 3,-6 5,7 2,0-2,-6 2,7-6,-9 3,4-6,0-1,-6 0,9 0,-8 1,5-7,0-1,-2-9,3-4,1 5,0-3,5-1,3 7,1-15,0 12,2-7,4 2,5 6,8-5,-1 12,7-6,8 4,8 0,20-5,-8 9,28-4,-15 0,27 4,-17-4,-3 6,-2 0,23 0,-13 0,14 0,-44 0,-2 0,-24 0,13 0,-15 0,6 0,19 0,6 0,39 0,-5 0,-35 0,3 0,9 0,-1 0,-10 0,-1 0,3 0,-2 0,26 0,-16 0,-1 0,8 0,-8 0,11 0,-1 0,0 0,10 0,-7 0,17 0,-17 0,7 0,-10 0,-9 0,6 6,-6-4,-1 9,8-3,-18 4,18 2,-17-2,16 2,-6-7,-1-1,8-6,-6 0,-1 6,-17-2,-10 10,-19-6,4 3,-5-4,5 0,11-3,-2 4,18-2,13 10,-15-4,13 3,-31-6,-1-4,-4 1,3-5,-4 6,1-3,3 4,6 2,-1-5,16 6,-6-5,20 10,-18-4,6 1,-10-4,-8 0,8-1,-11 1,10-4,-8 2,18 5,-18-2,8 2,-16-5,-1-7,0 7,1-2,6 4,0-5,-6 3,-4-6,-3 5,1 1,3 0,-3 3,7-2,-9-1,13 5,-10-4,9 4,-9-5,4 3,-6-2,-2 2,8-1,-7 2,7 2,-5-2,-1 2,1-6,2 9,-5-8,2 8,-6-6,0 4,5 2,-3-4,6 3,-7-4,2 2,-1 7,-1-5,2 4,-3 0,0-4,1 4,-2-5,1-1,1 6,2-4,-2 4,2-5,-3-4,-1 6,-45-11,-19 4,1-8,-3-2,6 2,0-2,-7-2,0-1,-34-5,44 2,-1-2,-40-6,41 3,-1 1,-43-7,3-4,21 8,14 6,9-2,-12 8,19-3,-6 5,21 0,0 0,-10-5,-12-3,-2-4,-28-2,15 0,-17-7,29 10,1 0,-28-10,-14-4,34 11,25-1,5 6,17-1,-2-1,3-2,-19-5,-4-2,-25 1,-12 0,-12-3,31 13,-1 0,0-5,-1-2,-4 3,-1 1,0-1,1 0,4 1,1 1,-41-4,23 6,22-1,18 9,14-3,6 4,-9 6,10-1,-10 5,6 2,8 0,-10 7,10-5,-4 3,2-4,3 1,1 5,11 2,10 10,15-5,19 1,9 0,-10-9,4-2,32 8,4-1,-20-5,-1-3,13-5,1 0,-8 2,1 1,8-3,0-2,-14-3,-2 0,-5-1,-3 0,-8-1,-3 1,32-3,-2 12,-9-11,10 15,-17-9,15 10,-29-6,18 8,-17-6,7 5,-20-12,-3 2,-9-8,-5 6,3-2,6 4,-1 0,6-3,-14 1,3-2,-9-2,9 5,-9-4,4 1,-33 26,3-17,-67 34,13-29,-30 7,25-12,12-2,26-2,3-4,18-3,-2 0,55-2,14 2,1-6,6-2,-5 4,1 0,9-2,-1-1,-3 3,0 2,0-1,0 0,-1 0,-1 0,-9-3,-1-1,2 2,-4-2,8-6,-8-4,-43 6,2-8,-2 3,4-2,2-1,6 4,11 0,8-4,10 3,-9-3,-9 7,-11-2,-9 4,0-6,-3 0,-3-2,-1-7,-3 7,-6-20,-3 1,2-15,-4 15,11 8,-3 16,0-2,38 30,-26-15,31 26,-34-16,1-3,3 4,-3 2,0-2,-1 6,-5-6,2 3,-3-1,0 4,0-2,-3 1,-1-6,-9 10,2-8,-2 8,3-13,3 0,-6 3,2-5,-2 5,-6-6,10-4,-16 0,13-3,-13 0,10 0,-9-3,-6-4,-19-4,-31-3,29 5,-3 2,-4 2,-1 1,-9-4,0 0,9 7,1 1,-5-4,1 0,4 3,1 2,0-1,-1 0,-5 0,1 0,8 0,0 0,-3 0,2 0,-28 0,3 0,-12-6,27 4,-26-4,50 6,-6 0,26 0,2 0,6 0,-12 0,3 4,-10-3,6 6,1-6,-1 7,5-7,5 3,7-4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1T11:39:0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24575,'11'7'0,"4"2"0,-9-5 0,3 3 0,-6-4 0,0 0 0,1 0 0,2 1 0,-2 0 0,3 2 0,-1-5 0,4 5 0,-2-3 0,1 4 0,-2 0 0,0 0 0,-3-1 0,2-2 0,-3 2 0,4-5 0,0 2 0,0-3 0,-4 3 0,3-2 0,-2 2 0,3-3 0,-3 3 0,2-3 0,-3 6 0,1-2 0,2 0 0,-2 2 0,3-2 0,-1-1 0,-2 3 0,2-2 0,1 3 0,0 0 0,6-1 0,-5-2 0,4-1 0,-4 0 0,2 1 0,-1 0 0,2 8 0,-1-7 0,0 5 0,-3-7 0,-3 0 0,2 0 0,-3 1 0,4 2 0,0-5 0,3 5 0,0-2 0,1-1 0,7 4 0,-6-3 0,12 5 0,-9-3 0,4-1 0,-5 1 0,-4-5 0,0 5 0,-3-5 0,-1 2 0,-2 0 0,2 0 0,-2 1 0,6 2 0,12-1 0,21 8 0,-6-3 0,10 4 0,-27-10 0,-4 0 0,-6-1 0,-3-2 0,0 2 0,-1-3 0,-2 3 0,2-2 0,1 5 0,3-3 0,4 4 0,5-3 0,-4 2 0,1-5 0,-4 2 0,-1 0 0,2 0 0,1 1 0,-1 2 0,-2-5 0,-1 5 0,-4-5 0,1 2 0,0-3 0,0 0 0,-1 3 0,4-3 0,-2 3 0,10 1 0,-6 0 0,12 1 0,-9 1 0,10-2 0,-13-1 0,13 3 0,-10-2 0,11 3 0,-8 0 0,-1-4 0,-5 0 0,-4 0 0,2-2 0,-4 2 0,4 0 0,-2-2 0,10 6 0,15-3 0,8 8 0,4-7 0,-16 5 0,-14-9 0,-5 2 0,-3-3 0,0 3 0,-1-2 0,-2 5 0,5-2 0,-1-1 0,10 0 0,-1 1 0,19 3-6784,12 4 6784,3 7 0,16 3 0,-16-2 0,-3-1 0,-12-8 0,-16-5 0,-1 1 6784,0-5-6784,-7 2 0,6 0 0,-10-2 0,1 2 0,-2-3 0,3 3 0,-3 1 0,6-1 0,3 4 0,-1-3 0,9 1 0,-3 2 0,5-3 0,-1 5 0,-4-4 0,-5 2 0,-4-7 0,-1 6 0,5-5 0,-1 5 0,7-1 0,-7-1 0,9 3 0,-12-3 0,6 1 0,-2 2 0,-1-6 0,19 8 0,-11-4 0,13 5 0,-10-2 0,-8-4 0,-3 2 0,-8-5 0,0 2 0,3-3 0,-3 3 0,11-2 0,0 6 0,7-3 0,1 5 0,10 1 0,-8-5 0,39 11 0,-33-10 0,15 8 0,-33-10 0,-6 2 0,0-5 0,4 2 0,14 2 0,5 2 0,15 0 0,10 4 0,2-3 0,1 0 0,-3 3 0,-20-9 0,-2 7 0,-16-8 0,4 3 0,-3 0 0,4 0 0,1 5 0,0 0 0,0-5 0,10 5 0,-8-3 0,29 4 0,-16 0 0,9-5 0,-5 0 0,-7-5 0,10 0 0,-9 0 0,-4 0 0,-14 0 0,-2 0 0,-6 3 0,-2-2 0,1 2 0,-4-3 0,5 0 0,-6 0 0,11 4 0,-6-3 0,13 3 0,16-4 0,0 0 0,19 5 0,-2-4 0,2 5 0,1-1 0,6-4 0,-16 10 0,7-10 0,0 5 0,-8-6 0,8 0 0,2 0-6784,-19 0 6784,6 0-4537,-12 0 4537,4 0 0,9 0 0,-10 0 0,-2 0 0,-16 0 4537,4 0-4537,7 0 6784,-3 0-6784,27 0 0,-24 0 0,36 0 0,-26 0 0,18-6 0,-11 5 0,-9-4 0,-4 1 0,-9 3 0,0-7 0,0 4 0,0-5 0,-1 0 0,1 1 0,10-2 0,12-2 0,2 0 0,-1 1 0,-14 0 0,-14 7 0,-2-3 0,-9 6 0,0-2 0,-6 0 0,2 2 0,-3-5 0,12 6 0,3-7 0,27 6 0,6-9 0,19-4-6784,10-3 6784,-17-2-15,15 4 15,-16-6 0,-17 8 0,-7-2 0,-29 12 0,-2 0 6776,0 2-6776,0-2 5,-4 0 1,0 2 0,-3-2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39:20.17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12"/>
      <inkml:brushProperty name="tip" value="rectangle"/>
      <inkml:brushProperty name="rasterOp" value="maskPen"/>
    </inkml:brush>
  </inkml:definitions>
  <inkml:trace contextRef="#ctx0" brushRef="#br0">121 0,'30'18,"-3"-2,-26-9,8 3,2 3,3-5,-1 5,3-10,-5 1,6 5,-4-4,4 1,-3 0,3-5,-4 5,7-5,-8 5,9-5,-9 8,4-8,1 8,-3-5,2 0,-2 2,2 0,-4 2,3 5,-4-6,2 3,4-6,3 2,-2-6,-1 6,1-5,-9 5,13-2,-11 3,6-4,-1 3,-4-2,3 6,7 1,-5-3,8-1,-12-4,1-3,2 9,-1-4,1 2,10-1,-10-3,7 1,-11-1,-1 0,8 4,2-3,17 6,-4-2,6 4,-17-4,-7 1,-6-8,6 5,-1-6,8 3,-9-3,8 4,-2-3,0 6,-1-3,-5-1,-1 3,4-2,0 0,-3-1,8-3,-5 4,9 1,0-1,-6 3,-1-3,-6 0,6 3,-4-4,4 5,-5-1,-1-3,4 2,-3-6,3 6,-4-2,6 0,11 4,8-1,16 2,-19-2,-3-4,-23 0,1-3,10 6,-5-2,13 0,-13 2,10-2,-8 3,0-2,2 1,-8-5,9 5,-6-3,8 1,-2-1,26 3,4 2,1 4,-3 2,-24-6,-1 0,-9-5,-2-3,5 6,1-2,2 3,-3-1,-4-2,16 0,-6 3,13-3,-16 4,4-3,-12 1,6-6,-1 6,-2-5,4 5,-5-5,-1 5,4-2,0 2,0-2,0-1,-4-3,4 3,-3-2,3 5,5-2,-6 2,6-2,-3 3,2-2,5 0,-6 1,4-5,-9 5,4-2,-5 3,-1-4,4 3,-3-5,3 2,2 0,-4 1,5 3,-7-1,6-2,11 5,8-3,1 5,-4-1,-14-5,-5 1,-1-5,-3 5,7-2,-5 0,3-1,-1-3,2 3,-4-3,7 7,-9-3,12 5,-9-5,4-1,-2 0,-6-2,8 5,-8-2,5 3,1-4,0 0,12 0,-10-2,3 2,-9-3,1 3,3 1,0 0,0-1,-4-3,6 0,-4 0,4 3,0-3,1 7,16-6,-8 7,2-7,-11 3,-5-4,5 0,-7 0,7 0,-2 0,-2 0,4 0,-2 0,-6 0,11 0,-10 0,7 0,-2 0,-3 0,8 0,-2 0,16 0,-8 0,8 0,-16 0,-1 0,-5 0,5 0,-4-3,5 2,-7-2,4 3,0 0,0 0,3 0,-6 0,5 0,2 0,-3 0,1 0,-5 0,-1 0,4 0,-3 0,2 0,1-3,-3 2,3-5,8 5,-9-2,15 3,-11-3,6-2,9 0,-6-3,6 7,-9-6,-8 6,-3-3,4 4,-10 0,13 0,-5 0,-5 0,12 0,-15 0,13 0,-5 0,13 0,7 0,-2 0,0 0,-9 0,0 0,-6 0,-1 0,-5 0,5 0,7 0,2 0,-1 0,-11 0,-3 0,0-3,5-1,-1 0,-1 1,9 3,-8 0,5 0,-7-3,-3 3,10-6,-1 5,-1-5,5 5,-10-2,10 3,-10-3,4 2,-5-2,2 3,-1 0,1 0,1 0,-3 0,2 0,1-6,-6 2,8-3,-8 1,12 5,-11-2,6 0,-4-3,0-2,3-2,-4 4,1 2,-1-5,1 4,2-1,-2 3,6 0,-6 2,6-2,-6 3,2 0,4 6,-5 1,4 7,0 1,-2 4,4 3,-4 4,-4 0,0 0,-3 10,-1-8,3 17,-7-16,0 6,-2-17,-2 3,2-10,-6 9,-7-6,-1 2,-11-4,2-1,-6-3,0 1,-10-4,-2 4,-10-3,-10 7,8 0,1-4,-1 2,-19 10,19-10,-1-1,-19 11,-10-7,7 1,-17 7,17-6,-7 5,19-8,-6 1,16-2,-17 2,18-2,-18-4,18-3,-18 2,7-6,1 5,2-6,10 6,10-1,-8 6,8-5,-10 4,0-8,-10 3,8-5,-18 0,8 0,-11 0,11 0,2 0,0 0,-2 0,-20 0,7 0,21 0,2 0,-6 0,-20 0,37 0,-9-5,0-2,0-5,0 0,0 0,-10-1,-2 6,-10-5,-1 4,1-6,0 0,0 0,-10-1,-3 7,31 4,0 1,-45-2,12-2,16 1,31-4,2 6,0-7,8 2,-27-3,14-4,-27 1,18-3,2 7,12 4,19 1,2 2,8-15,0 6,-13-19,2 14,-32-18,5 4,-17-10,0 0,7 13,-3-1,1 9,-4 1,1 1,2 0,10 6,0-4,-10 4,-12-1,-3 6,-17-6,17 7,-17-16,7 7,1-6,2 8,19 0,3 1,10 1,4 2,6-2,7 6,4-3,1 4,1-4,-1 4,0 2,0-1,0-1,9 0,2-2,2 4,2-4,-9 0,77 21,-9-6,7 2,6-1,31 5,1-12,-11 5,-11-7,-23 0,-3 0,-22 0,6 0,-19 0,3-3,4-4,-2-1,10 2,-5-1,26 6,-6-3,28 10,-8 2,31 15,4 1,-34-8,3 2,-5-2,-1 1,0-1,-1 0,1-3,-3 0,30 15,-35-20,0 1,33 19,9-4,-41-12,1 0,6 6,0-1,40 1,-6 7,-35-12,-8-6,8-2,-6 1,7-5,10 11,-5 2,27 3,-8 4,1-6,-3 0,-30-6,1 2,39 9,6-5,-26 1,-30-11,5 1,-17 2,18-7,-8 2,10-3,0 0,0 0,0 0,0 0,10 0,-7 0,28 0,-26 6,27 1,-40 8,16-2,-28 0,8-6,-16 2,-4-4,-6 8,1 3,-3-5,6 8,-6-9,2 4,-4 5,-2-4,-1 2,-15-2,-12-4,-35 6,-33-2,30-6,-4-1,-17-3,-4-1,-9 1,-3-2,30-2,0-2,-1 1,-5 0,-1 0,2 0,-26 0,2 0,0 0,3 0,14 0,2 0,9 0,3 0,8 0,3 0,3 0,3 0,-32 0,1 0,11 0,-10 0,-13-7,42 6,-3 0,-3-6,-1-1,0 7,1 1,4-4,1 0,-40 4,21 0,13 0,26 0,3 0,15 0,4 0,-9 0,7 0,-13 0,-1 0,-23 0,17-3,-13 2,30-5,-10 6,5-7,-6 2,0-3,1-1,-1 0,-10-1,8 1,-14 0,20-2,-8 3,-12-17,6 0,-25-16,27 13,-5 0,13 10,-10-2,-2-1,-10 2,0 2,-10 4,11 0,6 5,16-2,14 9,-2-2,-3 3,1 0,-10 0,10 3,-9-2,-3 6,-6-6,8 2,4 0,14-2,3 23,4-13,1 15,2-13,0-3,1 10,0-5,-1 1,6 0,-4-8,8 8,-4-6,2 1,11 2,-1-8,8 6,6-5,4-1,19 7,12-11,3 12,17-5,-28 0,6 4,-30-10,-7 3,-12-5,-9 0,9 0,-7 0,7 0,0 0,12 0,17 0,12 6,0-4,20 15,-37-14,9 10,-7-7,-19 2,31-1,-29 0,18 0,-18 2,18 2,-8 0,10 1,0 0,10 1,-17-3,14 8,-17-6,0 0,8-1,-8-4,0 3,8-4,-18-2,18 1,-8-3,10 3,0-5,0 0,-10 0,8 0,-18 0,8 0,-10 0,9 5,-6 1,1 0,-14 1,-7-7,-45 13,-12-4,-14 1,-8-1,5-4,-2-1,-18 4,-1 0,11-7,0 0,1 3,1 0,8-4,2 0,4 0,3 0,-37 0,23 0,12 0,10 0,-10 0,8-11,-28 2,15-16,5 13,-5 1,7-7,0 1,-4 4,1 2,-23-14,42 18,24 0,7 7,-10-3,6 3,-15 0,8 0,-6 0,0 0,6 0,4 0,58 6,8 2,11-1,8 2,-5 3,2 1,17-3,4 0,9 3,1 0,-4-7,2-2,-25 2,3 0,-4-1,20-4,-2 0,4 3,-2 0,-14-3,0-2,4 1,0 0,-14 4,0 0,8-4,-1 1,-18 3,-1 0,9-4,-1 0,24 0,5 0,-10 0,-17 0,15 0,-18 0,0 0,30 0,-38 0,2 0,2 0,0 0,7-1,-2 2,22 5,-3-4,-10 4,-20-6,6 0,-33 0,11 0,-19 0,9 0,7 0,7 0,20 0,12 0,3 0,17 0,-18 0,9 0,-21 0,-2 0,-10 0,10 0,2 6,1-4,-4 4,-18-6,6 0,-22 0,11 0,-19 0,21 0,-13 0,15 0,-13 0,1 0,0 0,0 0,0 0,9 0,-6 0,16 0,-16 0,6 0,-9 0,11-4,-8-1,3-3,-13 4,0 1,1 3,6 0,10 0,2 0,10 0,-10 0,4 0,-20 0,8-4,-15 3,4-3,-6 4,4 0,-3 0,3 0,16 0,-9-4,16 3,-19-2,-5 3,-1 0,-3-6,4-2,-2-2,-1 3,4-2,-3 4,2-1,-2 0,2 8,-1 5,-2 4,-6 5,-4 1,-3-3,-6 3,-2-4,-20 5,-5 2,-25-1,-12 0,-23 4,-2-6,44-8,-1-1,-40 5,41-11,-1-2,-43 7,39-7,0 0,-39 0,43 0,1 0,-31 0,2 0,19 0,-16 0,14 0,-17 0,19 0,3 0,10 0,10 0,-7 0,16 0,-16 0,16 0,-57 0,6 0,27 0,-1 0,-27 0,13 0,7 0,1 0,-8 0,8 0,-1 0,3 0,10 0,10 0,-7 0,22 0,-11 0,19 0,-7 0,7 0,-1 0,-3 0,-11 0,-18 0,-13 0,-19 0,7 0,-7 0,10 0,0 0,0 0,9 0,3 0,10 0,0 0,-10-6,-2 4,-20-4,-3-1,-9 5,40-1,1-1,-34 4,34 0,0 0,-23 0,0 0,12 0,22 0,3 0,11 0,6-3,-5 3,5-3,0 3,-5 0,5 0,-6 0,-10 0,-2 0,0 0,2 0,10 0,1 0,-1 0,0-4,0 3,0-7,1 3,-1-3,0 3,6-2,-5 6,5-5,-1 2,-13-1,17-1,-27 5,21-2,-13 3,10-3,0 2,1-3,-1 4,0 0,6-3,1 2,2-2,-6 3,7 0,-3 0,7 0,-3 0,-5 0,3 0,0 0,-5 0,7 0,-22 0,14 0,-8 0,12 0,9 0,-9 0,1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1:39:39.82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453 918,'40'4,"-5"2,-25-2,0 0,9 2,-10-3,13 4,-11 3,2-3,1 3,-1-3,1 3,2 0,-5 1,2-2,3 1,-7-2,7 4,-7-1,-1-1,8 3,-5-5,3 1,4-2,-9 0,10 0,-5-1,0-2,2 2,-2 1,-1 0,4 3,-3-3,3-3,-4 2,4-6,0 9,-3-7,2 10,-3-11,2 5,4-3,-2 1,-2 3,0-3,2 2,-5-6,10 3,-8-3,0 3,7-2,-3 6,7-2,11-1,-8 4,3-4,-7 1,-9-2,1-3,0 3,-5 0,8 1,-4-1,4 0,-5 1,0 3,2-1,-5-2,8 2,-4-5,1 2,1 0,-3 1,2 2,-2-2,2-1,2-3,4 4,-4-3,1 3,-5-1,-1 1,4-1,-3 3,3-2,-1 3,-2-3,8 2,-1-1,4 4,-4-5,-2 3,-6-3,7 3,-5-3,4-1,-5-3,-1 3,4 3,-3-1,3 4,-1-5,4-1,-2 0,1 0,-6 1,1 3,2-3,-2 2,3-3,-4 1,4 2,0-2,0 0,0 2,-4-6,4 6,-3-5,6 5,-6-5,5 8,-7-8,6 8,-6-5,4 0,1 2,-3-5,2 5,1-3,0 4,-3-3,5 2,-8-2,6 2,-1 1,-1-3,4 5,-8-5,5 3,-2 2,-3-4,11 4,-5-1,19-4,-13 3,12-3,-24 0,8 3,-6-3,4 0,1-1,-2-3,-2 3,5 0,-7 1,7 2,-3-2,-1 0,5-1,-7 0,4-3,0 6,0-5,0 2,-4-3,4 0,-3 3,3-2,-1 2,1 0,1-2,-2 5,-2-6,5 3,-1 0,2-2,-3 5,-4-5,7 5,-8-5,7 2,-6-3,1 0,6 0,-6 0,3 0,8 0,-9 3,15-3,-11 7,-3-6,-2 3,4-4,-6 0,9 0,-3 0,2 0,5 0,-1 0,-4 0,1 3,-11-2,8 2,-5-3,0 0,22 0,6 0,4 0,1 0,-27 0,-4 0,0 0,-2 0,4 3,-2-3,1 3,-3-3,2 0,1 6,-3-4,3 7,-1-8,-2 2,3-3,-1 3,2 0,-4 1,8 2,-4-2,8 4,-5-2,1-1,-14 1,-48-2,-3 0,-45-8,18-4,10 1,2-5,25 11,7-5,16 6,-5-3,0 3,-6-3,0 7,0-4,-5 4,6-4,1 0,6 0,67 16,-23-6,57 7,-50-8,4-8,-15 3,-3-4,0 0,-15 0,10 0,-3 0,16 0,9 0,-1 3,-8-2,-15 2,-7-3,8 3,21 8,11-2,-7 1,-12-7,-21-3,3 0,8 0,-3 0,1 0,0 0,11 0,-1 0,6 0,-14 0,-5 0,-1 0,3 0,0 0,1-3,0 2,1-2,6-1,-5 3,13-3,-17 4,17 0,-13 0,5 0,-6 0,5 0,-7-3,2-1,-3-2,-4-4,1 2,-1 2,7-3,-5 4,13-5,-13 7,7 0,-5 0,-3 2,3-5,-1 2,-5-3,8 1,-8-1,6 0,5 0,-4 0,5 2,-9 2,1 3,0-3,2 2,5-5,-10 6,7-9,-5 4,-3-2,14 4,-7 0,11 2,7-3,4 4,4 0,-10 0,-12 0,-13 0,-55 16,15-12,-36 16,10-10,16 1,-19 5,22-6,2 1,10-3,6-3,1-1,9-1,-6 7,11 4,-4 3,12 0,12-7,10-3,27-4,-15-7,10-1,-21-3,-6 0,5 3,-10-1,9 2,-9-3,9-2,-9 2,4 3,-5-2,-1 5,7-5,6 1,-3 1,2-2,-12 2,1-3,5 3,11-4,8 1,0 1,8-5,-18 6,2-1,-11-1,-8 6,4-11,-6 4,3-9,-2 4,-5 2,4-4,-6 0,4-5,-3 3,-1 0,-3 4,0-6,0 4,0-4,-3 5,-1 1,-3-6,-9 2,3-2,-6 4,0 4,-1 0,-6 2,-9 4,-13 2,-23-4,-1 5,-9-5,21 7,2 5,10 2,0 0,-31 16,-18-6,28-4,-3 1,11-2,1-3,-3-4,2-2,9 1,1-1,-34-3,-5 0,10 0,-3 0,1 0,-8 0,17 0,-17 0,-3 0,-2 0,22 0,-7 0,-8 0,-1 0,-1 0,-1 0,0 0,3 0,19 0,3 0,7 0,1 0,-5 0,0 0,6-3,-1-1,1 0,-1-2,-4-1,-1-2,0 1,-1-1,-5-3,0-1,5 4,1-1,-6-6,3 0,11 7,2 0,-9-6,1-2,-34-7,35 11,-2 0,8-2,0 0,-8 6,-1-1,5-5,1-1,5 4,-1 0,-3-4,0-1,3 1,1 0,-5 4,-1-1,-15-9,0 0,6 5,-1 1,-8-6,2 0,24 8,3 1,-32-5,41 4,-8 1,23 1,-6 0,16 5,2-6,-1 2,-4-4,-1-4,-18-2,15-5,-15 5,17-4,4 8,4-2,6 6,0-1,1-5,7-1,13-10,16-5,20-4,11 3,17 1,-16 12,3 1,-11 8,2 0,24-6,0 2,-24 9,-1 2,10 2,-1 1,-7-1,-2 2,0 3,-1 0,-4 0,-4 0,24 0,-5 6,-10 1,12 14,13-5,-1 12,8-11,-17 10,-13-16,1 1,-10 3,-1 0,13-3,0 0,-6 3,-1 1,39 8,-3 0,-12-2,-19-9,7 7,-8-5,10 5,10-12,3 5,9-5,1 15,-1 1,-9-1,-3-2,-29-9,4 1,-17-3,10 7,0-3,10 4,3-5,9 1,10 8,-20-14,4 0,3 4,0-1,-12-6,-4-2,26 4,-67-7,-9 0,-52 0,-26-15,11 9,-7 0,-10-6,-4-2,-9 4,-3 2,27 4,0 1,-2 0,-8-3,-1 0,0 0,-1 3,0 0,-1-1,-2-5,-1-1,0 1,0 1,1 2,2-2,13-1,2-1,2 2,-25 2,6 2,16-4,7 0,-32 0,6-7,20 1,0 0,-1 0,11 1,2 5,10-2,0 3,0-5,15 2,4 4,19 0,-3 5,32 44,28-3,-12-6,5-2,8-10,3-5,0-1,0-2,2-5,-1 0,44 13,-41-9,0-2,30-1,-25 1,2 0,-4-9,2-2,11 4,5 0,-4-4,5 0,-4 0,6 0,0 0,-10 0,3 0,-7 0,-11 0,-3 0,5 0,0 0,39 0,-43-1,-1 2,41 5,1 3,-10 0,-3 4,-20-1,-2-3,-10 7,-12-9,-10 0,-19 2,-93-8,-10 2,1-2,-8-2,11-2,-1-3,25 1,-1-1,1-1,-30-6,1-3,0-1,1-3,4-2,1 0,0 6,0 1,-1-7,1 1,9 10,1 3,5-2,5 2,-25-5,-3 6,46-5,-7 1,30 2,11 1,9 5,-14 0,5 3,-23-6,-18-6,17 1,-14-1,37 5,1 6,8-5,-5 6,-6-10,-3 4,-17-7,4 3,-10 3,10-2,8 8,17-6,7-11,2-1,-3-23,-3 4,-1 0,-1 8,-1 5,-11 0,5-2,-15-7,16 12,-5-1,12 12,5 1,-6-2,6 0,-6-4,2 2,2 4,-1-6,2 5,0-6,0 4,-2 2,-11 5,4 3,-3 3,3 3,5 3,-6 5,7 2,0-2,-6 2,7-6,-9 3,4-6,0-1,-6 0,9 0,-8 1,5-7,0-1,-2-9,3-4,1 5,0-3,5-1,3 7,1-15,0 12,2-7,4 2,5 6,8-5,-1 12,7-6,8 4,8 0,20-5,-8 9,28-4,-15 0,27 4,-17-4,-3 6,-2 0,23 0,-13 0,14 0,-44 0,-2 0,-24 0,13 0,-15 0,6 0,19 0,6 0,39 0,-5 0,-35 0,3 0,9 0,-1 0,-10 0,-1 0,3 0,-2 0,26 0,-16 0,-1 0,8 0,-8 0,11 0,-1 0,0 0,10 0,-7 0,17 0,-17 0,7 0,-10 0,-9 0,6 6,-6-4,-1 9,8-3,-18 4,18 2,-17-2,16 2,-6-7,-1-1,8-6,-6 0,-1 6,-17-2,-10 10,-19-6,4 3,-5-4,5 0,11-3,-2 4,18-2,13 10,-15-4,13 3,-31-6,-1-4,-4 1,3-5,-4 6,1-3,3 4,6 2,-1-5,16 6,-6-5,20 10,-18-4,6 1,-10-4,-8 0,8-1,-11 1,10-4,-8 2,18 5,-18-2,8 2,-16-5,-1-7,0 7,1-2,6 4,0-5,-6 3,-4-6,-3 5,1 1,3 0,-3 3,7-2,-9-1,13 5,-10-4,9 4,-9-5,4 3,-6-2,-2 2,8-1,-7 2,7 2,-5-2,-1 2,1-6,2 9,-5-8,2 8,-6-6,0 4,5 2,-3-4,6 3,-7-4,2 2,-1 7,-1-5,2 4,-3 0,0-4,1 4,-2-5,1-1,1 6,2-4,-2 4,2-5,-3-4,-1 6,-45-11,-19 4,1-8,-3-2,6 2,0-2,-7-2,0-1,-34-5,44 2,-1-2,-40-6,41 3,-1 1,-43-7,3-4,21 8,14 6,9-2,-12 8,19-3,-6 5,21 0,0 0,-10-5,-12-3,-2-4,-28-2,15 0,-17-7,29 10,1 0,-28-10,-14-4,34 11,25-1,5 6,17-1,-2-1,3-2,-19-5,-4-2,-25 1,-12 0,-12-3,31 13,-1 0,0-5,-1-2,-4 3,-1 1,0-1,1 0,4 1,1 1,-41-4,23 6,22-1,18 9,14-3,6 4,-9 6,10-1,-10 5,6 2,8 0,-10 7,10-5,-4 3,2-4,3 1,1 5,11 2,10 10,15-5,19 1,9 0,-10-9,4-2,32 8,4-1,-20-5,-1-3,13-5,1 0,-8 2,1 1,8-3,0-2,-14-3,-2 0,-5-1,-3 0,-8-1,-3 1,32-3,-2 12,-9-11,10 15,-17-9,15 10,-29-6,18 8,-17-6,7 5,-20-12,-3 2,-9-8,-5 6,3-2,6 4,-1 0,6-3,-14 1,3-2,-9-2,9 5,-9-4,4 1,-33 26,3-17,-67 34,13-29,-30 7,25-12,12-2,26-2,3-4,18-3,-2 0,55-2,14 2,1-6,6-2,-5 4,1 0,9-2,-1-1,-3 3,0 2,0-1,0 0,-1 0,-1 0,-9-3,-1-1,2 2,-4-2,8-6,-8-4,-43 6,2-8,-2 3,4-2,2-1,6 4,11 0,8-4,10 3,-9-3,-9 7,-11-2,-9 4,0-6,-3 0,-3-2,-1-7,-3 7,-6-20,-3 1,2-15,-4 15,11 8,-3 16,0-2,38 30,-26-15,31 26,-34-16,1-3,3 4,-3 2,0-2,-1 6,-5-6,2 3,-3-1,0 4,0-2,-3 1,-1-6,-9 10,2-8,-2 8,3-13,3 0,-6 3,2-5,-2 5,-6-6,10-4,-16 0,13-3,-13 0,10 0,-9-3,-6-4,-19-4,-31-3,29 5,-3 2,-4 2,-1 1,-9-4,0 0,9 7,1 1,-5-4,1 0,4 3,1 2,0-1,-1 0,-5 0,1 0,8 0,0 0,-3 0,2 0,-28 0,3 0,-12-6,27 4,-26-4,50 6,-6 0,26 0,2 0,6 0,-12 0,3 4,-10-3,6 6,1-6,-1 7,5-7,5 3,7-4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1T12:02:07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0 24575,'0'16'0,"0"-5"0,0 4 0,0-8 0,0 2 0,0-3 0,0 4 0,-3-3 0,3 2 0,-6-5 0,3 1 0,-1 2 0,1 0 0,3 5 0,0-5 0,0 2 0,0-2 0,0-1 0,-3-2 0,3 1 0,-3-1 0,3 2 0,0 1 0,0-1 0,0 1 0,0-1 0,0 0 0,0 1 0,0-1 0,0 1 0,0-1 0,0 0 0,0 1 0,0-1 0,0 1 0,0 2 0,-3 1 0,2 0 0,-1 2 0,-1-5 0,2 2 0,-5-2 0,3-1 0,-1 1 0,2-1 0,-1 0 0,2 1 0,-2-1 0,3 1 0,0-1 0,0 0 0,0 1 0,0 2 0,0-2 0,0 5 0,0-5 0,0 3 0,-3-1 0,3-2 0,-3 2 0,3-2 0,0-1 0,0 1 0,0-1 0,0 0 0,-3 1 0,2-1 0,-1 1 0,2-1 0,0 0 0,0 1 0,-3-1 0,-1 6 0,1-1 0,0 2 0,3-4 0,0-2 0,0-1 0,0 0 0,0 1 0,0-1 0,0 1 0,-3-1 0,2 0 0,-1 1 0,2-1 0,0 6 0,0-1 0,0 5 0,0-6 0,-3-1 0,2-3 0,-2 4 0,0-3 0,3 5 0,-6-5 0,5 5 0,-4-5 0,4 2 0,-2-2 0,3-1 0,0 1 0,-3-1 0,3 0 0,-3 4 0,3-3 0,0 2 0,-3-3 0,0 4 0,-1-3 0,-2 2 0,3-2 0,-1 2 0,2-2 0,2 5 0,-3-2 0,2 0 0,-2-1 0,0-5 0,3 1 0,-3-1 0,3 2 0,0 1 0,0-1 0,0 1 0,-3 2 0,2-2 0,-4 2 0,4-2 0,-5-4 0,6 3 0,-3-2 0,3 2 0,-3 3 0,2-2 0,-1 3 0,-1-1 0,2-2 0,-2 5 0,3-5 0,-3 5 0,0-5 0,-1 6 0,-1-6 0,4 2 0,-2 0 0,0-2 0,3 3 0,-3-4 0,3 0 0,-3 1 0,2-1 0,-1 1 0,2-1 0,0 0 0,0 1 0,-3-1 0,2 1 0,-2 1 0,3-1 0,-3 2 0,3-2 0,-6-4 0,5 3 0,-1-3 0,2 4 0,0-1 0,0 1 0,0 2 0,0-2 0,0 2 0,0-2 0,0-1 0,0 1 0,2-1 0,-1 0 0,2 1 0,-3-1 0,3 3 0,-3-1 0,3 4 0,-3-5 0,0 2 0,0-3 0,0 1 0,0-1 0,0 1 0,0-1 0,0 3 0,0 1 0,0 0 0,0 0 0,0-1 0,0-2 0,0 2 0,0-2 0,3 2 0,-2-2 0,2 2 0,-3 1 0,0-3 0,2 2 0,-1-3 0,5 1 0,-6-1 0,3 1 0,-3 2 0,3-2 0,-2 2 0,2-2 0,-1 2 0,-1-2 0,5-1 0,-3 0 0,4-2 0,-1 2 0,-3 0 0,0 1 0,0-1 0,-2 1 0,2-1 0,-3 0 0,2 1 0,-1 2 0,5-2 0,-3 5 0,4-5 0,-1 6 0,0-6 0,1 2 0,-1 0 0,0-2 0,1 3 0,2-1 0,-2-2 0,-1 5 0,0-5 0,-3 5 0,4-5 0,2 3 0,-2-4 0,2 1 0,0-4 0,-2 3 0,2-3 0,-5 4 0,1-4 0,2 3 0,0-2 0,5 2 0,-5 0 0,2 1 0,0-1 0,-2 1 0,5-4 0,-5 3 0,2-5 0,-2 1 0,-1 1 0,0 1 0,1 2 0,-1 1 0,3-4 0,1 3-6784,8 2 6784,10 2 0,8 3 0,9-6 0,-9 1 0,6-2 0,-15 3 0,7 0 6784,-15-1-6784,-2-4 0,-4-1 0,-3 0 0,2-3 0,-2 3 0,2 0 0,1-2 0,5 5 0,-4-5 0,4 6 0,-6-7 0,1 3 0,-3 0 0,7-2 0,-6 5 0,7-3 0,5 7 0,-10-5 0,15 5 0,-12-9 0,8 6 0,10 4 0,-8-1 0,17 6 0,-17-11 0,8 3 0,-15-7 0,4 7 0,-9-5 0,4 2 0,0 1 0,10 0 0,8 4-6784,9 7 6784,0-5-4537,-9 3 4537,-3-5 0,1-6 0,1 5 0,1-4 0,-2 1 4537,-15 0-4537,4-2 6784,-9 0-6784,5-2 0,-7 1 0,1-2 0,0 5 0,-1-3 0,1 1 0,0 2 0,-4-6 0,3 6 0,-2-5 0,3 2 0,5 0 0,-4-2 0,3 6 0,-4-4 0,0 1 0,2 1 0,-1-1 0,-2 2 0,-2-2 0,-4-1 0,0-3 0,1 3 0,2 0 0,-2 1 0,2 1 0,-3-4 0,-2 5 0,1-5 0,-1 1 0,2 1 0,1-2 0,-1 5 0,0-6 0,1 3 0,-1-3 0,0 3 0,1 1 0,-1-1 0,0 0 0,1-3 0,2 3 0,-2-2 0,2 1 0,-3 1 0,1-2 0,-1 2 0,-3-3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2:02:07.82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208 39,'42'-11,"-3"-1,-6 6,12 1,21 0,12 5,-30 0,0 0,-3 0,-1 0,0 0,-1 0,32 0,-18 0,-12 0,-2 0,-22 0,11 0,-18 0,4 0,-5 0,25 0,-14 0,20 0,-9 0,-8 0,8 0,-11 0,0 0,0 0,1 0,-1 0,0 0,0 0,30 0,-23 0,23 4,-24 0,-10 3,9 0,-10-3,5 3,10-1,11 5,2 6,7-4,-18 2,-2-5,-10-2,-5-1,-1 0,-3 6,-1-3,1 3,-5-1,2-5,-2 5,0-2,-1 0,-6 5,3-1,-8-1,-2 2,-20-5,-7 2,-23 6,-3-4,-9 5,-9-5,37-7,-1 0,-4-3,-1 0,1 3,-1-1,1-5,-1 0,2 5,-2 1,-10-6,1-1,-20 7,25-7,3 0,-12 0,10 0,-5 0,25 0,-6 0,-1 0,8 0,-17 0,16 0,-15 0,6 0,0 0,-7 0,22 0,-11 0,3 0,3 0,-17 0,22 0,-12 4,19-4,-3 7,4-6,0 2,1-3,-1 2,0-1,-2 2,4-3,-4 0,3 3,1 0,-4 4,8-1,-2 3,0 4,5-2,-5 1,3-3,-1 1,1 3,3 0,3 0,-3 0,0-1,-4-2,-2 2,2-4,-5 1,5 0,-2-2,3 5,2 1,-2-2,6 4,-9-5,8 3,-10-4,6 4,-4-6,0 5,2 1,-2-3,3 2,-4-2,6 0,-4 5,7-4,-2 4,3-5,0 3,0 0,0-1,-3 1,3 0,-3 3,0-6,0 5,-1-5,1 3,3 0,0 3,-3-6,3 5,-3-5,3 3,0 0,0 0,0-1,0 1,0 0,-3 0,2 0,-1 0,2-1,0 1,19-6,26-6,24-12,1-7,-14 1,-23-1,-14 7,-4 0,-5 1,-4 1,0-4,1 0,2-3,-2 6,2 1,-3-1,3 1,1-1,3 0,0 1,-1 2,-2 1,2-3,-2 5,0-6,5 4,1 2,15-3,5 5,9-3,0 10,1-3,-1 8,9-9,3 4,9-5,9 0,-7 0,-26 0,0 0,27 0,6 0,0 0,-7 0,7 0,-18 0,-3 0,-8 0,-1 0,0 0,9 0,3 0,-1 0,-1 0,-10 0,0 0,0 0,0 0,0 0,0 0,-9 0,0 0,-16 0,-2 0,-9 0,-48 3,-17-2,-2-3,-6-1,-1-4,-1-3,13 2,-1 0,1-3,2-2,0-1,0 0,-2 2,-1 0,2 0,-20-9,3 1,3 7,3 1,11 0,5 1,-19-1,23 2,19 5,0 2,-10 3,-11 0,-11 0,-19 0,-3 0,35 3,-1 0,1-2,-1 0,-5 5,1 0,-11-4,4 4,49-6,10 0,20-5,34-4,-11 6,5 0,-2-2,4-1,2 2,9 2,3 2,3 0,-9-2,2 0,1-1,0 2,0 0,0 1,0 0,1 1,2-1,2 0,-1 0,-1 0,-8 0,0 0,-1 0,-1 0,12 0,-2 0,-2 0,-10 0,-2 0,-4 0,2 0,-6 0,10 0,-32 0,-21 2,0 13,-3-2,0 5,0-6,0-2,0 3,-3 11,-6-4,-1 20,-9-17,-4 14,-15-8,-12 3,-10 0,23-17,-1-2,-30 14,-8-5,40-10,-3 3,-17 7,-4 4,-9 4,0 2,5-1,2-1,1-1,5-3,-10 1,9-8,-6 6,6-11,-9 12,-9-11,7 4,-7-5,9 6,0-6,0 6,19-13,-1-1,5 0,2 1,0-2,2 0,-9 1,30 1,0-6,4 1,-1 1,3-2,2 2,-2-3,-1 0,-5 3,4-2,-9 3,4-4,0 0,1 0,9 0,-3-3,2-3,3-7,1-1,6-1,0 5,3-2,3-1,-1 2,0-4,-2 2,-2 3,-1-5,-12 8,0-3,-6 7,5-3,4 5,-6-4,7-2,-4-3,9-3,-3 3,34-2,33 8,-13 1,5 0,14 3,4 0,-1 0,1 0,4 0,0 0,-4 0,-1 0,-4 0,-3 0,-8 0,-2 0,-8 0,-3 0,24 0,-21 0,-17 0,-13 0,-6 0,3-2,-1 1,4-2,3 3,-4 0,4 0,-8 0,5 0,-5 0,3 3,-1 6,-8 2,-1 4,-10-2,-8-2,-4 3,-23 3,-6 5,-8 3,-8-4,26-3,0-7,20 0,9-8,-1 3,-7-5,0 2,-11-3,9 0,1 0,9 0,-3 0,-1 5,2-3,2 12,6-3,6 2,-2 2,7-8,-1 3,11-7,31 10,-8-5,6-1,19 0,2-1,-9 1,-1-1,1-5,-4-2,10 1,-8 0,-12 0,-11 0,-18 0,1 0,-10 0,11 0,-4 0,8 0,-6 0,-4 0,0 3,-58 0,0 1,-6-2,-4-1,11-1,1 0,-5 0,1 0,-29 0,2 0,27 0,11 0,19 0,8 0,-5 0,5 0,-11 0,2-4,-14 3,-3-8,0 4,2-1,1-2,6 6,-1-3,10 5,8 0,49 16,-10-7,13 3,5 0,21 8,-25-15,1-1,0 6,-1 0,34-3,-2 1,-9-2,-18-6,-6 4,-22-3,-5 5,-3-5,-3 5,4-3,13 7,-10-5,8 4,-12-8,-5 2,10 2,-8 0,6 4,-3-3,-5 1,8-1,-5 1,3 2,4-1,-3-2,9 2,-9-7,9 2,-4 1,5-3,10 2,2-3,29 0,-24-3,31-4,-34-3,16-3,-9 7,-9-3,-2 5,-15-6,-2 2,-4-2,0 1,-6 2,-48-14,-9 2,1 3,-6 0,2 4,-2 0,-8-3,-3 0,1 2,-1 0,0-6,3-1,16 5,4 0,-20-12,37 13,12 7,10 0,18-10,11 0,26-6,15 5,-24 14,3 1,4-4,0 0,1 6,-1 1,-5-4,-1 1,32 3,-30 0,-11 0,-28 0,5 0,2-9,2 7,3-9,-12 10,3-5,4 3,-3-4,2 1,-2-1,-1 1,1-3,-1 2,-2-3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2:02:07.826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42"/>
      <inkml:brushProperty name="tip" value="rectangle"/>
      <inkml:brushProperty name="rasterOp" value="maskPen"/>
    </inkml:brush>
  </inkml:definitions>
  <inkml:trace contextRef="#ctx0" brushRef="#br0">1551 0,'-42'12,"4"-5,14 1,5-5,1 2,8 0,-5-1,5 0,-3 1,1-1,2 2,-3-2,-2 1,2-4,-8 2,7 0,-9-2,9 1,-9 2,4-3,-5 3,0-4,-1 0,9 0,1 0,6 0,-12 0,0 0,-8 0,-5 0,-2 0,-9 0,9 0,3 0,14 0,4 0,6 0,-3 0,1 0,-7 0,5 0,-8 3,10-2,-6 6,7-7,-6 6,3-5,0 2,1-1,3 2,-7 0,5 1,-3-1,4 2,-3 1,1-1,-1 0,0 1,3-1,-2 1,3-4,-1 6,3 4,5 1,-1 4,-1-5,1 0,-3 0,3 0,-4-1,1-2,0 2,-1 1,1 1,0 1,2-5,1 3,0-1,0-1,-1 4,2-5,2 3,16-6,-6-1,11-6,-9 0,3 0,4 0,15 0,-8 0,8 0,-15 0,4 0,-9 0,4-3,-6 2,-2-2,5 0,-4 3,1-3,3 3,-4 0,9 0,10 0,-3 0,17 0,-17 0,1 0,-10 0,-8 0,4 0,0 0,-1 0,2 0,-5 0,5 0,-1 0,4 0,-7 0,1 0,0 0,-2 0,6 0,-4 0,-2 0,5 0,-5-3,3 2,2-2,-7 3,9 0,-6-2,1 1,6-5,-10 5,7-1,-3-1,-1 2,4-2,-2 0,-3 3,5-3,-2 3,0 0,2-3,-5-1,0-2,5 2,-8-1,8 7,-2-4,-3 5,5 2,-5-3,0 6,-10 10,-1-5,-8 11,3-14,-1-1,1 3,0-1,-1 2,1 2,0-7,-1 4,-2 0,-1 1,-2 4,-1-4,0-1,3-2,-2 0,5 2,-5-5,3 5,-4-5,0 2,3 1,-2 0,3 0,-1-4,-2 3,5-5,-8 8,4-5,-4 2,2-2,1-1,2 0,-2 1,2-1,-3 1,1-1,-6 1,4 0,-9 1,9-4,-9 3,9-6,-4 5,0-5,-1 5,0-2,-4 4,9-4,-1 0,3-4,3 0,-4 2,0-1,-2 2,4 0,-4-2,6 1,-4-2,0 0,1 0,-4 0,6 0,-8 0,7-2,-9-3,-9 1,3-3,-13 0,15-1,3 1,9 4,3 0,-4 2,-3-2,3 3,1 0,-3 3,7-2,-15 5,7-5,-9 6,6-6,1 6,9-4,-3 4,13 11,-5-6,9 6,-5-6,0-2,-5 3,1 0,-6-3,7 2,-5 1,0 6,-7 1,2-1,0-3,7-6,0-1,0 6,-1-6,0 6,2-3,4-4,-5 9,6-6,-3 2,11-1,6-5,17-1,14 3,12-7,-14 1,0 0,19-8,12-2,-29-4,0-1,-9 2,-2 1,-15 2,-2 2,-7 2,5-2,4 0,-2-2,9 0,2 6,-1-6,17 2,-17-3,8 0,-16 3,-1 1,-6 2,-2 1,5-8,-7 8,9-8,-6 9,4-6,1 5,-6-4,5 4,-5-2,3 0,-1 2,1-4,0 4,-1-5,4 3,-6-1,2-1,0 4,-1-5,4 5,-2-1,-3 2,-1 14,-3-5,-2 10,-1-7,-3-2,0 2,3 1,0 0,3 0,-2-3,-1 8,-3-10,3 10,-3-5,3-2,-3 4,0-6,0 4,0 0,0 0,0 3,-3-6,-3 2,-7 0,3-4,-5 7,5-5,-3 3,1 0,-1-3,3-1,-2-2,2-4,-2 3,-1-6,0 6,1-5,-6 2,4-3,-9 3,4 2,-15 5,-1-1,-10-2,0 3,14-9,-1 8,20-8,-2 2,2-3,2 3,-9 1,1-1,-24 5,3-6,-2 0,-3 1,-8-3,-8 0,28 0,18 0,-1 0,3 0,-1 0,0 0,-3 3,4-3,-15 8,-4-2,-14 6,0-1,9-4,3 1,13-7,3 6,4-4,3 1,-2 2,-1-3,3 3,-2 1,3 2,2-2,-5 3,2-1,-8 4,6-3,-2 2,7-8,-2 7,5 0,-2 3,6 1,0-3,0-1,0 4,0-5,6 3,1 0,0-3,4 2,-7-5,6 5,-1-5,-2 5,5-5,-2 2,13-2,14 0,-3-3,25-1,-21-3,26 0,-17 0,7 0,-18 0,-2-3,-10 2,0-6,0 2,1-3,-1 0,0 0,0-1,10 0,-8 4,8-4,23-1,-24 0,25-3,-34 9,-4-2,3 2,-9 0,3-2,-4 2,-3 1,5 0,-5 0,3-1,-1-2,1 2,-3 2,5 2,-5 0,2 0,4-3,-5-1,3 1,-4-3,3 5,-1-2,1 0,0 3,-1-6,1 5,3-2,-6 3,5 0,-5-2,2-2,4 1,-5 0,3 3,-4 0,3 0,-1 5,-2 0,-1 10,-2-5,-4 9,0-9,0 3,-2-1,4-2,-4 6,2-3,-6-3,-3 2,-4-2,0 3,-2-3,2-4,-3 0,1-6,-1 3,-5-3,-1 0,-14 0,-3 0,-8 0,-5 0,2 0,-2 0,-11 0,-1 0,11 0,3 0,-28 0,27 0,-4 0,26 0,-3 0,6 0,9 0,-3 3,4-2,-5 7,4-6,-10 7,-33 3,4 0,10 0,0 1,-13 1,-8 5,26-9,-5 0,24-2,4-4,9 2,-3 6,8-1,-5 5,6-4,0-2,6 6,-2-6,5 3,-2-1,-4-5,8 6,3-10,3 3,1-5,9 1,-6-2,31 0,-14 0,26 0,-17 0,17 0,-26 0,5 0,-19 0,-5 0,-1 0,-5-2,5-2,7-2,1-2,-1 5,-2-5,-4 7,0-5,4 2,-4-4,5 0,0 4,0 0,-4 1,0 2,-6-4,1 1,8-3,-7 0,7 3,-13-2,-1 6,3-9,-1 2,1 0,6-5,-1 5,0 0,0 1,-7 6,0-2,8 1,-2-2,4 0,-3 2,-4-1,0 2,0 0,-1 0,1 0,0 0,-1 0,1 0,0 0,-1 0,1 0,0 0,-1 0,4 0,-6 0,5 0,-5 0,3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1T12:02:07.82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ransparency" value="142"/>
      <inkml:brushProperty name="tip" value="rectangle"/>
      <inkml:brushProperty name="rasterOp" value="maskPen"/>
    </inkml:brush>
  </inkml:definitions>
  <inkml:trace contextRef="#ctx0" brushRef="#br0">1419 1,'13'46,"-4"1,-6-25,-3 1,0-13,0 0,0 4,-3-5,3 9,-6-8,5 0,-1 5,2-5,-3 6,-1-3,-5-3,2-1,-5 0,2-2,0 0,-4-1,6-3,-7 4,5-1,0 0,-2 1,3-1,-1 1,1 2,5 4,1 0,3 0,0-1,0-2,-3 3,3 0,-3 0,3-1,0 1,0 0,0 0,0 0,0-1,0 1,-3 0,0 0,-4-3,-2 2,2-5,-5 5,5-5,-5 0,2-2,0 2,-4-3,6 5,-7-9,5 6,-5-5,-1 2,-1-1,2-1,5 5,-2-3,2 4,-2-4,-1 0,0-3,1 0,-1 0,0 0,1-3,38-12,-17 9,29-11,-29 16,-3-4,6-5,-1 2,1-4,-2 6,2-3,-5 2,5-3,-31-2,8 10,-19-3,14 9,6-1,-2 2,3-1,-4 6,3-4,-2-2,2 4,0-3,-2 4,3-3,-1 1,-2 2,2-5,0 5,-2-6,2 4,-5 2,4-5,-4 5,3-6,1 4,-1-1,3 0,-1 1,-5 2,4-5,-1 2,-3 0,7-5,-10 5,9-3,-1-2,-5 4,4-4,-1 2,-3-3,4 3,-1-3,-5 3,8-3,-16 0,16 0,-9 0,9-6,2-1,29-3,-15 4,24 3,-24 3,-1-3,6-9,-4 6,1-8,-1 8,-3-1,12 0,-8 4,5 3,-55 3,13 2,-33 2,27 3,15-5,4-2,6 0,-3 3,2-1,-3 0,-2-2,7-2,-9 5,4-3,-1 4,-3-1,6 0,-4-2,2-1,3 0,-5-3,5 3,-3-3,-2 6,7-5,-6 8,4-6,0 1,-5-1,5-3,-3 0,-2 0,7 0,-6 0,-2 0,5 0,-4 0,3-3,2 2,-6-7,6 6,1-9,3 1,0-1,2-4,-2 5,33 3,-12 2,26 8,-17 2,10 4,11 2,1-1,3-1,-7-1,1 0,15 2,0 0,-9-2,-2-1,-2 0,-1 1,5 3,-1 0,-4-3,-2 0,-3-1,0 1,4-1,-2-1,18-5,5 6,-19-7,9 0,-6 0,26 0,-24 0,15 0,0 0,-14 0,14-5,-20 3,0-8,9 9,-7-4,17 5,-7-6,9 4,9-3,2 5,-16 0,4 0,7 0,0 0,-7 0,-2 0,2 0,-7 0,-10 0,-6 0,-17 0,-1 0,0 0,10 0,1 0,1 0,7 0,-7 0,0 0,-3 3,-9-2,-7 3,-3-4,-68-12,-6 2,4 0,-6-1,-1-1,-1 1,4 2,-2 0,-7-3,0 0,13 0,2 2,4 2,3-1,-19-10,27 11,14 1,13 6,0-2,-7 3,-3 0,-11 0,-3 0,-18 0,-3 0,-18 0,16 0,-5 0,19 0,14 0,4 0,15 0,2 0,-8 0,7-3,-4 0,-3-5,7 2,-21-9,1 5,-14-7,10 11,1-3,15 8,4-2,6 0,42-16,-16 7,33-11,-26 15,0 0,-5-2,-4 2,-6-2,0 4,-4-6,0 1,-5-7,0 4,0 1,0 1,0 2,0-2,0-1,0-3,0 5,3-4,-2 5,4-2,2 2,0-2,5 7,0-6,2 9,1-3,-5 2,2 2,4-2,-2 0,4 3,-5-3,-3 3,4 0,-3 0,2 3,-1 3,-5 1,5 3,-3-7,7 6,-6-8,2 8,3-3,11 3,1-2,6 2,-8-4,-6 2,4 1,-4-4,5 3,-5-3,-4 0,-3 2,-2-6,2 6,1-2,3 2,-3 1,8-4,-7 3,8-2,7 0,7 5,9 2,9 3,-16-3,5-1,-19-9,-5 2,-1-3,-5 0,-4 0,6 0,-1 3,7-2,-4 5,6-2,-4 3,5 1,9 2,3 0,0-4,-2 3,-10-4,-5 2,1-3,-6 2,-1-5,-2 4,-1-4,6 8,-6-5,5 5,-5 0,3-1,-1 4,1-2,-3 0,2-1,-2 0,2-2,-2 2,2-2,-2-4,3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951443-AC08-744C-B8B5-AD6C7F5A4C2B}" type="datetimeFigureOut">
              <a:rPr lang="x-none" smtClean="0"/>
              <a:t>7/7/2025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1FF18-2D5E-3E43-B8BA-F10C35008FA3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0144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D1FF18-2D5E-3E43-B8BA-F10C35008FA3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85084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1FF18-2D5E-3E43-B8BA-F10C35008FA3}" type="slidenum">
              <a:rPr lang="x-none" smtClean="0"/>
              <a:t>80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4787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43DB-818A-3ADB-E51A-A66BAAA42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DCAB5-802C-8947-3732-318664F19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65D10-DB3F-35D6-E68D-C879624B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41BC12F-48E7-4960-AEA2-0EBCE79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4716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E44C-B2B7-C794-4A1B-DD8B0817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791F-D6B9-F6EE-2E83-8FF9041D2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F213-45FE-E4AF-7C44-171F5E66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4362B-18BB-6A08-E161-3EE52CDB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DAB0-C82C-4201-A845-525E8020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6A82AF-14E9-0105-D563-CB6B6A9B31B5}"/>
              </a:ext>
            </a:extLst>
          </p:cNvPr>
          <p:cNvCxnSpPr/>
          <p:nvPr userDrawn="1"/>
        </p:nvCxnSpPr>
        <p:spPr>
          <a:xfrm>
            <a:off x="838200" y="113792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2057B777-AB58-D46E-80E6-788BED93D9F8}"/>
              </a:ext>
            </a:extLst>
          </p:cNvPr>
          <p:cNvGrpSpPr/>
          <p:nvPr userDrawn="1"/>
        </p:nvGrpSpPr>
        <p:grpSpPr>
          <a:xfrm>
            <a:off x="8610600" y="6342772"/>
            <a:ext cx="1536700" cy="354679"/>
            <a:chOff x="8610600" y="6342772"/>
            <a:chExt cx="1536700" cy="354679"/>
          </a:xfrm>
        </p:grpSpPr>
        <p:sp>
          <p:nvSpPr>
            <p:cNvPr id="9" name="Google Shape;106;p2">
              <a:extLst>
                <a:ext uri="{FF2B5EF4-FFF2-40B4-BE49-F238E27FC236}">
                  <a16:creationId xmlns:a16="http://schemas.microsoft.com/office/drawing/2014/main" id="{6EFB52CC-DDC0-8F4D-AE7F-CE48080D2384}"/>
                </a:ext>
              </a:extLst>
            </p:cNvPr>
            <p:cNvSpPr txBox="1"/>
            <p:nvPr userDrawn="1"/>
          </p:nvSpPr>
          <p:spPr>
            <a:xfrm>
              <a:off x="8676292" y="6342772"/>
              <a:ext cx="1471008" cy="354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kern="1200" dirty="0" err="1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Calibri"/>
                </a:rPr>
                <a:t>ECE@NSU</a:t>
              </a:r>
              <a:endParaRPr sz="1600" kern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" name="Google Shape;119;p2" descr="North South University Logo PNG Vector (AI) Free Download">
              <a:extLst>
                <a:ext uri="{FF2B5EF4-FFF2-40B4-BE49-F238E27FC236}">
                  <a16:creationId xmlns:a16="http://schemas.microsoft.com/office/drawing/2014/main" id="{C808AB1E-EBA5-C22B-A79D-88DA1F4CC109}"/>
                </a:ext>
              </a:extLst>
            </p:cNvPr>
            <p:cNvPicPr preferRelativeResize="0"/>
            <p:nvPr userDrawn="1"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10600" y="6392989"/>
              <a:ext cx="250674" cy="30446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DC4C31-BD83-4D50-B023-0FFC18F2DEED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85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FA4C-FCC4-A59C-DF06-9220F12E4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EA9C3-286C-3632-BBE0-C8035C2D5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7D05F-1B13-0DF4-DF7C-ED5283F8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4832648-A198-412B-95E3-AF449777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EE8F5BB-4856-462D-A85A-292B4CA9A22C}"/>
              </a:ext>
            </a:extLst>
          </p:cNvPr>
          <p:cNvGrpSpPr/>
          <p:nvPr userDrawn="1"/>
        </p:nvGrpSpPr>
        <p:grpSpPr>
          <a:xfrm>
            <a:off x="5165420" y="712649"/>
            <a:ext cx="1861159" cy="1835428"/>
            <a:chOff x="1482933" y="920206"/>
            <a:chExt cx="4050308" cy="405030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4BE8AB-3C57-4E53-9EBB-5EE4F24D9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2933" y="920206"/>
              <a:ext cx="4050308" cy="405030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70874E-B39F-4809-A70A-49E28BB0AFCD}"/>
                </a:ext>
              </a:extLst>
            </p:cNvPr>
            <p:cNvSpPr txBox="1"/>
            <p:nvPr/>
          </p:nvSpPr>
          <p:spPr>
            <a:xfrm>
              <a:off x="2580723" y="1108167"/>
              <a:ext cx="1866123" cy="163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CSE465		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6A67AC-9A4C-4518-B9AA-728A30D4FD4A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71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BE8A-7854-9F6A-0AE3-0D4F9754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BB425-0EA9-B60D-2951-E8DE7E99C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9AAF-3948-A6B8-400A-E7A457276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14160-F95A-CB44-7214-4B05653F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BE2A6D-0742-4A7A-3AEC-ECFDAA3942E9}"/>
              </a:ext>
            </a:extLst>
          </p:cNvPr>
          <p:cNvCxnSpPr/>
          <p:nvPr userDrawn="1"/>
        </p:nvCxnSpPr>
        <p:spPr>
          <a:xfrm>
            <a:off x="838200" y="113792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67EDD71-FFB9-4B7E-9016-D6ACD8FC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30998B-B44D-446F-864C-0ACF2BE57B38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23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6930-BFA3-988D-17AC-3372C2EB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B364-90EB-5B55-2F5F-5590CB9C4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57EF0-BB6B-E5C5-9E7F-612C91B0D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BC4C3-36FA-52D1-12A1-A005BD181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BED451-6E0C-4F46-1E55-E8890FCC3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C3563-7F76-44F7-D296-56DB77389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t>‹#›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12BF62A-57AC-416B-BD21-1EC823FC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 dirty="0"/>
              <a:t>CSE4</a:t>
            </a:r>
            <a:r>
              <a:rPr lang="en-US" dirty="0"/>
              <a:t>6</a:t>
            </a:r>
            <a:r>
              <a:rPr lang="x-none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C06311-576B-4D2C-A7B0-E2BBBB564F1A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6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CC26-F9E0-D5CA-7237-6AEF842D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D4F4F-DA5C-2B50-760C-CB0A1943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A47127-8883-BD6D-1DAC-25CC4AEDE93E}"/>
              </a:ext>
            </a:extLst>
          </p:cNvPr>
          <p:cNvCxnSpPr/>
          <p:nvPr userDrawn="1"/>
        </p:nvCxnSpPr>
        <p:spPr>
          <a:xfrm>
            <a:off x="838200" y="113792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EA4B0B2-C0D2-AD9C-DAB6-1C17FD57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lang="en-US" sz="1600" kern="12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767BD6-0134-8272-FBDA-728B6080E6BE}"/>
              </a:ext>
            </a:extLst>
          </p:cNvPr>
          <p:cNvGrpSpPr/>
          <p:nvPr userDrawn="1"/>
        </p:nvGrpSpPr>
        <p:grpSpPr>
          <a:xfrm>
            <a:off x="8610600" y="6342772"/>
            <a:ext cx="1536700" cy="354679"/>
            <a:chOff x="8610600" y="6342772"/>
            <a:chExt cx="1536700" cy="354679"/>
          </a:xfrm>
        </p:grpSpPr>
        <p:sp>
          <p:nvSpPr>
            <p:cNvPr id="8" name="Google Shape;106;p2">
              <a:extLst>
                <a:ext uri="{FF2B5EF4-FFF2-40B4-BE49-F238E27FC236}">
                  <a16:creationId xmlns:a16="http://schemas.microsoft.com/office/drawing/2014/main" id="{B31E5D9B-90CD-9D26-6A26-90AC828792C1}"/>
                </a:ext>
              </a:extLst>
            </p:cNvPr>
            <p:cNvSpPr txBox="1"/>
            <p:nvPr userDrawn="1"/>
          </p:nvSpPr>
          <p:spPr>
            <a:xfrm>
              <a:off x="8676292" y="6342772"/>
              <a:ext cx="1471008" cy="354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kern="1200" dirty="0" err="1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Calibri"/>
                </a:rPr>
                <a:t>ECE@NSU</a:t>
              </a:r>
              <a:endParaRPr sz="1600" kern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9" name="Google Shape;119;p2" descr="North South University Logo PNG Vector (AI) Free Download">
              <a:extLst>
                <a:ext uri="{FF2B5EF4-FFF2-40B4-BE49-F238E27FC236}">
                  <a16:creationId xmlns:a16="http://schemas.microsoft.com/office/drawing/2014/main" id="{5FF46690-BE3B-0813-FBE9-8DC2CFBF41CB}"/>
                </a:ext>
              </a:extLst>
            </p:cNvPr>
            <p:cNvPicPr preferRelativeResize="0"/>
            <p:nvPr userDrawn="1"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10600" y="6392989"/>
              <a:ext cx="250674" cy="304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A12F27-4B0C-45D7-BDD9-65788F07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061DFC-2EB8-4239-93C0-3F2F3B35C260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049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576F5-C911-7E12-4240-7D8F5134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algn="ctr"/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5A0E6-55F8-8DAC-EC85-633AE63F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900" y="6356350"/>
            <a:ext cx="977900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D4007E-738D-BEB4-941C-32AD85001609}"/>
              </a:ext>
            </a:extLst>
          </p:cNvPr>
          <p:cNvGrpSpPr/>
          <p:nvPr userDrawn="1"/>
        </p:nvGrpSpPr>
        <p:grpSpPr>
          <a:xfrm>
            <a:off x="8610600" y="6342772"/>
            <a:ext cx="1350055" cy="354679"/>
            <a:chOff x="8610600" y="6342772"/>
            <a:chExt cx="1350055" cy="354679"/>
          </a:xfrm>
        </p:grpSpPr>
        <p:sp>
          <p:nvSpPr>
            <p:cNvPr id="5" name="Google Shape;106;p2">
              <a:extLst>
                <a:ext uri="{FF2B5EF4-FFF2-40B4-BE49-F238E27FC236}">
                  <a16:creationId xmlns:a16="http://schemas.microsoft.com/office/drawing/2014/main" id="{5633735C-2526-BBB0-5F8D-4DCEDDCE25EA}"/>
                </a:ext>
              </a:extLst>
            </p:cNvPr>
            <p:cNvSpPr txBox="1"/>
            <p:nvPr userDrawn="1"/>
          </p:nvSpPr>
          <p:spPr>
            <a:xfrm>
              <a:off x="8676292" y="6342772"/>
              <a:ext cx="1284363" cy="354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kern="1200" dirty="0" err="1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Calibri"/>
                </a:rPr>
                <a:t>ECE@NSU</a:t>
              </a:r>
              <a:endParaRPr sz="1400" kern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6" name="Google Shape;119;p2" descr="North South University Logo PNG Vector (AI) Free Download">
              <a:extLst>
                <a:ext uri="{FF2B5EF4-FFF2-40B4-BE49-F238E27FC236}">
                  <a16:creationId xmlns:a16="http://schemas.microsoft.com/office/drawing/2014/main" id="{24FA8F7B-3521-9D30-1302-0440D7EBCE35}"/>
                </a:ext>
              </a:extLst>
            </p:cNvPr>
            <p:cNvPicPr preferRelativeResize="0"/>
            <p:nvPr userDrawn="1"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10600" y="6392989"/>
              <a:ext cx="250674" cy="304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5F7B56B-C6CC-464C-877D-8A10DDF8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7FAFD5-4307-40A0-9B8B-0DB4373093A3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49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FA18-CD3B-41CE-CACA-51C087EB6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9EB9A-13CD-A919-9F16-3CBBAC275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4D021-9933-DB3A-E3F2-C89859ABF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611B1-690F-38BD-3CCE-A0C72D67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F13803-2B58-4AAA-8A04-BDF90717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A6B481-EF56-4E66-A621-6D5557D4BE0D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41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C234-0FF4-8580-431B-7A4805618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4652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3F817-6B38-890C-46EB-8F1B5E9E3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02880" y="987425"/>
            <a:ext cx="3552508" cy="48815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8D954-2D7C-DFB4-2490-D437624AB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64652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21744-0A72-B160-DE05-43F04733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5DA0E15-7D3C-467B-98D1-D8584D11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72C4A0-40B3-4D8B-9D89-D398108FC44B}"/>
              </a:ext>
            </a:extLst>
          </p:cNvPr>
          <p:cNvCxnSpPr/>
          <p:nvPr userDrawn="1"/>
        </p:nvCxnSpPr>
        <p:spPr>
          <a:xfrm>
            <a:off x="838200" y="6248400"/>
            <a:ext cx="1051560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36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27669-75A4-FD33-F1BE-91DBBCE0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15FB-849D-2F98-0180-F176B444B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040"/>
            <a:ext cx="10515600" cy="4967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D475E-0B9B-FA99-2338-F49D6F192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0C478E-BB6C-D845-A294-63FF2C74C133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2EAF156-8F57-7B34-F221-94EB6B20E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62700"/>
            <a:ext cx="658876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CSE465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0915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customXml" Target="../ink/ink9.xml"/><Relationship Id="rId12" Type="http://schemas.openxmlformats.org/officeDocument/2006/relationships/image" Target="../media/image12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1.emf"/><Relationship Id="rId4" Type="http://schemas.openxmlformats.org/officeDocument/2006/relationships/image" Target="../media/image12.png"/><Relationship Id="rId9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14.png"/><Relationship Id="rId4" Type="http://schemas.openxmlformats.org/officeDocument/2006/relationships/customXml" Target="../ink/ink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14.png"/><Relationship Id="rId4" Type="http://schemas.openxmlformats.org/officeDocument/2006/relationships/customXml" Target="../ink/ink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16.png"/><Relationship Id="rId7" Type="http://schemas.openxmlformats.org/officeDocument/2006/relationships/image" Target="../media/image15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customXml" Target="../ink/ink19.xml"/><Relationship Id="rId9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411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9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think/topics/gradient-descent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4" Type="http://schemas.openxmlformats.org/officeDocument/2006/relationships/image" Target="../media/image64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3" Type="http://schemas.openxmlformats.org/officeDocument/2006/relationships/image" Target="../media/image700.png"/><Relationship Id="rId7" Type="http://schemas.openxmlformats.org/officeDocument/2006/relationships/image" Target="../media/image66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0.png"/><Relationship Id="rId5" Type="http://schemas.openxmlformats.org/officeDocument/2006/relationships/image" Target="../media/image711.png"/><Relationship Id="rId4" Type="http://schemas.openxmlformats.org/officeDocument/2006/relationships/image" Target="../media/image630.png"/><Relationship Id="rId9" Type="http://schemas.openxmlformats.org/officeDocument/2006/relationships/image" Target="../media/image68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30.png"/><Relationship Id="rId7" Type="http://schemas.openxmlformats.org/officeDocument/2006/relationships/image" Target="../media/image660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11.png"/><Relationship Id="rId4" Type="http://schemas.openxmlformats.org/officeDocument/2006/relationships/image" Target="../media/image74.png"/><Relationship Id="rId9" Type="http://schemas.openxmlformats.org/officeDocument/2006/relationships/image" Target="../media/image68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74.png"/><Relationship Id="rId7" Type="http://schemas.openxmlformats.org/officeDocument/2006/relationships/image" Target="../media/image76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75.png"/><Relationship Id="rId4" Type="http://schemas.openxmlformats.org/officeDocument/2006/relationships/image" Target="../media/image711.png"/><Relationship Id="rId9" Type="http://schemas.openxmlformats.org/officeDocument/2006/relationships/image" Target="../media/image8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collections/machine-learn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0" y="2409616"/>
            <a:ext cx="5200566" cy="147002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/>
              <a:t>Topic </a:t>
            </a:r>
            <a:br>
              <a:rPr lang="en-US" sz="3200" dirty="0"/>
            </a:br>
            <a:r>
              <a:rPr lang="en-US" sz="3200" dirty="0"/>
              <a:t>Multi-layer </a:t>
            </a:r>
            <a:r>
              <a:rPr lang="en-US" sz="2800" dirty="0"/>
              <a:t>Perceptron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0C9041-0C2E-42D3-BFEF-B043D76F49A0}"/>
              </a:ext>
            </a:extLst>
          </p:cNvPr>
          <p:cNvSpPr/>
          <p:nvPr/>
        </p:nvSpPr>
        <p:spPr>
          <a:xfrm>
            <a:off x="-3312" y="0"/>
            <a:ext cx="1979712" cy="68580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20BE46-8311-4BE3-AA52-236321784CD6}"/>
              </a:ext>
            </a:extLst>
          </p:cNvPr>
          <p:cNvSpPr/>
          <p:nvPr/>
        </p:nvSpPr>
        <p:spPr>
          <a:xfrm>
            <a:off x="12012488" y="3054903"/>
            <a:ext cx="179512" cy="4320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41ED2B-E9AA-4D7A-8C32-54198D1F226B}"/>
              </a:ext>
            </a:extLst>
          </p:cNvPr>
          <p:cNvSpPr/>
          <p:nvPr/>
        </p:nvSpPr>
        <p:spPr>
          <a:xfrm>
            <a:off x="11772491" y="3054903"/>
            <a:ext cx="139824" cy="4320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F1356-287C-4BEE-841E-59850EF2E18E}"/>
              </a:ext>
            </a:extLst>
          </p:cNvPr>
          <p:cNvSpPr/>
          <p:nvPr/>
        </p:nvSpPr>
        <p:spPr>
          <a:xfrm>
            <a:off x="11539677" y="3054903"/>
            <a:ext cx="139824" cy="4320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876CD-99B3-4C2D-9446-971A546A45DF}"/>
              </a:ext>
            </a:extLst>
          </p:cNvPr>
          <p:cNvSpPr/>
          <p:nvPr/>
        </p:nvSpPr>
        <p:spPr>
          <a:xfrm>
            <a:off x="1222626" y="1136032"/>
            <a:ext cx="4161032" cy="40171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83F18-BCE1-4103-8E10-2724C3F83423}"/>
              </a:ext>
            </a:extLst>
          </p:cNvPr>
          <p:cNvSpPr txBox="1"/>
          <p:nvPr/>
        </p:nvSpPr>
        <p:spPr>
          <a:xfrm>
            <a:off x="2160452" y="5429170"/>
            <a:ext cx="5301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CSE465: Pattern Recognition and Neural Network</a:t>
            </a:r>
          </a:p>
          <a:p>
            <a:r>
              <a:rPr lang="en-US" dirty="0"/>
              <a:t>Sec: 1</a:t>
            </a:r>
          </a:p>
          <a:p>
            <a:r>
              <a:rPr lang="en-US" dirty="0"/>
              <a:t>Summer 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08A63F-6550-4CF3-A043-D34CCABAAE61}"/>
              </a:ext>
            </a:extLst>
          </p:cNvPr>
          <p:cNvGrpSpPr/>
          <p:nvPr/>
        </p:nvGrpSpPr>
        <p:grpSpPr>
          <a:xfrm>
            <a:off x="1648965" y="1608675"/>
            <a:ext cx="3308354" cy="3071908"/>
            <a:chOff x="1482933" y="1072704"/>
            <a:chExt cx="4050308" cy="4050308"/>
          </a:xfrm>
          <a:effectLst>
            <a:glow rad="101600">
              <a:schemeClr val="bg2">
                <a:lumMod val="75000"/>
                <a:alpha val="60000"/>
              </a:schemeClr>
            </a:glow>
          </a:effectLst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07AC3AB-FEF3-485E-9357-A03312624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2933" y="1072704"/>
              <a:ext cx="4050308" cy="405030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7DEB8A-F0AE-4564-AB99-A2DF51E7AD26}"/>
                </a:ext>
              </a:extLst>
            </p:cNvPr>
            <p:cNvSpPr txBox="1"/>
            <p:nvPr/>
          </p:nvSpPr>
          <p:spPr>
            <a:xfrm>
              <a:off x="2652844" y="1230085"/>
              <a:ext cx="1866122" cy="1582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CSE465		</a:t>
              </a: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20C39B-788A-4854-89FC-127985066C4E}"/>
              </a:ext>
            </a:extLst>
          </p:cNvPr>
          <p:cNvCxnSpPr>
            <a:cxnSpLocks/>
          </p:cNvCxnSpPr>
          <p:nvPr/>
        </p:nvCxnSpPr>
        <p:spPr>
          <a:xfrm>
            <a:off x="6185043" y="3287730"/>
            <a:ext cx="13356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71882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56C2-D731-4988-8F51-4C398307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Today’s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9599F-61E8-4A3C-95F7-51A3455B3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Multi layer perceptron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Problems with Perceptron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MLP Notation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Forward Propagation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Loss function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Gradient Descent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Backpropagation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099C7-47D0-46D2-BA23-A650B0B8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66683-4AD3-479A-9111-9E1AF316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</a:t>
            </a:fld>
            <a:endParaRPr lang="x-non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5A5ABE-8340-4AB8-BC35-C08DDA1F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x-none" dirty="0">
                <a:solidFill>
                  <a:schemeClr val="accent6">
                    <a:lumMod val="75000"/>
                  </a:schemeClr>
                </a:solidFill>
              </a:rPr>
              <a:t>CSE4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x-none" dirty="0">
                <a:solidFill>
                  <a:schemeClr val="accent6">
                    <a:lumMod val="7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8803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00343-1F17-4814-A746-86E9B3AB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 of a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EF08D-673B-4B62-B3B6-D618012E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only with linear or “sort-of” linear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Solution: </a:t>
            </a:r>
          </a:p>
          <a:p>
            <a:pPr lvl="1"/>
            <a:r>
              <a:rPr lang="en-US" dirty="0"/>
              <a:t>Multi-layer Perceptron (a.k.a. Artificial </a:t>
            </a:r>
            <a:r>
              <a:rPr lang="en-US"/>
              <a:t>Neural Network)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9DEA2-2472-4FD1-834F-5D5CADD4F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26CE0-1CFD-459E-9B00-1B41578F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9660F-37BC-4C32-9679-91C8B549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</a:t>
            </a:fld>
            <a:endParaRPr lang="x-non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C8A357-CAFA-0F49-4BC8-6C59E19CA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8658"/>
            <a:ext cx="6873879" cy="24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2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677A-4199-E81F-A93C-4444A641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The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AC01F-CC1C-CFF7-280A-EBE64851D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857B-DFD5-C96B-94E3-32E96179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6DC15-455D-4F16-4246-F870E8BE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</a:t>
            </a:fld>
            <a:endParaRPr lang="x-none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EFC2E16-712E-F8F9-FF64-14DD0E3EE055}"/>
              </a:ext>
            </a:extLst>
          </p:cNvPr>
          <p:cNvGrpSpPr/>
          <p:nvPr/>
        </p:nvGrpSpPr>
        <p:grpSpPr>
          <a:xfrm>
            <a:off x="1218127" y="1273877"/>
            <a:ext cx="3833446" cy="2950820"/>
            <a:chOff x="1529862" y="1550841"/>
            <a:chExt cx="3833446" cy="295082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34C6728-75E5-83A0-578B-9F195B0B645E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A4376A7-B582-995A-3212-D625C955AB46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2A443B8-9189-4C52-AEDB-78D9A911F6FA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1D55150-7D83-5974-019C-D89C5CA48C93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7F57EC4-16B2-B291-CECB-42C76ED05F91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A246817-6508-3ADD-5A08-45D6B4FFD721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AB014C-BF9F-CB3A-7979-5C6F0B814899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EFC1664-7AAB-0D83-FD97-F60341515200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88EBAD0-BEFA-B729-6752-2AD75EAF918E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9879F93-17A9-74BE-A779-A549854B18CF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DAB9A1-5881-6633-1694-8856D91E7FCA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B1B80F-CE20-3900-B1B6-CF0EEE4947CA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19D055C-B77F-EF0E-F74D-E7CA744BAFF4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0CF8B19-1CC5-DF4D-6FE4-A8A7301CCABC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C05CDD0-D000-8814-12C1-734858653836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8476D83-6466-CE76-8C5F-4380296D09C6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CF23A14-0626-C317-6964-3A7B1A6CD05E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268CCB-0F17-315F-4E53-44E7FEA8F31D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247330C-95F8-F0C4-0EED-504F5C47639E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DACB73A-45D6-4555-B0AC-EF2548B5653B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2327D99-EF77-B528-870D-4A8D9BF463BD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DE9F6C8-09F1-D8B0-457D-0CE54F756EF4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A2553AD-0D4B-AB07-6FEE-4609F60BC20E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FA48459-AA0E-4558-1F37-8AF324D13137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79281CE-4FE5-D5EC-88F2-FE8EDECF537A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702FCA1-8CD9-153A-51AF-E833413F1BAF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332A0D1-064D-48A7-B181-914BDB7312BA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F6D08D4-5EC4-4E01-3821-14C46A5CAA28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6910CAB-D57D-BBEC-98AA-C2080932FBFB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AC474EC-F136-85BA-0995-F840E8787383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4968AC1-2072-A28C-A9F2-79AFD7210205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84E1F30-7832-3C3D-AF47-B8C1FCCDEA9A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4B68361-6123-8213-5391-E3C3262D39E2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68EE713-BE0F-9685-C5CA-9FED314B887C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01081BE-3227-AA34-7E29-BC83F07D57C9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DB790D5-FC87-6E3E-E390-DF042580FA52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205C257-5A0C-E3ED-3073-DCF4789BDBB7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3F80CA9-1EC6-36AF-E014-794C06D48DAF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F1EBACE-3757-53B5-6B1F-59B82D1F1FE1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A27B9E7-3567-2D56-502A-2ABFF2E08172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5561DBE-2FB3-B63C-B7E9-A1B8639CF2C9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8A7C09E-3CC3-9DCE-6A04-1BA21158EBD0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4FB14A7-EB41-922B-DFDD-9AFF325DB899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922116-4DE1-4017-D45A-0415C43E25DC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A2025F9-0392-91A3-CE02-9851C5AB7BE2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9FA470-5385-E00A-E0E2-B3B8341DBFC2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2BD0240-1F11-2B51-4E13-303A1FF864A0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B54F055-FB80-F0C7-7A3E-ABD7D440736C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6B9A049-C9FC-1197-981E-4AE2BDA8D91C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1D24709-7C26-8AC3-6838-E889C85B7F90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0FEA5B3-556C-57E7-335F-CD464F5208FE}"/>
              </a:ext>
            </a:extLst>
          </p:cNvPr>
          <p:cNvGrpSpPr/>
          <p:nvPr/>
        </p:nvGrpSpPr>
        <p:grpSpPr>
          <a:xfrm>
            <a:off x="6851297" y="1270799"/>
            <a:ext cx="3833446" cy="2953898"/>
            <a:chOff x="6838193" y="1517979"/>
            <a:chExt cx="3833446" cy="2953898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16106DBF-C4D4-CD35-7F58-734AEF4CE597}"/>
                </a:ext>
              </a:extLst>
            </p:cNvPr>
            <p:cNvGrpSpPr/>
            <p:nvPr/>
          </p:nvGrpSpPr>
          <p:grpSpPr>
            <a:xfrm>
              <a:off x="6838193" y="1517979"/>
              <a:ext cx="3833446" cy="2953898"/>
              <a:chOff x="1529862" y="1547763"/>
              <a:chExt cx="3833446" cy="2953898"/>
            </a:xfrm>
          </p:grpSpPr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67EC85EA-EF08-DFA5-3AC8-1ACF5B0450DB}"/>
                  </a:ext>
                </a:extLst>
              </p:cNvPr>
              <p:cNvSpPr/>
              <p:nvPr/>
            </p:nvSpPr>
            <p:spPr>
              <a:xfrm rot="20614741">
                <a:off x="3221055" y="1547763"/>
                <a:ext cx="1449231" cy="1911117"/>
              </a:xfrm>
              <a:custGeom>
                <a:avLst/>
                <a:gdLst>
                  <a:gd name="connsiteX0" fmla="*/ 90906 w 206653"/>
                  <a:gd name="connsiteY0" fmla="*/ 0 h 1169043"/>
                  <a:gd name="connsiteX1" fmla="*/ 206653 w 206653"/>
                  <a:gd name="connsiteY1" fmla="*/ 1169043 h 1169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6653" h="1169043">
                    <a:moveTo>
                      <a:pt x="90906" y="0"/>
                    </a:moveTo>
                    <a:cubicBezTo>
                      <a:pt x="-2656" y="480349"/>
                      <a:pt x="-96218" y="960699"/>
                      <a:pt x="206653" y="116904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dirty="0"/>
              </a:p>
            </p:txBody>
          </p: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1CA93DA-5719-48AC-FA5D-B1049E647719}"/>
                  </a:ext>
                </a:extLst>
              </p:cNvPr>
              <p:cNvGrpSpPr/>
              <p:nvPr/>
            </p:nvGrpSpPr>
            <p:grpSpPr>
              <a:xfrm>
                <a:off x="1529862" y="1550841"/>
                <a:ext cx="3833446" cy="2950820"/>
                <a:chOff x="1529862" y="1550841"/>
                <a:chExt cx="3833446" cy="2950820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4F8FF3DC-D49E-5164-A246-8A81B6D2BDEE}"/>
                    </a:ext>
                  </a:extLst>
                </p:cNvPr>
                <p:cNvGrpSpPr/>
                <p:nvPr/>
              </p:nvGrpSpPr>
              <p:grpSpPr>
                <a:xfrm>
                  <a:off x="1529862" y="2022230"/>
                  <a:ext cx="3833446" cy="2479431"/>
                  <a:chOff x="1529862" y="2022230"/>
                  <a:chExt cx="3833446" cy="2479431"/>
                </a:xfrm>
              </p:grpSpPr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E2F26A87-CF7E-0A7D-0A0A-B41BA3F59000}"/>
                      </a:ext>
                    </a:extLst>
                  </p:cNvPr>
                  <p:cNvCxnSpPr/>
                  <p:nvPr/>
                </p:nvCxnSpPr>
                <p:spPr>
                  <a:xfrm>
                    <a:off x="1776046" y="2022230"/>
                    <a:ext cx="0" cy="247943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D689D337-5374-4469-D8C3-25274CB916A6}"/>
                      </a:ext>
                    </a:extLst>
                  </p:cNvPr>
                  <p:cNvCxnSpPr/>
                  <p:nvPr/>
                </p:nvCxnSpPr>
                <p:spPr>
                  <a:xfrm>
                    <a:off x="1529862" y="4167554"/>
                    <a:ext cx="3833446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75A1D5C2-4691-95C4-DB5E-64F3851D97BE}"/>
                    </a:ext>
                  </a:extLst>
                </p:cNvPr>
                <p:cNvSpPr/>
                <p:nvPr/>
              </p:nvSpPr>
              <p:spPr>
                <a:xfrm>
                  <a:off x="2675681" y="2503322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FD8DE2A1-8980-1C3E-CDEE-58407E9ECDBC}"/>
                    </a:ext>
                  </a:extLst>
                </p:cNvPr>
                <p:cNvSpPr/>
                <p:nvPr/>
              </p:nvSpPr>
              <p:spPr>
                <a:xfrm>
                  <a:off x="2629383" y="2842846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89DCF0D3-A779-09E8-026D-D59C1E6B6B7F}"/>
                    </a:ext>
                  </a:extLst>
                </p:cNvPr>
                <p:cNvSpPr/>
                <p:nvPr/>
              </p:nvSpPr>
              <p:spPr>
                <a:xfrm>
                  <a:off x="2900756" y="2896806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5F736B8E-E6C0-555B-0A50-C21604AF5F6F}"/>
                    </a:ext>
                  </a:extLst>
                </p:cNvPr>
                <p:cNvSpPr/>
                <p:nvPr/>
              </p:nvSpPr>
              <p:spPr>
                <a:xfrm>
                  <a:off x="2787737" y="1938942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EA035342-E3D1-7321-AD9D-CE6BB4F36415}"/>
                    </a:ext>
                  </a:extLst>
                </p:cNvPr>
                <p:cNvSpPr/>
                <p:nvPr/>
              </p:nvSpPr>
              <p:spPr>
                <a:xfrm>
                  <a:off x="3353988" y="3171945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9C49272F-9D3B-F5CE-0DE4-D3CA1399AF60}"/>
                    </a:ext>
                  </a:extLst>
                </p:cNvPr>
                <p:cNvSpPr/>
                <p:nvPr/>
              </p:nvSpPr>
              <p:spPr>
                <a:xfrm>
                  <a:off x="2825521" y="3345046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64FABB21-69EB-2FDC-CC24-32DD6ED7881E}"/>
                    </a:ext>
                  </a:extLst>
                </p:cNvPr>
                <p:cNvSpPr/>
                <p:nvPr/>
              </p:nvSpPr>
              <p:spPr>
                <a:xfrm>
                  <a:off x="3790450" y="3402732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BBB1E101-AE0B-B2F7-B9EF-3B07618F605F}"/>
                    </a:ext>
                  </a:extLst>
                </p:cNvPr>
                <p:cNvSpPr/>
                <p:nvPr/>
              </p:nvSpPr>
              <p:spPr>
                <a:xfrm>
                  <a:off x="3288010" y="3453745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D413B0C0-C9E9-A86A-CB41-00F74ECE0433}"/>
                    </a:ext>
                  </a:extLst>
                </p:cNvPr>
                <p:cNvSpPr/>
                <p:nvPr/>
              </p:nvSpPr>
              <p:spPr>
                <a:xfrm>
                  <a:off x="2675850" y="3027300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292C136A-C333-6396-FD1F-10B2C1C092C8}"/>
                    </a:ext>
                  </a:extLst>
                </p:cNvPr>
                <p:cNvSpPr/>
                <p:nvPr/>
              </p:nvSpPr>
              <p:spPr>
                <a:xfrm>
                  <a:off x="2934183" y="3147646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7AAD2C49-C8F2-C461-98C9-607414F7EAF1}"/>
                    </a:ext>
                  </a:extLst>
                </p:cNvPr>
                <p:cNvSpPr/>
                <p:nvPr/>
              </p:nvSpPr>
              <p:spPr>
                <a:xfrm>
                  <a:off x="3195413" y="3290438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67BF5F2F-1900-8997-7856-B1CE05F76048}"/>
                    </a:ext>
                  </a:extLst>
                </p:cNvPr>
                <p:cNvSpPr/>
                <p:nvPr/>
              </p:nvSpPr>
              <p:spPr>
                <a:xfrm>
                  <a:off x="2871820" y="3512954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5AEFDBCA-E047-E67E-9162-AD8CE255722D}"/>
                    </a:ext>
                  </a:extLst>
                </p:cNvPr>
                <p:cNvSpPr/>
                <p:nvPr/>
              </p:nvSpPr>
              <p:spPr>
                <a:xfrm>
                  <a:off x="3131917" y="3590293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D989CB98-D11C-BC9E-AB0A-4825FCA414A5}"/>
                    </a:ext>
                  </a:extLst>
                </p:cNvPr>
                <p:cNvSpPr/>
                <p:nvPr/>
              </p:nvSpPr>
              <p:spPr>
                <a:xfrm>
                  <a:off x="2375241" y="3171945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EC506A11-0CED-8395-DA52-61434CC37D7B}"/>
                    </a:ext>
                  </a:extLst>
                </p:cNvPr>
                <p:cNvSpPr/>
                <p:nvPr/>
              </p:nvSpPr>
              <p:spPr>
                <a:xfrm>
                  <a:off x="2629383" y="3261945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A30BEBAC-2597-3C42-9B58-BDDEDC213C33}"/>
                    </a:ext>
                  </a:extLst>
                </p:cNvPr>
                <p:cNvSpPr/>
                <p:nvPr/>
              </p:nvSpPr>
              <p:spPr>
                <a:xfrm>
                  <a:off x="3178216" y="3080424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0336D8EC-D87C-2FC9-A165-FD4144E813F0}"/>
                    </a:ext>
                  </a:extLst>
                </p:cNvPr>
                <p:cNvSpPr/>
                <p:nvPr/>
              </p:nvSpPr>
              <p:spPr>
                <a:xfrm>
                  <a:off x="2828081" y="2655722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B97BE67E-4298-AB20-B652-A5C7EE0EEAEA}"/>
                    </a:ext>
                  </a:extLst>
                </p:cNvPr>
                <p:cNvSpPr/>
                <p:nvPr/>
              </p:nvSpPr>
              <p:spPr>
                <a:xfrm>
                  <a:off x="2918118" y="2382363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3C9F465E-DD35-A803-617C-8F7946E70FE2}"/>
                    </a:ext>
                  </a:extLst>
                </p:cNvPr>
                <p:cNvSpPr/>
                <p:nvPr/>
              </p:nvSpPr>
              <p:spPr>
                <a:xfrm>
                  <a:off x="3062137" y="2806824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C9A70E80-4E25-4E3D-DC6B-ED48D6AAE604}"/>
                    </a:ext>
                  </a:extLst>
                </p:cNvPr>
                <p:cNvSpPr/>
                <p:nvPr/>
              </p:nvSpPr>
              <p:spPr>
                <a:xfrm>
                  <a:off x="3019371" y="3357732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BAF196B0-BBF2-8D73-B3BF-300E3AF15AE1}"/>
                    </a:ext>
                  </a:extLst>
                </p:cNvPr>
                <p:cNvSpPr/>
                <p:nvPr/>
              </p:nvSpPr>
              <p:spPr>
                <a:xfrm>
                  <a:off x="3576879" y="3287173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0AE8E86A-AF6D-32A8-E94D-0788822A1140}"/>
                    </a:ext>
                  </a:extLst>
                </p:cNvPr>
                <p:cNvSpPr/>
                <p:nvPr/>
              </p:nvSpPr>
              <p:spPr>
                <a:xfrm>
                  <a:off x="2916988" y="1550841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A04F0564-7A9A-F443-1D63-40878A8A5F80}"/>
                    </a:ext>
                  </a:extLst>
                </p:cNvPr>
                <p:cNvSpPr/>
                <p:nvPr/>
              </p:nvSpPr>
              <p:spPr>
                <a:xfrm>
                  <a:off x="3115686" y="1884708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553DAD0E-B890-57F6-7B4D-D325EA2F8D43}"/>
                    </a:ext>
                  </a:extLst>
                </p:cNvPr>
                <p:cNvSpPr/>
                <p:nvPr/>
              </p:nvSpPr>
              <p:spPr>
                <a:xfrm>
                  <a:off x="3069388" y="2525043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E8C1A760-6EE3-B997-5AFF-6FD681C7C0BC}"/>
                    </a:ext>
                  </a:extLst>
                </p:cNvPr>
                <p:cNvSpPr/>
                <p:nvPr/>
              </p:nvSpPr>
              <p:spPr>
                <a:xfrm>
                  <a:off x="2967311" y="2087812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5E111CD2-5A3B-9025-D0AB-C554F73BA1E5}"/>
                    </a:ext>
                  </a:extLst>
                </p:cNvPr>
                <p:cNvSpPr/>
                <p:nvPr/>
              </p:nvSpPr>
              <p:spPr>
                <a:xfrm>
                  <a:off x="3511590" y="3579750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1343B1E5-C5B2-4AE2-F789-C3528D529A15}"/>
                    </a:ext>
                  </a:extLst>
                </p:cNvPr>
                <p:cNvSpPr/>
                <p:nvPr/>
              </p:nvSpPr>
              <p:spPr>
                <a:xfrm>
                  <a:off x="3703381" y="3706353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C9270C20-6F2F-CBA6-2200-6D7A178CB014}"/>
                    </a:ext>
                  </a:extLst>
                </p:cNvPr>
                <p:cNvSpPr/>
                <p:nvPr/>
              </p:nvSpPr>
              <p:spPr>
                <a:xfrm>
                  <a:off x="3987186" y="3583558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569624D2-873C-F06F-0BF6-037BD4AAD377}"/>
                    </a:ext>
                  </a:extLst>
                </p:cNvPr>
                <p:cNvSpPr/>
                <p:nvPr/>
              </p:nvSpPr>
              <p:spPr>
                <a:xfrm>
                  <a:off x="4161307" y="3562049"/>
                  <a:ext cx="92597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49B52D01-9671-D7EF-93BA-728302EB052C}"/>
                    </a:ext>
                  </a:extLst>
                </p:cNvPr>
                <p:cNvSpPr/>
                <p:nvPr/>
              </p:nvSpPr>
              <p:spPr>
                <a:xfrm>
                  <a:off x="3464171" y="2207982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490E30D9-D273-7CE8-CA89-D9803F09DC59}"/>
                    </a:ext>
                  </a:extLst>
                </p:cNvPr>
                <p:cNvSpPr/>
                <p:nvPr/>
              </p:nvSpPr>
              <p:spPr>
                <a:xfrm>
                  <a:off x="3530580" y="2472901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B8D56821-5F6E-4B64-E560-095AFDB1DF48}"/>
                    </a:ext>
                  </a:extLst>
                </p:cNvPr>
                <p:cNvSpPr/>
                <p:nvPr/>
              </p:nvSpPr>
              <p:spPr>
                <a:xfrm>
                  <a:off x="3430782" y="2640008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82032EDC-C4E8-7EE1-1356-44ED66DAFE2E}"/>
                    </a:ext>
                  </a:extLst>
                </p:cNvPr>
                <p:cNvSpPr/>
                <p:nvPr/>
              </p:nvSpPr>
              <p:spPr>
                <a:xfrm>
                  <a:off x="3453631" y="2896244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E2014974-6957-2356-2F1D-60187182F6C6}"/>
                    </a:ext>
                  </a:extLst>
                </p:cNvPr>
                <p:cNvSpPr/>
                <p:nvPr/>
              </p:nvSpPr>
              <p:spPr>
                <a:xfrm>
                  <a:off x="3606023" y="2744962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87715659-BBF9-47C4-332D-5B09F7811C1D}"/>
                    </a:ext>
                  </a:extLst>
                </p:cNvPr>
                <p:cNvSpPr/>
                <p:nvPr/>
              </p:nvSpPr>
              <p:spPr>
                <a:xfrm>
                  <a:off x="3385663" y="2435043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AB058FD0-0B1C-51E7-8EAF-B8D662AD3199}"/>
                    </a:ext>
                  </a:extLst>
                </p:cNvPr>
                <p:cNvSpPr/>
                <p:nvPr/>
              </p:nvSpPr>
              <p:spPr>
                <a:xfrm>
                  <a:off x="3679112" y="2333708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0BD29F59-C79A-0C9A-B699-48BCFA709F66}"/>
                    </a:ext>
                  </a:extLst>
                </p:cNvPr>
                <p:cNvSpPr/>
                <p:nvPr/>
              </p:nvSpPr>
              <p:spPr>
                <a:xfrm>
                  <a:off x="3703380" y="2904928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55C54D03-A7C6-23AA-B8A2-F004C674DF12}"/>
                    </a:ext>
                  </a:extLst>
                </p:cNvPr>
                <p:cNvSpPr/>
                <p:nvPr/>
              </p:nvSpPr>
              <p:spPr>
                <a:xfrm>
                  <a:off x="3576879" y="1971647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2D0263EC-707E-D891-8AE6-465B22FBACDF}"/>
                    </a:ext>
                  </a:extLst>
                </p:cNvPr>
                <p:cNvSpPr/>
                <p:nvPr/>
              </p:nvSpPr>
              <p:spPr>
                <a:xfrm>
                  <a:off x="3729279" y="2124047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63235E40-91BB-4C78-02EF-EB21BFEC2CFF}"/>
                    </a:ext>
                  </a:extLst>
                </p:cNvPr>
                <p:cNvSpPr/>
                <p:nvPr/>
              </p:nvSpPr>
              <p:spPr>
                <a:xfrm>
                  <a:off x="3881679" y="2276447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38B416DB-2F9A-6DAA-E22E-33B5715C3049}"/>
                    </a:ext>
                  </a:extLst>
                </p:cNvPr>
                <p:cNvSpPr/>
                <p:nvPr/>
              </p:nvSpPr>
              <p:spPr>
                <a:xfrm>
                  <a:off x="3765021" y="2580547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EED4F805-29BE-966E-7020-AFE7DBDB16B5}"/>
                    </a:ext>
                  </a:extLst>
                </p:cNvPr>
                <p:cNvSpPr/>
                <p:nvPr/>
              </p:nvSpPr>
              <p:spPr>
                <a:xfrm>
                  <a:off x="4029503" y="2465896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5CD7A0AB-F7F0-401C-5001-85CDB16DC8FB}"/>
                    </a:ext>
                  </a:extLst>
                </p:cNvPr>
                <p:cNvSpPr/>
                <p:nvPr/>
              </p:nvSpPr>
              <p:spPr>
                <a:xfrm>
                  <a:off x="3932801" y="2782299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1B93DCAF-DDEB-FFEE-D479-45E601435A30}"/>
                    </a:ext>
                  </a:extLst>
                </p:cNvPr>
                <p:cNvSpPr/>
                <p:nvPr/>
              </p:nvSpPr>
              <p:spPr>
                <a:xfrm>
                  <a:off x="4132643" y="2670547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A2FD595A-293B-02C6-9DED-94BA85674AF9}"/>
                    </a:ext>
                  </a:extLst>
                </p:cNvPr>
                <p:cNvSpPr/>
                <p:nvPr/>
              </p:nvSpPr>
              <p:spPr>
                <a:xfrm>
                  <a:off x="3972882" y="2995751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042EC65B-190B-3FA5-9F46-2721A4DCADE0}"/>
                    </a:ext>
                  </a:extLst>
                </p:cNvPr>
                <p:cNvSpPr/>
                <p:nvPr/>
              </p:nvSpPr>
              <p:spPr>
                <a:xfrm>
                  <a:off x="4206429" y="2872299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71958625-9BC7-9894-2C4A-1261A2766C64}"/>
                    </a:ext>
                  </a:extLst>
                </p:cNvPr>
                <p:cNvSpPr/>
                <p:nvPr/>
              </p:nvSpPr>
              <p:spPr>
                <a:xfrm>
                  <a:off x="4225721" y="3081908"/>
                  <a:ext cx="92597" cy="90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/>
                </a:p>
              </p:txBody>
            </p:sp>
          </p:grpSp>
        </p:grp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3D31B2F-9427-2BE1-E2BE-D4532112B60B}"/>
                </a:ext>
              </a:extLst>
            </p:cNvPr>
            <p:cNvCxnSpPr/>
            <p:nvPr/>
          </p:nvCxnSpPr>
          <p:spPr>
            <a:xfrm flipV="1">
              <a:off x="8692587" y="1550841"/>
              <a:ext cx="682907" cy="51080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24D0830-89E7-D4A9-73DB-6C9DF936C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5263" y="1637764"/>
              <a:ext cx="961684" cy="728683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B085FC41-2BF8-D61F-9050-7A7121D4E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1251" y="1804117"/>
              <a:ext cx="1107682" cy="82898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D61CD97-F550-E266-1648-ED2311CEB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8592" y="2014466"/>
              <a:ext cx="1107682" cy="82898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F22E83E7-2B8F-5082-02D5-310B83BA1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0346" y="2165939"/>
              <a:ext cx="1107682" cy="82898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B0ABE6E-1C21-587A-B525-31B367EBB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082" y="2260376"/>
              <a:ext cx="1107682" cy="82898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17628AC-A2EF-5F47-91F6-45C5FA13A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4024" y="2351285"/>
              <a:ext cx="1107682" cy="82898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3FF4A3A-CA7C-BC49-46FE-A38F365AD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8014" y="2387956"/>
              <a:ext cx="1107682" cy="82898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0BE0FB0-AF18-CD87-531D-5B1491B1A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5702" y="2510896"/>
              <a:ext cx="905021" cy="696801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2B674F2-5CDA-BBAC-B908-9987506508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1499" y="1804117"/>
              <a:ext cx="14289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EC464BB-4F38-8269-AF9D-75662A848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0590" y="2077893"/>
              <a:ext cx="136199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9481FAF0-B4FB-194B-26A7-FDC6BEC646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6540" y="2303869"/>
              <a:ext cx="1307938" cy="1214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318559F-7F7B-A1DF-16BC-9FE6B5A889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1114" y="2480043"/>
              <a:ext cx="1307938" cy="1214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D981357-6E79-C032-74C0-AFCC7B680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2510" y="2749287"/>
              <a:ext cx="1307938" cy="1214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35072B58-3DED-DD99-6A4A-9B83561BB2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954" y="2982331"/>
              <a:ext cx="1307938" cy="1214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A3FBCE30-D628-B9A5-DA58-03B50118E7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5350" y="3112366"/>
              <a:ext cx="1304017" cy="17807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E43688F-6573-B3D0-950B-45FCC18AD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7780" y="3205952"/>
              <a:ext cx="1343680" cy="3114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79683A9B-DF1C-CF2A-0135-C4EC45CD2B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4878" y="3242365"/>
              <a:ext cx="1258745" cy="58706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527AFB6-FF79-DCB1-D572-0AE870CF8A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5419" y="3221984"/>
              <a:ext cx="1187082" cy="7721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4F717119-2D55-6F5C-8F71-39AB9237ACD5}"/>
              </a:ext>
            </a:extLst>
          </p:cNvPr>
          <p:cNvSpPr txBox="1"/>
          <p:nvPr/>
        </p:nvSpPr>
        <p:spPr>
          <a:xfrm>
            <a:off x="925975" y="4560425"/>
            <a:ext cx="10776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x-none" sz="2400" dirty="0">
                <a:latin typeface="Arial" panose="020B0604020202020204" pitchFamily="34" charset="0"/>
                <a:cs typeface="Arial" panose="020B0604020202020204" pitchFamily="34" charset="0"/>
              </a:rPr>
              <a:t>erceptron doesn’t work on a dataset like this, as perceptron ends up with a line. We need a curve as the decision boundary.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x-none" sz="2400" dirty="0">
                <a:latin typeface="Arial" panose="020B0604020202020204" pitchFamily="34" charset="0"/>
                <a:cs typeface="Arial" panose="020B0604020202020204" pitchFamily="34" charset="0"/>
              </a:rPr>
              <a:t>Challenge: we can only use Perceptron(s) to build such a system.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2F7A3AE-7CDD-2523-312E-53DDE7F99261}"/>
              </a:ext>
            </a:extLst>
          </p:cNvPr>
          <p:cNvSpPr txBox="1"/>
          <p:nvPr/>
        </p:nvSpPr>
        <p:spPr>
          <a:xfrm>
            <a:off x="10324048" y="2732043"/>
            <a:ext cx="103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</a:t>
            </a:r>
            <a:r>
              <a:rPr lang="x-none" dirty="0"/>
              <a:t>ot line </a:t>
            </a:r>
          </a:p>
          <a:p>
            <a:r>
              <a:rPr lang="x-none" dirty="0"/>
              <a:t>=&gt; curve</a:t>
            </a:r>
          </a:p>
        </p:txBody>
      </p:sp>
    </p:spTree>
    <p:extLst>
      <p:ext uri="{BB962C8B-B14F-4D97-AF65-F5344CB8AC3E}">
        <p14:creationId xmlns:p14="http://schemas.microsoft.com/office/powerpoint/2010/main" val="224086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F0E2-0ADD-859B-000D-DD657602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Emergence of multi-layer perceptron (MLP)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D1997-6B54-2A90-7D0A-175122076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E1577-CA46-430D-B731-8E921093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FC02-6C48-3AA0-1D3B-1F436F5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0734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5B91-60A9-85BD-DCE9-6DCD8668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Perceptron with Sigmoid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A041F-7C84-DC82-24A2-37BF6688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A54C-3F82-3651-B8F5-89355C649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4E91F-22F2-C6FE-37C7-6E557D01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</a:t>
            </a:fld>
            <a:endParaRPr lang="x-none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E1A59F2-A288-7EFA-6CD4-D97AAD0E96B4}"/>
              </a:ext>
            </a:extLst>
          </p:cNvPr>
          <p:cNvGrpSpPr/>
          <p:nvPr/>
        </p:nvGrpSpPr>
        <p:grpSpPr>
          <a:xfrm>
            <a:off x="1362652" y="1810454"/>
            <a:ext cx="3641218" cy="1874705"/>
            <a:chOff x="977033" y="1554295"/>
            <a:chExt cx="3641218" cy="187470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DEA9F05-FD6D-F8A8-C2AB-DE4EF68C8BD0}"/>
                </a:ext>
              </a:extLst>
            </p:cNvPr>
            <p:cNvGrpSpPr/>
            <p:nvPr/>
          </p:nvGrpSpPr>
          <p:grpSpPr>
            <a:xfrm>
              <a:off x="977033" y="1554295"/>
              <a:ext cx="3641218" cy="1874705"/>
              <a:chOff x="7934337" y="2802886"/>
              <a:chExt cx="3641218" cy="1874705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6770EAA-5048-D795-86A5-D9C30DE36B08}"/>
                  </a:ext>
                </a:extLst>
              </p:cNvPr>
              <p:cNvSpPr/>
              <p:nvPr/>
            </p:nvSpPr>
            <p:spPr>
              <a:xfrm>
                <a:off x="8989892" y="3429000"/>
                <a:ext cx="678094" cy="681355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en-US" sz="3600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C61AF81-5CC0-82F3-5A50-D2A48E957D70}"/>
                  </a:ext>
                </a:extLst>
              </p:cNvPr>
              <p:cNvSpPr/>
              <p:nvPr/>
            </p:nvSpPr>
            <p:spPr>
              <a:xfrm>
                <a:off x="10229629" y="3428999"/>
                <a:ext cx="678094" cy="681355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𝝈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7B6A657-7219-FA3A-7765-0DEBFB3B3C8E}"/>
                  </a:ext>
                </a:extLst>
              </p:cNvPr>
              <p:cNvCxnSpPr>
                <a:endCxn id="8" idx="1"/>
              </p:cNvCxnSpPr>
              <p:nvPr/>
            </p:nvCxnSpPr>
            <p:spPr>
              <a:xfrm>
                <a:off x="8496733" y="3041151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82C4042-3081-9956-C1DE-7EC1CC9A863F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flipH="1">
                <a:off x="8277981" y="3769678"/>
                <a:ext cx="711911" cy="11522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E6E5817-1AA8-CBBC-5D7C-8AF9E65CCFC6}"/>
                  </a:ext>
                </a:extLst>
              </p:cNvPr>
              <p:cNvCxnSpPr>
                <a:stCxn id="8" idx="3"/>
              </p:cNvCxnSpPr>
              <p:nvPr/>
            </p:nvCxnSpPr>
            <p:spPr>
              <a:xfrm flipH="1">
                <a:off x="8496733" y="4010573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0002D29-4873-B46B-0457-05527CAEB6F4}"/>
                  </a:ext>
                </a:extLst>
              </p:cNvPr>
              <p:cNvCxnSpPr>
                <a:stCxn id="8" idx="6"/>
                <a:endCxn id="9" idx="2"/>
              </p:cNvCxnSpPr>
              <p:nvPr/>
            </p:nvCxnSpPr>
            <p:spPr>
              <a:xfrm flipV="1">
                <a:off x="9667986" y="3769677"/>
                <a:ext cx="561643" cy="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2D5D5D3-BE45-DFCD-99D0-BD5FE3D51178}"/>
                  </a:ext>
                </a:extLst>
              </p:cNvPr>
              <p:cNvCxnSpPr>
                <a:stCxn id="9" idx="6"/>
              </p:cNvCxnSpPr>
              <p:nvPr/>
            </p:nvCxnSpPr>
            <p:spPr>
              <a:xfrm flipV="1">
                <a:off x="10907723" y="3769676"/>
                <a:ext cx="667832" cy="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190F13-91B7-2871-5254-35401F939554}"/>
                  </a:ext>
                </a:extLst>
              </p:cNvPr>
              <p:cNvSpPr txBox="1"/>
              <p:nvPr/>
            </p:nvSpPr>
            <p:spPr>
              <a:xfrm>
                <a:off x="8676986" y="291563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9203C2-9796-BF36-BA9C-2197ABD89C54}"/>
                  </a:ext>
                </a:extLst>
              </p:cNvPr>
              <p:cNvSpPr txBox="1"/>
              <p:nvPr/>
            </p:nvSpPr>
            <p:spPr>
              <a:xfrm>
                <a:off x="8411103" y="3406107"/>
                <a:ext cx="436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852C56-0374-650B-EF59-BD3D348AF119}"/>
                  </a:ext>
                </a:extLst>
              </p:cNvPr>
              <p:cNvSpPr txBox="1"/>
              <p:nvPr/>
            </p:nvSpPr>
            <p:spPr>
              <a:xfrm>
                <a:off x="8729539" y="4130913"/>
                <a:ext cx="436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C614AC-E7ED-57AD-3898-5DE70D0912B8}"/>
                  </a:ext>
                </a:extLst>
              </p:cNvPr>
              <p:cNvSpPr txBox="1"/>
              <p:nvPr/>
            </p:nvSpPr>
            <p:spPr>
              <a:xfrm>
                <a:off x="8130206" y="430825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A568AB-1285-002E-EA6C-29C413492AA4}"/>
                  </a:ext>
                </a:extLst>
              </p:cNvPr>
              <p:cNvSpPr txBox="1"/>
              <p:nvPr/>
            </p:nvSpPr>
            <p:spPr>
              <a:xfrm>
                <a:off x="7934337" y="355596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793168-6032-B121-B036-FBEFFF563EA3}"/>
                  </a:ext>
                </a:extLst>
              </p:cNvPr>
              <p:cNvSpPr txBox="1"/>
              <p:nvPr/>
            </p:nvSpPr>
            <p:spPr>
              <a:xfrm>
                <a:off x="8219241" y="280288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71DE56-0FA9-0054-CDBD-E8B2BEB6EEC6}"/>
                </a:ext>
              </a:extLst>
            </p:cNvPr>
            <p:cNvSpPr txBox="1"/>
            <p:nvPr/>
          </p:nvSpPr>
          <p:spPr>
            <a:xfrm>
              <a:off x="2667590" y="24632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en-US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3FFCF1-8DF4-EE56-084A-8912F816DD14}"/>
              </a:ext>
            </a:extLst>
          </p:cNvPr>
          <p:cNvGrpSpPr/>
          <p:nvPr/>
        </p:nvGrpSpPr>
        <p:grpSpPr>
          <a:xfrm>
            <a:off x="6586319" y="1452724"/>
            <a:ext cx="3833446" cy="2950820"/>
            <a:chOff x="1529862" y="1550841"/>
            <a:chExt cx="3833446" cy="295082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0C203B3-94DE-92EA-CCE8-C515DCC2386C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80389EC-9787-7D66-13F8-85BF2B95AB35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4BBE8FE-6FFA-C2B2-2258-931C0094D944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54726D2-8221-7A8A-351F-17101249F658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CA24B-19C8-8D4F-659B-FF4278C3782F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01FB30D-61C3-D85C-883B-0005B9BF2962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D7F3708-956B-22C5-A946-92CB2F3BAA82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CDFF209-23F0-3CD8-2896-8BE29670533C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569048B-8072-0267-55B7-5898FB0AA441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DB87E6C-0CE7-1C2C-F322-85CE30AA9BE8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EC0CAFF-4739-4414-4AA5-C622AE68CEB6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BB99EC4-271C-444B-4B59-F2DCBD97FE70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2DD04BC-640E-266A-0778-0EF9F0149609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DD023D2-AB2B-E380-39FE-39CCBE1FFC22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4A4D1E8-A2B3-4E4B-A63F-18677315A061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6EC8EC1-E16B-1133-1489-2461DF010F42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B9676D3-8B9C-354F-BC52-0A48E0B3AC71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1A0E92F-C9EC-29AD-54FD-567258CFBADF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1C0868-D2A0-8CC8-39A5-FF4673E1FB9A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B61D53-A6E5-F313-7550-04777CAF513F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20978CD-A954-2452-A61F-C49128138C18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D640249-FABC-19BD-E015-F8ABB9C7A22D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E924B9F-EE2B-E735-B57A-56FE43DBB4F4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8890D8A-57DD-A909-C6CE-29FEBF25B769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1FDF0BF-6868-4065-7CB5-1B6A825CAF4A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1C38E77-E1D2-281A-A113-EC0E1C45330A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5A50822-96A9-F6AC-79B9-ADB986489EBB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B1BB110-8A83-F327-BFA3-18D7D309C536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D10B14E-8CE3-3984-0346-0DA3EC611851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1AAFD74-9E1C-5FEB-1098-B74D3F78A26B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6C2D2BD-0881-224C-9676-FC8F4DFB474B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F96621E-E9C0-3781-AA64-D3794DFE896B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BB47F78-BDF7-F029-05C9-8BE399802950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948BC4D-EC14-D0F4-11DD-4C5603151296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943236A-C059-76E5-8CAA-72332D72D297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F3D3CC4-E71E-BCC4-DD78-BBF3FEBAD7DF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E308CC6-FA00-03D4-B8D9-EC1144E8FC33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8554D8C-92F6-8C0A-1E09-2CE8C3B68F92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B392DD3-D616-3659-3D89-CDC26AB187C7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516996D-C2E4-DAA2-64B6-219CDCC55C74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258687B-2C50-32EB-FA5A-ED81E107DF55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6AFFB0D-4BBC-E4FD-5863-9E8BC53B0399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E1C013A-8F4F-F72D-FCFA-7003EA78F912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759BA65-9E73-A2B9-0C4E-7D1F08D9F077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E7F6695-FFEB-5D41-0A37-6985317A1444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9330B5D-9BD7-A1FA-2A4E-5A10F534B3D4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3BF8799-2A9F-281D-F3C0-B82C4D330251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5F0F8FF-AF75-893E-DE9D-007E6B3163A5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1306547-34EB-E190-D493-F308FC3D856F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CEAAC8-DC7C-43B0-9016-22BD276073D7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AA20ED1-411F-40EC-ECBE-E67434796E36}"/>
              </a:ext>
            </a:extLst>
          </p:cNvPr>
          <p:cNvCxnSpPr/>
          <p:nvPr/>
        </p:nvCxnSpPr>
        <p:spPr>
          <a:xfrm>
            <a:off x="7572375" y="1943197"/>
            <a:ext cx="1643063" cy="22716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6F124AC-B5A1-4A78-3251-204276450A8B}"/>
              </a:ext>
            </a:extLst>
          </p:cNvPr>
          <p:cNvGrpSpPr/>
          <p:nvPr/>
        </p:nvGrpSpPr>
        <p:grpSpPr>
          <a:xfrm>
            <a:off x="7657441" y="1479596"/>
            <a:ext cx="2260447" cy="2564450"/>
            <a:chOff x="7657441" y="1693915"/>
            <a:chExt cx="2260447" cy="2564450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ADA7855-6AEE-62FE-A257-AC528BBC46C7}"/>
                </a:ext>
              </a:extLst>
            </p:cNvPr>
            <p:cNvCxnSpPr/>
            <p:nvPr/>
          </p:nvCxnSpPr>
          <p:spPr>
            <a:xfrm flipV="1">
              <a:off x="7657441" y="1693915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68B9F85-0B6C-EDEB-522E-895CC2DB0113}"/>
                </a:ext>
              </a:extLst>
            </p:cNvPr>
            <p:cNvCxnSpPr/>
            <p:nvPr/>
          </p:nvCxnSpPr>
          <p:spPr>
            <a:xfrm flipV="1">
              <a:off x="7795819" y="1890309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5A51ED0-3F9E-772C-5CD3-553D55A17927}"/>
                </a:ext>
              </a:extLst>
            </p:cNvPr>
            <p:cNvCxnSpPr/>
            <p:nvPr/>
          </p:nvCxnSpPr>
          <p:spPr>
            <a:xfrm flipV="1">
              <a:off x="7917509" y="2084254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C11D16D-EB6E-1097-7C2B-EF5DC8C237D0}"/>
                </a:ext>
              </a:extLst>
            </p:cNvPr>
            <p:cNvCxnSpPr/>
            <p:nvPr/>
          </p:nvCxnSpPr>
          <p:spPr>
            <a:xfrm flipV="1">
              <a:off x="8084906" y="2250358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3423E1C-B806-EC67-DE79-B08CBCF0C6A5}"/>
                </a:ext>
              </a:extLst>
            </p:cNvPr>
            <p:cNvCxnSpPr/>
            <p:nvPr/>
          </p:nvCxnSpPr>
          <p:spPr>
            <a:xfrm flipV="1">
              <a:off x="8195999" y="2432237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5B85079-3EF1-45A9-5C45-B75B9E57155E}"/>
                </a:ext>
              </a:extLst>
            </p:cNvPr>
            <p:cNvCxnSpPr/>
            <p:nvPr/>
          </p:nvCxnSpPr>
          <p:spPr>
            <a:xfrm flipV="1">
              <a:off x="8348760" y="2669995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3075CFD-159E-4AB6-1597-2C2439D6BD35}"/>
                </a:ext>
              </a:extLst>
            </p:cNvPr>
            <p:cNvCxnSpPr/>
            <p:nvPr/>
          </p:nvCxnSpPr>
          <p:spPr>
            <a:xfrm flipV="1">
              <a:off x="8512273" y="2894918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EC34287-84C5-B5B1-2CF6-F83BAF1BCA74}"/>
                </a:ext>
              </a:extLst>
            </p:cNvPr>
            <p:cNvCxnSpPr/>
            <p:nvPr/>
          </p:nvCxnSpPr>
          <p:spPr>
            <a:xfrm flipV="1">
              <a:off x="8662656" y="3084902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668C5E7-D2AC-8A4B-649B-F27F1395611B}"/>
                </a:ext>
              </a:extLst>
            </p:cNvPr>
            <p:cNvCxnSpPr/>
            <p:nvPr/>
          </p:nvCxnSpPr>
          <p:spPr>
            <a:xfrm flipV="1">
              <a:off x="8799884" y="3252299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391E52C-990B-4BEF-B2C6-CD7E943D667E}"/>
                </a:ext>
              </a:extLst>
            </p:cNvPr>
            <p:cNvCxnSpPr/>
            <p:nvPr/>
          </p:nvCxnSpPr>
          <p:spPr>
            <a:xfrm flipV="1">
              <a:off x="8955553" y="3490856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D586A6E-8D79-701E-DDE0-C68C5BA355DC}"/>
                </a:ext>
              </a:extLst>
            </p:cNvPr>
            <p:cNvCxnSpPr/>
            <p:nvPr/>
          </p:nvCxnSpPr>
          <p:spPr>
            <a:xfrm flipV="1">
              <a:off x="9100686" y="3685159"/>
              <a:ext cx="817202" cy="5732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865BE24-016E-CD53-DF2B-1CBBE61464E7}"/>
              </a:ext>
            </a:extLst>
          </p:cNvPr>
          <p:cNvGrpSpPr/>
          <p:nvPr/>
        </p:nvGrpSpPr>
        <p:grpSpPr>
          <a:xfrm>
            <a:off x="6872287" y="2124153"/>
            <a:ext cx="2151924" cy="2405754"/>
            <a:chOff x="6872287" y="2338472"/>
            <a:chExt cx="2151924" cy="2405754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56A7C7B-8879-0593-7FB2-7F958D66F1C1}"/>
                </a:ext>
              </a:extLst>
            </p:cNvPr>
            <p:cNvCxnSpPr/>
            <p:nvPr/>
          </p:nvCxnSpPr>
          <p:spPr>
            <a:xfrm flipH="1">
              <a:off x="6872287" y="2338472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6821800-0DDB-DC0D-D190-547EEF1F9D63}"/>
                </a:ext>
              </a:extLst>
            </p:cNvPr>
            <p:cNvCxnSpPr/>
            <p:nvPr/>
          </p:nvCxnSpPr>
          <p:spPr>
            <a:xfrm flipH="1">
              <a:off x="7008238" y="2575163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E768C47-BE53-03DA-ECFB-AA0AD7114370}"/>
                </a:ext>
              </a:extLst>
            </p:cNvPr>
            <p:cNvCxnSpPr/>
            <p:nvPr/>
          </p:nvCxnSpPr>
          <p:spPr>
            <a:xfrm flipH="1">
              <a:off x="7175315" y="2785439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5AA2437-BAA6-0B09-A106-41605C5A1F34}"/>
                </a:ext>
              </a:extLst>
            </p:cNvPr>
            <p:cNvCxnSpPr/>
            <p:nvPr/>
          </p:nvCxnSpPr>
          <p:spPr>
            <a:xfrm flipH="1">
              <a:off x="7386297" y="3051946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66EEE82-EAA0-CEA7-88DC-1A9C347A3629}"/>
                </a:ext>
              </a:extLst>
            </p:cNvPr>
            <p:cNvCxnSpPr/>
            <p:nvPr/>
          </p:nvCxnSpPr>
          <p:spPr>
            <a:xfrm flipH="1">
              <a:off x="7553374" y="3287955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7BA0C4D-0000-A9FA-D790-47D6643445BF}"/>
                </a:ext>
              </a:extLst>
            </p:cNvPr>
            <p:cNvCxnSpPr/>
            <p:nvPr/>
          </p:nvCxnSpPr>
          <p:spPr>
            <a:xfrm flipH="1">
              <a:off x="7720451" y="3497429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C2E1659-55D4-0DB6-46B4-7585AEEA2555}"/>
                </a:ext>
              </a:extLst>
            </p:cNvPr>
            <p:cNvCxnSpPr/>
            <p:nvPr/>
          </p:nvCxnSpPr>
          <p:spPr>
            <a:xfrm flipH="1">
              <a:off x="7861005" y="3709203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0BA0C62-3E81-D0E0-18AA-B2098B808C7A}"/>
                </a:ext>
              </a:extLst>
            </p:cNvPr>
            <p:cNvCxnSpPr/>
            <p:nvPr/>
          </p:nvCxnSpPr>
          <p:spPr>
            <a:xfrm flipH="1">
              <a:off x="8010232" y="3961718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5DD36B8-7033-4E9D-9E69-A2DF34321DCC}"/>
                </a:ext>
              </a:extLst>
            </p:cNvPr>
            <p:cNvCxnSpPr/>
            <p:nvPr/>
          </p:nvCxnSpPr>
          <p:spPr>
            <a:xfrm flipH="1">
              <a:off x="8178648" y="4173492"/>
              <a:ext cx="845563" cy="5707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BE67FFF-B6D0-3F24-E69B-31F011D234D6}"/>
              </a:ext>
            </a:extLst>
          </p:cNvPr>
          <p:cNvSpPr txBox="1"/>
          <p:nvPr/>
        </p:nvSpPr>
        <p:spPr>
          <a:xfrm>
            <a:off x="6346309" y="1400152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5x+10y</a:t>
            </a:r>
            <a:r>
              <a:rPr lang="en-US" dirty="0"/>
              <a:t>+</a:t>
            </a:r>
            <a:r>
              <a:rPr lang="x-none" dirty="0"/>
              <a:t>3=0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3" name="Table 102">
                <a:extLst>
                  <a:ext uri="{FF2B5EF4-FFF2-40B4-BE49-F238E27FC236}">
                    <a16:creationId xmlns:a16="http://schemas.microsoft.com/office/drawing/2014/main" id="{5586C26B-C8BB-8CDD-D25D-75C5E867A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088629"/>
                  </p:ext>
                </p:extLst>
              </p:nvPr>
            </p:nvGraphicFramePr>
            <p:xfrm>
              <a:off x="1479312" y="4749951"/>
              <a:ext cx="8737247" cy="12406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435339">
                      <a:extLst>
                        <a:ext uri="{9D8B030D-6E8A-4147-A177-3AD203B41FA5}">
                          <a16:colId xmlns:a16="http://schemas.microsoft.com/office/drawing/2014/main" val="484634267"/>
                        </a:ext>
                      </a:extLst>
                    </a:gridCol>
                    <a:gridCol w="1414463">
                      <a:extLst>
                        <a:ext uri="{9D8B030D-6E8A-4147-A177-3AD203B41FA5}">
                          <a16:colId xmlns:a16="http://schemas.microsoft.com/office/drawing/2014/main" val="1142550714"/>
                        </a:ext>
                      </a:extLst>
                    </a:gridCol>
                    <a:gridCol w="3703133">
                      <a:extLst>
                        <a:ext uri="{9D8B030D-6E8A-4147-A177-3AD203B41FA5}">
                          <a16:colId xmlns:a16="http://schemas.microsoft.com/office/drawing/2014/main" val="1070607086"/>
                        </a:ext>
                      </a:extLst>
                    </a:gridCol>
                    <a:gridCol w="2184312">
                      <a:extLst>
                        <a:ext uri="{9D8B030D-6E8A-4147-A177-3AD203B41FA5}">
                          <a16:colId xmlns:a16="http://schemas.microsoft.com/office/drawing/2014/main" val="309225566"/>
                        </a:ext>
                      </a:extLst>
                    </a:gridCol>
                  </a:tblGrid>
                  <a:tr h="7933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CGPA,x</a:t>
                          </a:r>
                          <a:r>
                            <a:rPr lang="en-GB" sz="2400" baseline="-25000" dirty="0"/>
                            <a:t>1</a:t>
                          </a:r>
                          <a:endParaRPr lang="x-non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dirty="0"/>
                            <a:t>IQ, x</a:t>
                          </a:r>
                          <a:r>
                            <a:rPr lang="x-none" sz="2400" baseline="-25000" dirty="0"/>
                            <a:t>2</a:t>
                          </a:r>
                          <a:endParaRPr lang="x-non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dirty="0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𝝈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𝒛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2139191"/>
                      </a:ext>
                    </a:extLst>
                  </a:tr>
                  <a:tr h="4473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 x 3.7 + 10 x 87 + 3 = 891.5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1</a:t>
                          </a:r>
                          <a:endParaRPr lang="x-none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34856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3" name="Table 10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586C26B-C8BB-8CDD-D25D-75C5E867A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088629"/>
                  </p:ext>
                </p:extLst>
              </p:nvPr>
            </p:nvGraphicFramePr>
            <p:xfrm>
              <a:off x="1479312" y="4749951"/>
              <a:ext cx="8737247" cy="12406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43533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84634267"/>
                        </a:ext>
                      </a:extLst>
                    </a:gridCol>
                    <a:gridCol w="14144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42550714"/>
                        </a:ext>
                      </a:extLst>
                    </a:gridCol>
                    <a:gridCol w="370313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70607086"/>
                        </a:ext>
                      </a:extLst>
                    </a:gridCol>
                    <a:gridCol w="21843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09225566"/>
                        </a:ext>
                      </a:extLst>
                    </a:gridCol>
                  </a:tblGrid>
                  <a:tr h="7933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CGPA,x</a:t>
                          </a:r>
                          <a:r>
                            <a:rPr lang="en-GB" sz="2400" baseline="-25000" dirty="0"/>
                            <a:t>1</a:t>
                          </a:r>
                          <a:endParaRPr lang="x-non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dirty="0"/>
                            <a:t>IQ, x</a:t>
                          </a:r>
                          <a:r>
                            <a:rPr lang="x-none" sz="2400" baseline="-25000" dirty="0"/>
                            <a:t>2</a:t>
                          </a:r>
                          <a:endParaRPr lang="x-non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dirty="0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99721" t="-5385" r="-1393" b="-6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32139191"/>
                      </a:ext>
                    </a:extLst>
                  </a:tr>
                  <a:tr h="4473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 x 3.7 + 10 x 87 + 3 = 891.5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1</a:t>
                          </a:r>
                          <a:endParaRPr lang="x-none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934856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6769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BCFE-3BD0-E0E1-AEA7-69411A61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 Intuition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2BDB1-12D8-7085-434E-554E29E6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949CE-13BC-1CB9-7F95-92F4E79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BF15-47D7-053B-141A-04C5CD709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</a:t>
            </a:fld>
            <a:endParaRPr lang="x-non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386F4E-17CF-BC79-DA63-3170B71D08D5}"/>
              </a:ext>
            </a:extLst>
          </p:cNvPr>
          <p:cNvGrpSpPr>
            <a:grpSpLocks noChangeAspect="1"/>
          </p:cNvGrpSpPr>
          <p:nvPr/>
        </p:nvGrpSpPr>
        <p:grpSpPr>
          <a:xfrm>
            <a:off x="403169" y="2953089"/>
            <a:ext cx="2296598" cy="1767821"/>
            <a:chOff x="1529862" y="1550841"/>
            <a:chExt cx="3833446" cy="29508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1189D1D-C1BA-35D4-9137-068F16080598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4D41AAC-362D-E34C-9C87-B9FAF36B23DD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DA1DEE8F-F060-C45F-B9B2-457A631CBC31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7FFB209-7260-630F-FE2D-E06AF4D9FC5B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8BA4CA3-3DF7-923C-ECDF-9854AB9DB7C4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E93AB3-F6DD-8FE2-63E7-BD0A4DBE25A1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E2AE390-22DC-9DA1-61BB-D135DA88359C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AD12731-CF46-8DCF-F2F6-E64458FB4444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9A4FC72-580B-4F0A-EE8A-64ED05CED727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E7EB650-8234-2C13-6F6D-1ACA1456EBDB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8536C7C-BD28-0B67-52B6-CE9CF1F4452A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8CA40F4-8516-1FCF-DC2D-66537BD68742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D5296BA-6AC4-B4B1-D9A8-BEB3F127EFC0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E65CD22-2005-25D8-E520-A539634B8380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B7FDF8-C924-40CB-600D-598A6F8E0B21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7EDEA9D-9EC6-8C78-61A5-7E9BA2E4A801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CA13A0-62EC-3427-8410-DE8841E16122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27A4D34-A51C-EBED-480D-9B62C9043781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8198BC7-FCBE-83EE-15B2-61FC062454A6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FAE2EC6-029B-9A00-20E5-F05E51056233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180A12-339C-CD17-A2E5-950901DDB571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2A491A3-318D-EC72-19DD-1378DD1D5079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4777181-E106-1491-E07C-EAE6BD92AF8B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DA94C44-A3FB-D6F7-5DA9-194D0807BD29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4C03BFA-2F3C-E2A3-AD0B-CDC923EA2095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0CC158C-CCC4-9AC1-9BD2-2BFEC72DB4AA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FC77FD1-C62A-214C-E49D-A5F886CA7403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59CA918-55E2-49CD-8D33-373E115BFAA1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0E3E609-D06F-C126-1628-1B5B7F80E090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D267979-D74C-5C94-2EF3-173BC69DB70B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21821E6-0514-185C-9D30-0C428156E57A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29E1B97-0108-922B-FD37-8B68EFD193D5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D3DA72B-0240-C343-2E20-04A7A5E518F5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3C31D6E-520C-D406-4FB7-8C18120186C1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0AB4C2D-E963-41F9-AC12-B771FB01FDB5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E2FFCCE-DADE-639C-27EF-1A1EC0B6B965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07C3AE1-5A66-DA33-2354-775065C46D6C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7266D5B-3616-217B-AAC2-4E5B01C36FB9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645196C-885C-0C80-6268-2E13B0A2C615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758669D-28F4-E841-6F7D-122A47D7A014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0FDA2F8-DDF9-753B-AE5E-7FA10F2F6E6B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C51C9B4-2E60-3775-51C7-5EA86EAD5F89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4493DBA-DAA7-7ADF-A089-4D018C1762F8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361108F-EFE0-56EA-BCA5-061EC4695E15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D7BEAA2-9087-C8AA-2A36-D92BB54BB900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D40587C-1A6C-090A-3359-77864C0371A4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7067B44-F1DE-6999-CC8F-995010906870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61CC772-AF6C-5C5D-E3EC-5AE992F85540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1D68D21-B382-F676-6346-8A32A9585BB3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3F53C30-E913-387F-024F-8B397F603FA8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36B6DB2-7608-2298-98D3-F5CF52E2C29C}"/>
              </a:ext>
            </a:extLst>
          </p:cNvPr>
          <p:cNvGrpSpPr>
            <a:grpSpLocks noChangeAspect="1"/>
          </p:cNvGrpSpPr>
          <p:nvPr/>
        </p:nvGrpSpPr>
        <p:grpSpPr>
          <a:xfrm>
            <a:off x="5199566" y="1302915"/>
            <a:ext cx="2296598" cy="1767821"/>
            <a:chOff x="1529862" y="1550841"/>
            <a:chExt cx="3833446" cy="295082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FC1C590-E6F2-3549-37B3-D2B34B38E449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B9C3E52-0461-4C91-7BEF-457E6F2247AF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CB96AFF3-E17E-7CC9-7193-6BAABD744C73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E393C0C-8968-80DB-BA2E-B2064A889AE6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BA0D4B6-1225-DBA0-40FC-3C8DDF6A6E14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9A219AD-71D1-7158-F986-A4AD3C19D386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46F5474-7546-469C-2CF3-C4D40C092D5B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732778E-1C0B-17FD-478E-190CF5329592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5542783-8972-139E-F457-3DD08C2DAF4D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FCB4043-1D6A-9AAC-6374-62943726AE7C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7EFB463-9599-8005-9E40-94E111085EF7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2F46B76-0B67-2F68-38BE-650EE53EECBA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5FB52E3-9DCC-37D4-F4D9-6F2BC763F571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A877D02-199E-7BA3-D605-7BA6BCA25491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A5A0901-F3C5-7012-944C-7950BB51A1A2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D555E4A-CF01-C88C-AD94-2E1901BEDCCE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69AE12C-8401-6B38-0C5C-32A79B20F316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7140DBD-13F4-ECAF-0D4A-D2844B3C0F05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6CBC511-E26D-324C-87E3-219D7708FE37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3B92068-ACBA-0C47-5A4C-ED0EE038849A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7C7CF5E-06FA-04B1-3AB6-81AE597C94B2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DFD5CA9-EFB0-73B8-302B-9D0BEBC2DEB5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6373815-52FD-1017-D724-AA0777F911E6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387102B-7CF3-3939-DFB3-38FB598B35F7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AE6C917-AC83-CEAE-74F1-0909F30C23D0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D7D8CA1-B0AA-6570-DE09-FECFC5BE6E28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EE1B8A1-C495-FBB8-BE6E-51CB570305AA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B5B6F68-198B-EED8-77F7-EEED7950909B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A955E41-3826-BE70-3EB1-E6C75D3BAF3A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24CB464-0DED-BEE2-BBAF-2325A8E0067A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E9209A4-539F-2DB7-3383-D3651BE50AB7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4DB328A-4856-2433-CCBA-87151660335C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82F27B21-69AE-6E48-CE95-12D6D562A8A4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86A16EA-5216-DE00-2626-273649EA0407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F68798A-CB1E-F977-5AC4-755B618C04CB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329CCC5-9EE3-F312-F87E-3A1E1B72CA01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78D9D3B-569E-6E9B-CB06-E6063C13B6FE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0F50D04-3A96-C5BF-6661-CC23396CCC01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6B4A54E-AB76-7AEC-88C5-A1BEEBD5327F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E95BCDB-5E4B-4A40-C415-6D14C025294A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E5A3363-D737-A6F3-EF3A-6CBDB677C52B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1189CBA-494D-09AE-7878-4083EE2C4D22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2EE80F1-90B3-E601-A447-C6A14C3E37B3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5282122-1885-30ED-0B76-63D93741671F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9356850-E05C-D481-67EC-3AA8C761F71A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B371041-7EC6-D8EC-A3A2-5EEABB51E0B1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13E0F8A0-7D76-742F-701C-53B0243C91D4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216E02E-7C20-12F6-0C6C-0580F5EE6E96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0B35E63-3595-8637-959A-9449B7AC31D9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0AF8740-7C85-9E68-AC63-D39B2045786C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C298FAE-10BA-9BC3-92DF-EFEDC0A33FF2}"/>
              </a:ext>
            </a:extLst>
          </p:cNvPr>
          <p:cNvGrpSpPr>
            <a:grpSpLocks noChangeAspect="1"/>
          </p:cNvGrpSpPr>
          <p:nvPr/>
        </p:nvGrpSpPr>
        <p:grpSpPr>
          <a:xfrm>
            <a:off x="5199569" y="3827039"/>
            <a:ext cx="2296598" cy="1767821"/>
            <a:chOff x="1529862" y="1550841"/>
            <a:chExt cx="3833446" cy="2950820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A12B4DD-9826-2EFF-D99D-C4585AFFF4B5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7EB8E9E-26A3-7615-3EF0-96926592C956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B2673C21-11A5-E067-A955-8D9F5DBC155E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EB3E166-4D72-FF11-C7B7-9FA7B9C8AA9A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482BADD-E304-5928-5714-F2DA36DBE0DB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CB950CA-3340-12D4-9372-362CB976DE4D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7D50439-3F52-75D8-4EAD-421758D7D03C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338E9A0-8A8F-025B-9375-94C1B4C4519D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48A4F18-EAC6-6C00-EEB5-161762783A7A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3A23208-8F52-93F9-FEFE-EDC6456941ED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7EE06A73-CE62-05D6-9B75-A7E8085615A7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9A7AD20-FD8A-E0ED-E844-17704FF53A2A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BC65FF8-BB55-61CE-E381-688C71AC34B2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975A503-21E1-1B7F-63B3-D00366C17ADE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AEFFD933-3E5C-A273-05F1-D6320246A294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D4E2D20-98A6-67ED-1940-DD10C8E0AEE8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964916D-33CD-DD79-DCEC-5509DD08E986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C46FE6A-5EC7-2DB5-AF7D-F72A066CC7F8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52B54F8-8765-25A1-A35E-733D692AEFDB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21985F1-75AC-F4DF-89FD-9D31EB8EE5B4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B65311C6-233B-0168-8124-97BEB7FA043E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0FB72E1-218A-79AC-7C4F-A597C816FE5D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2B3EC82-5BC8-623A-B0ED-E4CA22E69DBD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683D4F38-2F89-1B8F-7860-3A3363E1C7AF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9BBC90F-BAAD-71B7-4930-573CC2451713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18CB752-5731-2C1A-8D59-D671DAEBF5F3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A307917-BC84-0089-5757-92E862326F2F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9B816948-2233-9C92-342F-56915641BD2B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BC00DA5-DB09-BD8C-E338-3B316BFABE39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AB86A6E-D729-F4DE-D1F5-B46AF97D179A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E1ADA086-BBB9-73CF-C9A3-87112791C2C2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E24AD1E-0724-E654-5970-3CFFE95C1FE5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DAD4378-131F-D12C-44D9-6556D70FA1F5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3649782-BFB4-A6B0-97D3-E342E189A0D1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BCCB92E-B78D-4B04-AE1C-25356B63332E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B412178-61C0-4D5B-1AAB-4C8D9AE67A78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C9096FBC-7982-068F-D4DD-325C6468A38D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7B2C38D-61BA-4DC9-030F-9E88814FA826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E245BA24-B935-8366-9C13-5F02C620CFDE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1306F8B9-9CBF-D50C-0259-4E62A464A514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69EEAE8-58F3-E4A6-BD12-A161AEC4C738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B6BC832-4B72-3378-3076-49052ECEC3E7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7D0E995-7F48-1385-B22F-1013E53D9032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0FCC1E4-2918-5FF0-CCA6-D81C32B6B13E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110CC03-5520-E2D0-06F6-60FE83CA13C6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5506B95A-FE14-129B-E7CE-7AA1AEFC7161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424E60C2-8D9D-1EF8-49D0-F9645968FAE2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8F23616-595D-13A0-AF3F-9A65F7A361C4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FCEB0233-A266-B189-76DC-5DB0BACA842B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636BD3E2-A4EA-DAA2-7E17-C8F63E7853DF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72BDE8C-E4F0-1E4B-B3D5-B34525136FC2}"/>
              </a:ext>
            </a:extLst>
          </p:cNvPr>
          <p:cNvGrpSpPr>
            <a:grpSpLocks noChangeAspect="1"/>
          </p:cNvGrpSpPr>
          <p:nvPr/>
        </p:nvGrpSpPr>
        <p:grpSpPr>
          <a:xfrm>
            <a:off x="2379153" y="1701206"/>
            <a:ext cx="2439427" cy="1252677"/>
            <a:chOff x="977033" y="1554295"/>
            <a:chExt cx="3650745" cy="1874705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BE46B4C-F5D3-C999-F6C7-BEA8F9E457D2}"/>
                </a:ext>
              </a:extLst>
            </p:cNvPr>
            <p:cNvGrpSpPr/>
            <p:nvPr/>
          </p:nvGrpSpPr>
          <p:grpSpPr>
            <a:xfrm>
              <a:off x="977033" y="1554295"/>
              <a:ext cx="3650745" cy="1874705"/>
              <a:chOff x="7934337" y="2802886"/>
              <a:chExt cx="3650745" cy="1874705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A08DEF93-A8A6-0310-DECA-8752B5A95E89}"/>
                  </a:ext>
                </a:extLst>
              </p:cNvPr>
              <p:cNvSpPr/>
              <p:nvPr/>
            </p:nvSpPr>
            <p:spPr>
              <a:xfrm>
                <a:off x="8989892" y="3429000"/>
                <a:ext cx="678094" cy="681355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en-US" sz="3600" dirty="0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1D74B74E-B194-7E9E-1CFB-B0741F9029F6}"/>
                  </a:ext>
                </a:extLst>
              </p:cNvPr>
              <p:cNvSpPr/>
              <p:nvPr/>
            </p:nvSpPr>
            <p:spPr>
              <a:xfrm>
                <a:off x="10229630" y="3352119"/>
                <a:ext cx="821072" cy="821072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𝝈</a:t>
                </a:r>
              </a:p>
            </p:txBody>
          </p: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C23B172A-CBCF-F95B-80F6-9B32A8FDACBD}"/>
                  </a:ext>
                </a:extLst>
              </p:cNvPr>
              <p:cNvCxnSpPr>
                <a:endCxn id="163" idx="1"/>
              </p:cNvCxnSpPr>
              <p:nvPr/>
            </p:nvCxnSpPr>
            <p:spPr>
              <a:xfrm>
                <a:off x="8496733" y="3041151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51D771BF-D7B3-C34D-2698-FBFB27C7D460}"/>
                  </a:ext>
                </a:extLst>
              </p:cNvPr>
              <p:cNvCxnSpPr>
                <a:cxnSpLocks/>
                <a:stCxn id="163" idx="2"/>
              </p:cNvCxnSpPr>
              <p:nvPr/>
            </p:nvCxnSpPr>
            <p:spPr>
              <a:xfrm flipH="1">
                <a:off x="8277981" y="3769678"/>
                <a:ext cx="711911" cy="11522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F9788CD-33D9-2F64-8D02-63400C846CD0}"/>
                  </a:ext>
                </a:extLst>
              </p:cNvPr>
              <p:cNvCxnSpPr>
                <a:stCxn id="163" idx="3"/>
              </p:cNvCxnSpPr>
              <p:nvPr/>
            </p:nvCxnSpPr>
            <p:spPr>
              <a:xfrm flipH="1">
                <a:off x="8496733" y="4010573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C268D5BF-5A43-E4C6-3389-C2C3CD812FD6}"/>
                  </a:ext>
                </a:extLst>
              </p:cNvPr>
              <p:cNvCxnSpPr>
                <a:cxnSpLocks/>
                <a:stCxn id="163" idx="6"/>
                <a:endCxn id="164" idx="2"/>
              </p:cNvCxnSpPr>
              <p:nvPr/>
            </p:nvCxnSpPr>
            <p:spPr>
              <a:xfrm flipV="1">
                <a:off x="9667986" y="3762655"/>
                <a:ext cx="561643" cy="7023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37794DE-0225-A0BD-3B38-222BBF71AE8C}"/>
                  </a:ext>
                </a:extLst>
              </p:cNvPr>
              <p:cNvCxnSpPr>
                <a:cxnSpLocks/>
                <a:stCxn id="164" idx="6"/>
              </p:cNvCxnSpPr>
              <p:nvPr/>
            </p:nvCxnSpPr>
            <p:spPr>
              <a:xfrm>
                <a:off x="11050701" y="3762655"/>
                <a:ext cx="534381" cy="0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DD0123B-BF64-EED1-355F-197412AC29D8}"/>
                  </a:ext>
                </a:extLst>
              </p:cNvPr>
              <p:cNvSpPr txBox="1"/>
              <p:nvPr/>
            </p:nvSpPr>
            <p:spPr>
              <a:xfrm>
                <a:off x="8676986" y="2808720"/>
                <a:ext cx="312906" cy="369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096ECD8-E39B-C11D-B245-BA828F0DCE04}"/>
                  </a:ext>
                </a:extLst>
              </p:cNvPr>
              <p:cNvSpPr txBox="1"/>
              <p:nvPr/>
            </p:nvSpPr>
            <p:spPr>
              <a:xfrm>
                <a:off x="8411103" y="3277810"/>
                <a:ext cx="436338" cy="369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54B8D46B-52D4-EB28-0E21-682825247664}"/>
                  </a:ext>
                </a:extLst>
              </p:cNvPr>
              <p:cNvSpPr txBox="1"/>
              <p:nvPr/>
            </p:nvSpPr>
            <p:spPr>
              <a:xfrm>
                <a:off x="8729539" y="4130913"/>
                <a:ext cx="436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D9F54FAE-2D5E-7684-1138-D449BA5F4EC2}"/>
                  </a:ext>
                </a:extLst>
              </p:cNvPr>
              <p:cNvSpPr txBox="1"/>
              <p:nvPr/>
            </p:nvSpPr>
            <p:spPr>
              <a:xfrm>
                <a:off x="8130206" y="430825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1015B17-0B59-D2B0-7931-CFF5768692FD}"/>
                  </a:ext>
                </a:extLst>
              </p:cNvPr>
              <p:cNvSpPr txBox="1"/>
              <p:nvPr/>
            </p:nvSpPr>
            <p:spPr>
              <a:xfrm>
                <a:off x="7934337" y="355596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B8EB2714-13BC-D06A-C408-FB8D32E31A8B}"/>
                  </a:ext>
                </a:extLst>
              </p:cNvPr>
              <p:cNvSpPr txBox="1"/>
              <p:nvPr/>
            </p:nvSpPr>
            <p:spPr>
              <a:xfrm>
                <a:off x="8219241" y="280288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390A73C-ADEB-69B0-7893-7848FC1560FB}"/>
                </a:ext>
              </a:extLst>
            </p:cNvPr>
            <p:cNvSpPr txBox="1"/>
            <p:nvPr/>
          </p:nvSpPr>
          <p:spPr>
            <a:xfrm>
              <a:off x="2667590" y="24632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en-US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D540AFCD-D41E-0DFA-8876-B80F5DF05103}"/>
              </a:ext>
            </a:extLst>
          </p:cNvPr>
          <p:cNvSpPr txBox="1"/>
          <p:nvPr/>
        </p:nvSpPr>
        <p:spPr>
          <a:xfrm>
            <a:off x="2507084" y="1243010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</a:t>
            </a:r>
            <a:r>
              <a:rPr lang="x-none" baseline="-25000" dirty="0"/>
              <a:t>1</a:t>
            </a:r>
            <a:r>
              <a:rPr lang="x-none" dirty="0"/>
              <a:t> = 2, w</a:t>
            </a:r>
            <a:r>
              <a:rPr lang="x-none" baseline="-25000" dirty="0"/>
              <a:t>2</a:t>
            </a:r>
            <a:r>
              <a:rPr lang="x-none" dirty="0"/>
              <a:t> = 3, b = 6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7D2742A7-0882-A30F-5B20-7017B7E0DA53}"/>
              </a:ext>
            </a:extLst>
          </p:cNvPr>
          <p:cNvCxnSpPr/>
          <p:nvPr/>
        </p:nvCxnSpPr>
        <p:spPr>
          <a:xfrm flipV="1">
            <a:off x="5086339" y="2128840"/>
            <a:ext cx="2614613" cy="3429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432772E8-E231-5D06-DED9-B3FF69515550}"/>
              </a:ext>
            </a:extLst>
          </p:cNvPr>
          <p:cNvSpPr txBox="1"/>
          <p:nvPr/>
        </p:nvSpPr>
        <p:spPr>
          <a:xfrm>
            <a:off x="6991859" y="1470541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2x+3y+6=0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B877882-2FE9-E53B-A2CA-CD181B289C62}"/>
              </a:ext>
            </a:extLst>
          </p:cNvPr>
          <p:cNvSpPr/>
          <p:nvPr/>
        </p:nvSpPr>
        <p:spPr>
          <a:xfrm rot="21156384">
            <a:off x="5200642" y="1371603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CEAC81E-AEFE-8DD8-4275-CA1D9158D5BF}"/>
              </a:ext>
            </a:extLst>
          </p:cNvPr>
          <p:cNvSpPr/>
          <p:nvPr/>
        </p:nvSpPr>
        <p:spPr>
          <a:xfrm rot="21156384">
            <a:off x="5350472" y="2300290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753DFF1-DB4B-5AEB-A41A-F885DA490141}"/>
              </a:ext>
            </a:extLst>
          </p:cNvPr>
          <p:cNvGrpSpPr>
            <a:grpSpLocks noChangeAspect="1"/>
          </p:cNvGrpSpPr>
          <p:nvPr/>
        </p:nvGrpSpPr>
        <p:grpSpPr>
          <a:xfrm>
            <a:off x="2464222" y="4505018"/>
            <a:ext cx="2457099" cy="1252677"/>
            <a:chOff x="977033" y="1554295"/>
            <a:chExt cx="3677192" cy="1874705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E7CBD53-6B89-697C-BE20-BEC53089F76A}"/>
                </a:ext>
              </a:extLst>
            </p:cNvPr>
            <p:cNvGrpSpPr/>
            <p:nvPr/>
          </p:nvGrpSpPr>
          <p:grpSpPr>
            <a:xfrm>
              <a:off x="977033" y="1554295"/>
              <a:ext cx="3677192" cy="1874705"/>
              <a:chOff x="7934337" y="2802886"/>
              <a:chExt cx="3677192" cy="1874705"/>
            </a:xfrm>
          </p:grpSpPr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32CE60A0-1447-E29C-A3F0-F508ED7ABAC4}"/>
                  </a:ext>
                </a:extLst>
              </p:cNvPr>
              <p:cNvSpPr/>
              <p:nvPr/>
            </p:nvSpPr>
            <p:spPr>
              <a:xfrm>
                <a:off x="8989892" y="3429000"/>
                <a:ext cx="678094" cy="681355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en-US" sz="3600" dirty="0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5674D05D-4314-3614-F7F3-75C06739391F}"/>
                  </a:ext>
                </a:extLst>
              </p:cNvPr>
              <p:cNvSpPr/>
              <p:nvPr/>
            </p:nvSpPr>
            <p:spPr>
              <a:xfrm>
                <a:off x="10229630" y="3352119"/>
                <a:ext cx="821072" cy="821072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𝝈</a:t>
                </a:r>
              </a:p>
            </p:txBody>
          </p: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F6AF9399-9EEC-691E-71B2-C99933426166}"/>
                  </a:ext>
                </a:extLst>
              </p:cNvPr>
              <p:cNvCxnSpPr>
                <a:endCxn id="186" idx="1"/>
              </p:cNvCxnSpPr>
              <p:nvPr/>
            </p:nvCxnSpPr>
            <p:spPr>
              <a:xfrm>
                <a:off x="8496733" y="3041151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013BE465-D253-8A99-A18D-5370AFDAE424}"/>
                  </a:ext>
                </a:extLst>
              </p:cNvPr>
              <p:cNvCxnSpPr>
                <a:cxnSpLocks/>
                <a:stCxn id="186" idx="2"/>
              </p:cNvCxnSpPr>
              <p:nvPr/>
            </p:nvCxnSpPr>
            <p:spPr>
              <a:xfrm flipH="1">
                <a:off x="8277981" y="3769678"/>
                <a:ext cx="711911" cy="11522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27AEDC98-9476-CDC9-9D6E-AED623E36AEC}"/>
                  </a:ext>
                </a:extLst>
              </p:cNvPr>
              <p:cNvCxnSpPr>
                <a:stCxn id="186" idx="3"/>
              </p:cNvCxnSpPr>
              <p:nvPr/>
            </p:nvCxnSpPr>
            <p:spPr>
              <a:xfrm flipH="1">
                <a:off x="8496733" y="4010573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47A31EB5-4775-4239-28AB-FFA6E8015B86}"/>
                  </a:ext>
                </a:extLst>
              </p:cNvPr>
              <p:cNvCxnSpPr>
                <a:stCxn id="186" idx="6"/>
                <a:endCxn id="187" idx="2"/>
              </p:cNvCxnSpPr>
              <p:nvPr/>
            </p:nvCxnSpPr>
            <p:spPr>
              <a:xfrm flipV="1">
                <a:off x="9667986" y="3762655"/>
                <a:ext cx="561643" cy="7023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77D0B634-1EDB-5106-1F61-6EDA04DBD969}"/>
                  </a:ext>
                </a:extLst>
              </p:cNvPr>
              <p:cNvCxnSpPr>
                <a:cxnSpLocks/>
                <a:stCxn id="187" idx="6"/>
              </p:cNvCxnSpPr>
              <p:nvPr/>
            </p:nvCxnSpPr>
            <p:spPr>
              <a:xfrm>
                <a:off x="11050701" y="3762655"/>
                <a:ext cx="560828" cy="0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2DC96100-3193-A350-9B36-BA96F6D70BD2}"/>
                  </a:ext>
                </a:extLst>
              </p:cNvPr>
              <p:cNvSpPr txBox="1"/>
              <p:nvPr/>
            </p:nvSpPr>
            <p:spPr>
              <a:xfrm>
                <a:off x="8676986" y="2808720"/>
                <a:ext cx="312906" cy="369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F035B0F-D417-3371-E8AF-75CC45247F7E}"/>
                  </a:ext>
                </a:extLst>
              </p:cNvPr>
              <p:cNvSpPr txBox="1"/>
              <p:nvPr/>
            </p:nvSpPr>
            <p:spPr>
              <a:xfrm>
                <a:off x="8411103" y="3277810"/>
                <a:ext cx="436338" cy="369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DB7DD8A-DEE9-C534-593F-1614126D3AA7}"/>
                  </a:ext>
                </a:extLst>
              </p:cNvPr>
              <p:cNvSpPr txBox="1"/>
              <p:nvPr/>
            </p:nvSpPr>
            <p:spPr>
              <a:xfrm>
                <a:off x="8729539" y="4130913"/>
                <a:ext cx="436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187C63D-16FC-3B81-DAB8-9FA460460445}"/>
                  </a:ext>
                </a:extLst>
              </p:cNvPr>
              <p:cNvSpPr txBox="1"/>
              <p:nvPr/>
            </p:nvSpPr>
            <p:spPr>
              <a:xfrm>
                <a:off x="8130206" y="430825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51C629B-78C0-787D-43F6-6DC868D077AB}"/>
                  </a:ext>
                </a:extLst>
              </p:cNvPr>
              <p:cNvSpPr txBox="1"/>
              <p:nvPr/>
            </p:nvSpPr>
            <p:spPr>
              <a:xfrm>
                <a:off x="7934337" y="355596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625AE87-F39F-C5AC-AB91-916150637732}"/>
                  </a:ext>
                </a:extLst>
              </p:cNvPr>
              <p:cNvSpPr txBox="1"/>
              <p:nvPr/>
            </p:nvSpPr>
            <p:spPr>
              <a:xfrm>
                <a:off x="8219241" y="280288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E5AABA5-911A-F27D-DDF5-B87C9087F707}"/>
                </a:ext>
              </a:extLst>
            </p:cNvPr>
            <p:cNvSpPr txBox="1"/>
            <p:nvPr/>
          </p:nvSpPr>
          <p:spPr>
            <a:xfrm>
              <a:off x="2667590" y="24632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en-US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DB9A0073-B904-1F13-712A-AF8E899FDCBE}"/>
              </a:ext>
            </a:extLst>
          </p:cNvPr>
          <p:cNvSpPr txBox="1"/>
          <p:nvPr/>
        </p:nvSpPr>
        <p:spPr>
          <a:xfrm>
            <a:off x="2592153" y="4046822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</a:t>
            </a:r>
            <a:r>
              <a:rPr lang="x-none" baseline="-25000" dirty="0"/>
              <a:t>1</a:t>
            </a:r>
            <a:r>
              <a:rPr lang="x-none" dirty="0"/>
              <a:t> = 5, w</a:t>
            </a:r>
            <a:r>
              <a:rPr lang="x-none" baseline="-25000" dirty="0"/>
              <a:t>2</a:t>
            </a:r>
            <a:r>
              <a:rPr lang="x-none" dirty="0"/>
              <a:t> = 4, b = 3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2CA6469-3BAF-5AEA-14D0-2E678A0375FA}"/>
              </a:ext>
            </a:extLst>
          </p:cNvPr>
          <p:cNvCxnSpPr>
            <a:cxnSpLocks/>
          </p:cNvCxnSpPr>
          <p:nvPr/>
        </p:nvCxnSpPr>
        <p:spPr>
          <a:xfrm flipH="1">
            <a:off x="6086467" y="3669671"/>
            <a:ext cx="315000" cy="210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3C2387AF-88D3-0F3F-BA8D-FFDD69F469FA}"/>
              </a:ext>
            </a:extLst>
          </p:cNvPr>
          <p:cNvSpPr/>
          <p:nvPr/>
        </p:nvSpPr>
        <p:spPr>
          <a:xfrm rot="16724079">
            <a:off x="5563740" y="4374079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C694998-3216-41CE-75D6-C39068FDC909}"/>
              </a:ext>
            </a:extLst>
          </p:cNvPr>
          <p:cNvSpPr/>
          <p:nvPr/>
        </p:nvSpPr>
        <p:spPr>
          <a:xfrm rot="16724079">
            <a:off x="4621602" y="4211112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08" name="Plus 207">
            <a:extLst>
              <a:ext uri="{FF2B5EF4-FFF2-40B4-BE49-F238E27FC236}">
                <a16:creationId xmlns:a16="http://schemas.microsoft.com/office/drawing/2014/main" id="{3CC2A3C4-0E3D-B9DC-2807-D9A2950821BF}"/>
              </a:ext>
            </a:extLst>
          </p:cNvPr>
          <p:cNvSpPr/>
          <p:nvPr/>
        </p:nvSpPr>
        <p:spPr>
          <a:xfrm>
            <a:off x="6340335" y="3249322"/>
            <a:ext cx="432000" cy="419078"/>
          </a:xfrm>
          <a:prstGeom prst="mathPlus">
            <a:avLst>
              <a:gd name="adj1" fmla="val 129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09" name="Equals 208">
            <a:extLst>
              <a:ext uri="{FF2B5EF4-FFF2-40B4-BE49-F238E27FC236}">
                <a16:creationId xmlns:a16="http://schemas.microsoft.com/office/drawing/2014/main" id="{364EA26C-556F-D4AC-AC02-0D2372C9689A}"/>
              </a:ext>
            </a:extLst>
          </p:cNvPr>
          <p:cNvSpPr/>
          <p:nvPr/>
        </p:nvSpPr>
        <p:spPr>
          <a:xfrm>
            <a:off x="7443261" y="3292186"/>
            <a:ext cx="432000" cy="360000"/>
          </a:xfrm>
          <a:prstGeom prst="mathEqual">
            <a:avLst>
              <a:gd name="adj1" fmla="val 11614"/>
              <a:gd name="adj2" fmla="val 276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AFB2355B-A028-8128-6DC7-9163104F82A2}"/>
              </a:ext>
            </a:extLst>
          </p:cNvPr>
          <p:cNvSpPr txBox="1"/>
          <p:nvPr/>
        </p:nvSpPr>
        <p:spPr>
          <a:xfrm>
            <a:off x="5376854" y="5824053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5x+4y+3=0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F0211B41-41A3-52AF-C88A-B101A02689B7}"/>
              </a:ext>
            </a:extLst>
          </p:cNvPr>
          <p:cNvGrpSpPr>
            <a:grpSpLocks noChangeAspect="1"/>
          </p:cNvGrpSpPr>
          <p:nvPr/>
        </p:nvGrpSpPr>
        <p:grpSpPr>
          <a:xfrm>
            <a:off x="9057202" y="1470541"/>
            <a:ext cx="2296598" cy="1767821"/>
            <a:chOff x="1529862" y="1550841"/>
            <a:chExt cx="3833446" cy="2950820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A81CD53F-2735-03DA-CFFB-210A944A54C6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5CCC28EA-F017-6922-C930-D37C959D9A95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330A29D8-A220-D13E-F04C-C748F2E8385B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54F5886F-3F42-70AD-74EB-55F3A428E98C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996947BA-124C-C6A1-ADA5-74869C440E0C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12F664C7-C1CC-484C-436B-F191ADD4C578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4C850CD1-339C-C2EE-8D6F-333410A73B9B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052F9E8E-BA78-8BDC-45AD-24E454321801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06DC7FD7-43C4-2E02-77B9-F1A0F19E507D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B535B6D8-B13E-EF68-72FD-CF080A8A6ED0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123FD264-E0E7-68AD-01F0-3972A7019F15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F6798BE1-02A3-CBE6-E9CC-95CDAA02301F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6C1DCE6E-A9FE-BC51-29E8-41ED3E3D63EF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2C735364-4533-B9E2-3860-EE0E300E91D2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E9BE87E7-EC2C-2043-1FCD-C544953FE574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DFD66AF-D84D-B2C1-02D3-81C1BE749D87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28046E12-73B6-6274-0D19-4B4834C47302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2EC0EF39-06E1-A1F4-D9D6-23E7A201237F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CB5F129C-EF44-6C3E-A2C3-4D7E45A7FF6C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5897C4DD-C505-B076-9ED6-D4AB16A8FFE0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9E733030-3C97-E23F-D023-3FCA5184CA5B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C5F496B3-B143-10A5-A2A5-288A9CD69342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79553C24-572B-8F60-D595-9FC6F9B0C098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337ED3F7-1B8B-D69A-8F15-24D5FB1B00BB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A0E5112D-7709-8EFA-DFEE-4A37D1939436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8581821E-5286-6B9C-F3BF-49FF0EDEE655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08913676-5049-7E6E-6ECD-005F11827968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F02BBDFA-F011-A370-A939-55198D67D489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2D6308AA-B2CF-8D7C-6502-F64C85FCFCA2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DEB3BDDE-4CEC-B855-3B4D-EAC30B564683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9061AD7-0E4A-59D0-BFC1-E4DD5B6420A8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C59D861E-160B-D1BE-07C2-3A4881EFCD63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64E4F0B5-F569-D999-610A-471F375B06A4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C0CC7BD6-A3E4-1CE5-5493-AEF50C584628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FE5A9CAA-0EE0-92DD-AAAC-F65885959D3C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BE472702-904B-DD91-8DC5-419610F3F681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C4CECD89-2D4A-D35A-2C54-943A6398FCD3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36DA800B-3742-8341-1F2D-684F3402C3F2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D631FF9F-F35E-4D96-1AEC-2B6E28AFA101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DC60843-A0D7-BA9B-8DD0-6A4A54288040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48C4BCD4-CFE7-6886-7D18-7B4A2A539C2D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E1BF9359-1625-DABD-B049-FA0292429A7C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9687D698-98A7-B17E-460F-15897AA27A95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C0D1DE30-E536-7E69-84D1-EAEB25F9DEBB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4A45CF3F-FD05-3F9E-010C-8355C5B42C10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F4F7CFD5-FD81-95FD-E689-F21CBCBBA4B0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D6D14D11-3179-D4D4-FD8E-3D2670181D90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432EB1F2-66CB-AFCB-6A38-15A9800506F4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7D22B052-2351-7B7C-A0C0-439F78B54F70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E8ED2517-DC24-290B-4C8C-A333428E197E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CF8D80DA-BFD0-B8EE-9E6D-87BEBB30D28B}"/>
              </a:ext>
            </a:extLst>
          </p:cNvPr>
          <p:cNvCxnSpPr/>
          <p:nvPr/>
        </p:nvCxnSpPr>
        <p:spPr>
          <a:xfrm flipV="1">
            <a:off x="8610600" y="2346628"/>
            <a:ext cx="2614613" cy="3429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B47DDA37-861E-A7BD-9270-F1AF3FA60683}"/>
              </a:ext>
            </a:extLst>
          </p:cNvPr>
          <p:cNvCxnSpPr>
            <a:cxnSpLocks/>
          </p:cNvCxnSpPr>
          <p:nvPr/>
        </p:nvCxnSpPr>
        <p:spPr>
          <a:xfrm flipH="1">
            <a:off x="9982200" y="1270645"/>
            <a:ext cx="315000" cy="210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648E8722-CC71-E123-EFAE-9990139F4795}"/>
                  </a:ext>
                </a:extLst>
              </p14:cNvPr>
              <p14:cNvContentPartPr/>
              <p14:nvPr/>
            </p14:nvContentPartPr>
            <p14:xfrm>
              <a:off x="9429885" y="1464930"/>
              <a:ext cx="1726920" cy="151308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648E8722-CC71-E123-EFAE-9990139F47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75885" y="1356930"/>
                <a:ext cx="1834560" cy="172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662E0D6-7D58-B84B-87E7-97F97817F678}"/>
                  </a:ext>
                </a:extLst>
              </p14:cNvPr>
              <p14:cNvContentPartPr/>
              <p14:nvPr/>
            </p14:nvContentPartPr>
            <p14:xfrm>
              <a:off x="10219725" y="1382850"/>
              <a:ext cx="1118160" cy="9367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662E0D6-7D58-B84B-87E7-97F97817F6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65725" y="1274850"/>
                <a:ext cx="1225800" cy="1152360"/>
              </a:xfrm>
              <a:prstGeom prst="rect">
                <a:avLst/>
              </a:prstGeom>
            </p:spPr>
          </p:pic>
        </mc:Fallback>
      </mc:AlternateContent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301320DC-CBBD-A930-709E-8F47B3B8D02A}"/>
              </a:ext>
            </a:extLst>
          </p:cNvPr>
          <p:cNvCxnSpPr>
            <a:cxnSpLocks/>
          </p:cNvCxnSpPr>
          <p:nvPr/>
        </p:nvCxnSpPr>
        <p:spPr>
          <a:xfrm flipV="1">
            <a:off x="8046374" y="3000134"/>
            <a:ext cx="604723" cy="44695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DDD9C91D-1D43-477B-1261-C328D3BAD0C8}"/>
              </a:ext>
            </a:extLst>
          </p:cNvPr>
          <p:cNvCxnSpPr>
            <a:cxnSpLocks/>
          </p:cNvCxnSpPr>
          <p:nvPr/>
        </p:nvCxnSpPr>
        <p:spPr>
          <a:xfrm>
            <a:off x="10139700" y="3429000"/>
            <a:ext cx="0" cy="65920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0426B231-CA0B-FE6D-7220-8E53D39D798A}"/>
              </a:ext>
            </a:extLst>
          </p:cNvPr>
          <p:cNvSpPr txBox="1"/>
          <p:nvPr/>
        </p:nvSpPr>
        <p:spPr>
          <a:xfrm>
            <a:off x="10219725" y="3514118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Smoothing</a:t>
            </a:r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0E076F87-F8C7-2414-4AA9-253C77A61261}"/>
              </a:ext>
            </a:extLst>
          </p:cNvPr>
          <p:cNvGrpSpPr>
            <a:grpSpLocks noChangeAspect="1"/>
          </p:cNvGrpSpPr>
          <p:nvPr/>
        </p:nvGrpSpPr>
        <p:grpSpPr>
          <a:xfrm>
            <a:off x="9071426" y="4254822"/>
            <a:ext cx="2296598" cy="1767821"/>
            <a:chOff x="1529862" y="1550841"/>
            <a:chExt cx="3833446" cy="2950820"/>
          </a:xfrm>
        </p:grpSpPr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1F6C9B16-E2E2-1B97-DB6D-B86CE22C1CBF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B70AF360-4FAE-4531-FE97-93C745A2F272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495A5001-D89D-887F-5581-32CB6B0962B9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6AA78E39-9F37-44A2-F24A-00A724237C51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8929BABA-1970-A6AC-8EE6-731D0BCE2E1C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132AAF87-C11E-7BF2-A625-8CA6D890B0D1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44ADF1A1-1DF6-1E78-44BA-84B08DED64A5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F7A64B30-2229-B632-7999-320A4229CDE2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2A5AFB6E-13B4-2F5F-67BF-9B05D9435E75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6ADC7CCE-BB44-FEB4-DCC8-FBA1328D88F7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9FD90D64-8808-6177-CA35-750E95815754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5ACB5593-65A0-A85B-B440-DF954AC4E52D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D502962E-2B88-C2B0-CE8B-DDC4A6DAEA88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6FEF9E82-D1FF-8EF7-1145-CAACF124019E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238F4C79-E39C-0FF5-A431-39B3AFCFCC42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DFAA2C44-774A-FD44-2C92-C62F6BFF536F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E38BE928-48C7-2527-82E6-825B188D5E74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07BCEBCC-312C-12D8-32F7-4885C9C3E6B5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35CBF092-2DAE-F40A-1362-4BFB2936E275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096335DF-ECA1-3DAD-10F2-88BF8C0F0B58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193E8DA9-6FC8-B4B0-1DAC-D487BD89949F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3E2D4DB7-09BE-A08D-3453-4AB17BFD7876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DC458506-DCCB-49B0-9988-972D6156C4C0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8577BB74-9F06-F39C-AA77-018750F06A74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655AF99D-3DFA-1176-4D75-3B279651029F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F6EF0537-186B-76AC-864C-D717D4E0BEE0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0A519105-9D97-3876-6C49-9AEC75DA4301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B8ABCFE-F617-2520-D5F1-39A6F751D965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8F203BD4-A106-56D1-90DB-CEAE379C68A3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3A043B0A-957A-84AC-33B3-B3E76A2FC2E2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202482CD-DB45-A93A-01A4-AC82B35A6AB0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125B3239-CDE9-93EB-DAC7-CA013A1695F4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E949C8A2-8A9D-F5C5-7970-9C7D09698B80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40EA67A4-1D9D-8862-1FF0-80E487AC22BC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64B706DA-02E9-F4DC-F93A-AAEF346A313A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F7207365-C7DF-891A-6E4B-1FF52D40FFE2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F0288C19-6DB7-0279-00BF-C676FD739052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5C622F76-7FF9-F404-A04D-73502294EE2A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4E1B4F8A-DE09-DFF1-A04B-46C1EE539BFA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B08DF09B-F5D2-429B-BF76-B2409CCEB558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E1864A04-B89D-5CF3-1630-418F27766533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B26F8CEE-EC14-F7A3-3310-77546FEA90B6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9D0788F5-D3DE-2D6D-DDCC-6F231987B24A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107760A1-A12B-E29B-46D2-EF4EA747CE46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8286493A-33FE-7D8C-4E67-441C3BA6FE2D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0618167E-15C9-3B04-EA11-C3A8A46B619C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47909BF0-E33F-7DE2-BD47-E5DE2316F2B9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F88CE1A6-DA13-9E49-6912-E0E2A84329C0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65D27501-6A68-5C75-7296-4AE35DA8BB74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2602E809-F1AA-FD67-9505-780EBBCF7FE5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7A7E3D27-6B45-32CB-1B75-B5EA0AE3BF64}"/>
                  </a:ext>
                </a:extLst>
              </p14:cNvPr>
              <p14:cNvContentPartPr/>
              <p14:nvPr/>
            </p14:nvContentPartPr>
            <p14:xfrm>
              <a:off x="10099540" y="4256100"/>
              <a:ext cx="960840" cy="11034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7A7E3D27-6B45-32CB-1B75-B5EA0AE3BF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81900" y="4238100"/>
                <a:ext cx="99648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58CCD99E-C73F-5AF7-E6C4-0724003A2497}"/>
                  </a:ext>
                </a:extLst>
              </p14:cNvPr>
              <p14:cNvContentPartPr/>
              <p14:nvPr/>
            </p14:nvContentPartPr>
            <p14:xfrm>
              <a:off x="10185580" y="4335660"/>
              <a:ext cx="1148040" cy="88308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58CCD99E-C73F-5AF7-E6C4-0724003A24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31940" y="4227660"/>
                <a:ext cx="1255680" cy="10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024CDF5C-A920-1385-2774-187D18C33183}"/>
                  </a:ext>
                </a:extLst>
              </p14:cNvPr>
              <p14:cNvContentPartPr/>
              <p14:nvPr/>
            </p14:nvContentPartPr>
            <p14:xfrm>
              <a:off x="9402940" y="4303260"/>
              <a:ext cx="711000" cy="99576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024CDF5C-A920-1385-2774-187D18C331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48967" y="4195260"/>
                <a:ext cx="818586" cy="12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D6775E86-7785-9D2D-E6B9-F1DB482D214E}"/>
                  </a:ext>
                </a:extLst>
              </p14:cNvPr>
              <p14:cNvContentPartPr/>
              <p14:nvPr/>
            </p14:nvContentPartPr>
            <p14:xfrm>
              <a:off x="9527140" y="5175180"/>
              <a:ext cx="1454760" cy="41544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D6775E86-7785-9D2D-E6B9-F1DB482D214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73153" y="5067086"/>
                <a:ext cx="1562373" cy="6312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421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AB21-024B-F599-6DEC-396454E1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Mathematics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5957F-DAE1-8BE3-2D2C-FBCC1420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B82E-438D-3ACD-03AB-80E66E14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8534-882A-85AA-7EE3-0D0B2E28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8</a:t>
            </a:fld>
            <a:endParaRPr lang="x-non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7665290-21B9-02D3-2F3C-5238781E2E0A}"/>
                  </a:ext>
                </a:extLst>
              </p14:cNvPr>
              <p14:cNvContentPartPr/>
              <p14:nvPr/>
            </p14:nvContentPartPr>
            <p14:xfrm>
              <a:off x="-347300" y="527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7665290-21B9-02D3-2F3C-5238781E2E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00940" y="-54900"/>
                <a:ext cx="108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3AB1FFC-2C29-7F65-FFCA-68DAF41D0470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6" y="1302915"/>
            <a:ext cx="2296598" cy="1767821"/>
            <a:chOff x="1529862" y="1550841"/>
            <a:chExt cx="3833446" cy="295082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25808A0-C332-4446-7F09-6E4581BEA542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BAF6841-8D66-607A-4A28-CCE965401421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C133574-1403-3D6E-154F-CBB44EBCC782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4BEEAC3-CCE1-3A4D-B85C-2F22A5E839A0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B0CB077-8E30-28E6-5A6D-836A211B3551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E68F6F9-2CB7-3DD7-9999-D0683D40C96F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C0C7D0-7760-0D54-9228-DEEC6AC036A5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74668B6-68EC-36A7-08AC-4086525D6A37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2B32BC9-5E38-DDDA-0425-0ADE3A153AE3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04B7C06-595A-6F84-BF78-E1F38C7028B3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C9D3DC-2A18-E5DC-CA12-97116CF3F1B1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AB2E16C-060D-0CB3-5456-32942D8658AB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A57E1A5-E887-C840-ABB5-289DD9BE8AC1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8772705-BE57-5272-AE6D-79B0443E7F06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05AFB5B-3A0A-A69A-CB2F-FA5F589CA1AE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F049213-2657-B03B-03A6-7CCE1C78292A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2A2CC70-7CDC-C2F2-552A-A4BA7134F354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63C8D28-ABCF-691D-E963-C95B2A0ECC9B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12A9335-B276-9CC3-6835-80D2DF0F3D9F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2E12530-02CD-1632-79CE-6CB82996AF14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C6D81B9-3AE6-B8CB-73E8-77FA443F58D4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D9760CC-E386-A7C0-826B-30D5538F299A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2E2447-DF14-A8E3-0A1B-E52047917375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422E4B5-527C-F963-4B12-A234D9B63263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2322BA8-FAE6-EDC8-5929-3FFEB9559BB3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0694E93-A9D8-20B9-7E1C-9254C85BC047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3927AAE-05AE-CE05-D811-DBAC656D2109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9649A-63E9-20E0-EE80-ECD7662052AD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E170F8A-BA96-BB74-06F7-AE1F23591550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8B25BC0-A759-D997-3B2C-D21D699F552B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625FE7F-F7CA-9C5A-B6CB-BAFCD98B0911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4F1C2FD-C41C-2646-4E8D-FD738983EA16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626346-CAC9-C40F-86F2-2E7F35182656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18E4C0D-E54D-5B45-2956-B2C91640AF3C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C4D5DA1-E8F7-2E87-E207-F1243DA58842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6F55E03-874C-83B8-E8C0-55B416C0B910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19F9038-368D-BB02-853E-208BF6E208A9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35816A5-3953-2FC4-0CAB-7B7A58A3A9E3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E04B15B-5D66-D7C5-9983-CF02DCD380A6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44EFF26-2E92-DBC1-A7AB-782F07354D47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4BCEBD8-6475-3029-F6B3-0C9634DB718A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B64CA76-551B-3DC4-3E5E-D374BA6F39F1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2B91104-ECA2-600E-0A95-F6066F7026DE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C5818C6-940E-28E5-E853-A1AC1170ED40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40B2A73-69C7-6D83-0D19-2772599CE315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726FE7D-9A96-2E67-F6EA-CDF943F58B7D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5C4BF38-F8D4-60BA-AF3E-950DCDDCE7F5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237798C-F84C-AECA-4A53-85495A2BEAA1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178AB26-981C-EC7A-EC64-FCFD65B67899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9612CDF-B774-D288-29C5-30A4C2886595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B361992-0AAB-B2BB-975F-B8847E4AD6A2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9" y="3827039"/>
            <a:ext cx="2296598" cy="1767821"/>
            <a:chOff x="1529862" y="1550841"/>
            <a:chExt cx="3833446" cy="295082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F14CF42-62E4-8283-D499-6ABCF1FAA0C3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25435BE-2954-D3DC-2583-E8B56997F720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FE5CB83-F299-31E0-31AF-06A50A29EF5C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11F992B-078E-E3DE-203B-5513D2D2DE0A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75ADE14-0A5E-844F-8013-0FD8491057A3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6C57CC9-29DB-196F-49AD-1EED9C7EF9AF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3D8384A-43AB-DBC3-5C46-390F82E94B58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D58BC99-E88E-5CA8-4404-B00E77F77D3D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707F74B-A163-675B-2F32-C8CF376E0ADD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6931E3E-51A6-8B44-BED4-B57692A63A62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5DECD37-3707-1268-758A-0F09AEB6B458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6BF0D86-DF39-D058-8D4E-9E804B913544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C43D0E3-DC7E-F9D8-9A89-0885A2CD6D6A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A1C2460-ECE1-0882-7D79-9BBD268A9A2B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E576B31-6617-B7D9-621B-BB525B1F55C9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DC38067-2D78-EEE1-E490-C0C189FBCCCD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3F4C2C2-E96C-06FA-378D-DB4E4EB84B63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3AE3FAD-96AB-3933-3761-5B9EE6FF6B00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267682E-F98D-953B-C855-F8ED21E3A315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2AA429B-F764-77EF-B3E7-C7DB3C3D3428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9FDDCB0-35E8-15D5-2AED-9EEAE042B7C3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911C592-24A3-CF5B-37E6-9459AB7A0CCD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60815C9-1645-B4AE-9B56-81366CECEADD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B3E6157-A4C3-D2CE-56F6-2F9A589C5D92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D1C48A7-59EC-F8C6-460C-BDC0B0EFFB7A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F135916-8EE1-AD81-E3D8-38847F5A2054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BB5E8D3-C231-A6BA-17DA-29C6E2415603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A717FCF-38A0-56F0-9CC0-D2FE8E325819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8257FCB-4DD1-9C5A-08EE-2DBDDE130FBF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77A173B-9DF7-D026-8D9B-5EC041EC697E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D98EC70-0172-2340-42C8-551EF1DEEB41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B28FDB8-4237-B9BC-154D-B37BE87F0D57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5BA961E-BD3D-34A3-41AF-6ADCA70413E0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4C5C7FC-1145-FC82-552C-1C7441CB29B2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60DD0FE-F410-BE81-B6F1-6EA38954E445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F9CCCE9-4C80-76B0-6FB4-0D2923F4A30C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0D96E08-8FAA-0E1E-8F64-8532819D0F95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CD36034-32DB-6FB1-0EB2-7D247743523D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487590D-B4B7-D97C-158D-1B2C404A2652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0060D36-FEF0-C6DC-4D9F-F65AA3C30A9F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640AD37-071E-B02E-DB49-5F4AEA327CD2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2EFFE99-AFE0-D3C9-8E10-B871DBD0CAE6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6D94D09-E16C-C8E4-BD92-13C62257050C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B06A884-46D3-326D-6F90-8B4EF8F70890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D521FFD-87DD-E0BA-B1ED-C0C3159F488E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78BF82E-C573-69EC-81C3-341E2430B4A9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2C979BE-8CF3-054F-DC92-669AE89C678F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F70227B5-2F6B-160D-3DB1-C0AFC00FA7E9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A210E61-AFC7-B305-9CEA-38FEC8B02E0D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1F7623B-D722-D3A0-7C55-60F73826A864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10EAEF6-D0AD-823D-E1AD-67BF87597578}"/>
              </a:ext>
            </a:extLst>
          </p:cNvPr>
          <p:cNvCxnSpPr/>
          <p:nvPr/>
        </p:nvCxnSpPr>
        <p:spPr>
          <a:xfrm flipV="1">
            <a:off x="971539" y="2128840"/>
            <a:ext cx="2614613" cy="3429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4E9E5C4-BE4D-0AEE-1893-4863938E9C78}"/>
              </a:ext>
            </a:extLst>
          </p:cNvPr>
          <p:cNvSpPr/>
          <p:nvPr/>
        </p:nvSpPr>
        <p:spPr>
          <a:xfrm rot="21156384">
            <a:off x="1085842" y="1371603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0E37C42-704F-4A31-FDA4-0284DE517EF6}"/>
              </a:ext>
            </a:extLst>
          </p:cNvPr>
          <p:cNvSpPr/>
          <p:nvPr/>
        </p:nvSpPr>
        <p:spPr>
          <a:xfrm rot="21156384">
            <a:off x="1235672" y="2300290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26E4D17-E6BB-3D35-7F6B-1C935F5553C2}"/>
              </a:ext>
            </a:extLst>
          </p:cNvPr>
          <p:cNvCxnSpPr>
            <a:cxnSpLocks/>
          </p:cNvCxnSpPr>
          <p:nvPr/>
        </p:nvCxnSpPr>
        <p:spPr>
          <a:xfrm flipH="1">
            <a:off x="1971667" y="3669671"/>
            <a:ext cx="315000" cy="210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C3100E7-9B5A-029E-58B6-C2ED7090FEB7}"/>
              </a:ext>
            </a:extLst>
          </p:cNvPr>
          <p:cNvSpPr/>
          <p:nvPr/>
        </p:nvSpPr>
        <p:spPr>
          <a:xfrm rot="16724079">
            <a:off x="1448940" y="4374079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B83555B-7439-9B14-89B6-270F6FC11433}"/>
              </a:ext>
            </a:extLst>
          </p:cNvPr>
          <p:cNvSpPr/>
          <p:nvPr/>
        </p:nvSpPr>
        <p:spPr>
          <a:xfrm rot="16724079">
            <a:off x="506802" y="4211112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7" name="Plus 116">
            <a:extLst>
              <a:ext uri="{FF2B5EF4-FFF2-40B4-BE49-F238E27FC236}">
                <a16:creationId xmlns:a16="http://schemas.microsoft.com/office/drawing/2014/main" id="{71F9B05E-B7C8-E52F-3F51-F40261C31378}"/>
              </a:ext>
            </a:extLst>
          </p:cNvPr>
          <p:cNvSpPr/>
          <p:nvPr/>
        </p:nvSpPr>
        <p:spPr>
          <a:xfrm>
            <a:off x="2225535" y="3249322"/>
            <a:ext cx="432000" cy="419078"/>
          </a:xfrm>
          <a:prstGeom prst="mathPlus">
            <a:avLst>
              <a:gd name="adj1" fmla="val 129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8" name="Equals 117">
            <a:extLst>
              <a:ext uri="{FF2B5EF4-FFF2-40B4-BE49-F238E27FC236}">
                <a16:creationId xmlns:a16="http://schemas.microsoft.com/office/drawing/2014/main" id="{D94DDBFF-4067-4DD7-C698-FAD686A8F0D2}"/>
              </a:ext>
            </a:extLst>
          </p:cNvPr>
          <p:cNvSpPr/>
          <p:nvPr/>
        </p:nvSpPr>
        <p:spPr>
          <a:xfrm>
            <a:off x="3328461" y="3292186"/>
            <a:ext cx="432000" cy="360000"/>
          </a:xfrm>
          <a:prstGeom prst="mathEqual">
            <a:avLst>
              <a:gd name="adj1" fmla="val 11614"/>
              <a:gd name="adj2" fmla="val 276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338BFEA-0DFE-6079-C2D4-CB59CB1F0252}"/>
              </a:ext>
            </a:extLst>
          </p:cNvPr>
          <p:cNvSpPr/>
          <p:nvPr/>
        </p:nvSpPr>
        <p:spPr>
          <a:xfrm>
            <a:off x="2470212" y="1713611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8FFFD4E-9D39-5392-672E-6680A5527092}"/>
              </a:ext>
            </a:extLst>
          </p:cNvPr>
          <p:cNvSpPr txBox="1"/>
          <p:nvPr/>
        </p:nvSpPr>
        <p:spPr>
          <a:xfrm>
            <a:off x="3559277" y="1425677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P(y) = 0.7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EB20FD1-7B16-C392-D4AE-9AE5B3750608}"/>
              </a:ext>
            </a:extLst>
          </p:cNvPr>
          <p:cNvSpPr txBox="1"/>
          <p:nvPr/>
        </p:nvSpPr>
        <p:spPr>
          <a:xfrm>
            <a:off x="3328461" y="4404103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P(y) = 0.8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F22DCC2-0A77-5199-5B95-655431821DAF}"/>
              </a:ext>
            </a:extLst>
          </p:cNvPr>
          <p:cNvSpPr/>
          <p:nvPr/>
        </p:nvSpPr>
        <p:spPr>
          <a:xfrm>
            <a:off x="2465295" y="4225758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63141F7-C935-2186-2842-E08593594625}"/>
              </a:ext>
            </a:extLst>
          </p:cNvPr>
          <p:cNvGrpSpPr>
            <a:grpSpLocks noChangeAspect="1"/>
          </p:cNvGrpSpPr>
          <p:nvPr/>
        </p:nvGrpSpPr>
        <p:grpSpPr>
          <a:xfrm>
            <a:off x="5358627" y="2365411"/>
            <a:ext cx="2296598" cy="1767821"/>
            <a:chOff x="1529862" y="1550841"/>
            <a:chExt cx="3833446" cy="2950820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4F43534E-5212-D585-7031-F50DEE2D9E58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9F8BB1BC-74BD-EDDA-2E06-558067FA6B59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8B4DF2E5-2E69-2B84-D249-1AE810B09B51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7A2349D-0824-124D-5DEE-6A99D4BF5F56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7BD96FC8-0B12-5A70-FC87-1D9EEFA44120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9F0DD19-415A-EEA3-93F0-785B9ADEB762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B1CFEB0-225D-D540-987A-185488D91EDE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A276C8C0-B1D3-A19D-5D40-1CDE395B4255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E7D0465-1914-8F2C-EEC5-93B8535F90E6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43CC2E4-BCB1-B58C-530F-64C2A71D5CAA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6DF3DF38-708D-4A5D-9F64-9530C0BA3C4D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9DA2475-F584-5256-AB11-5AD7F968C76E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85CF7EFF-73E7-F7BF-4AE1-0B022A36C8D5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D3D35B1D-97AD-6B3B-F519-29A46C8878B3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A817CEB-999A-C987-8C87-211FE1F68BD2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2A4A02C-E539-579F-FF18-B74A994DC4B6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AF6A4AB2-0142-DB2C-7E8E-9B3252AEC9CD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705D688B-AAD6-A06E-C8DE-1EE6AF4F5F60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354B5FF3-3C9B-E687-B3CA-B1BF6B2B1DFE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8F3DDF1F-390A-1144-5606-B8C3236C69AB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CFDD8E1-8C8E-2D9B-0267-8E4E9024CD39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33D108CF-C343-96C9-2A0F-316D660761EE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11B17FB7-D3D4-C463-CE1D-0F1DEA05BD6A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B23C218-494E-29F0-77B3-6BD0BF0FCDEB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C884E77-7823-2B64-829A-06A6F1122198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3BD26F7-02DE-E296-53DC-3F8E2818A8A2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ACBCE59B-0D8E-40E4-3C93-68434708588C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90DFB764-0E4A-4A11-D232-B4EE89DFB274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FF722517-BCA1-AAAD-6169-9398815658B0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98AA939D-92EA-CDEF-D862-08CE36F5C21A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738E391-9EE1-E9DA-5F23-395421A856A4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39795E5-166B-58CA-FFFB-8AEF9AE205BA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7502CEFD-DB56-9567-7C5A-02A8C0CBB2A9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DDBB127D-5465-D3FC-6837-9EBD62468667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41F6668-1558-296F-1C8F-98BFC613D695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57C3F126-ABD9-028F-A9EB-4FC845512289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BBBC7968-99F5-0B67-F840-85BAF4815159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3DD25B-C5FE-1901-26AA-B50465AA5DA9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9F444517-C9C6-CB40-0A75-399CAF3CB1DE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0972A2C-D275-5B2A-4978-640B86A1BF5C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48F5D0B-3475-D912-03B2-70D56C807C69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BD8989A0-B1BD-E19F-ADFA-E7C486F7F8C5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89FD814-2AE7-1794-FBCE-B9D2525BB312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5A5EB8C3-30F2-086D-54B2-7A845B7A2E95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D9A81D1-11A7-61F5-AE00-2945A0A98856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1128FDAF-E02F-C703-D911-9BB09F603F84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73E25E5-F664-6569-89C5-FB677B851D4B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A5239185-0AE2-7821-B799-F989B3578268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6C36E721-9947-F5F5-9D22-ED104855CCEB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3B0AFAE-D699-07AD-919F-3D8AF1A76803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sp>
        <p:nvSpPr>
          <p:cNvPr id="175" name="Oval 174">
            <a:extLst>
              <a:ext uri="{FF2B5EF4-FFF2-40B4-BE49-F238E27FC236}">
                <a16:creationId xmlns:a16="http://schemas.microsoft.com/office/drawing/2014/main" id="{51B0D2E0-99F3-39B0-F3C5-7134D5D6A4B5}"/>
              </a:ext>
            </a:extLst>
          </p:cNvPr>
          <p:cNvSpPr/>
          <p:nvPr/>
        </p:nvSpPr>
        <p:spPr>
          <a:xfrm>
            <a:off x="6732502" y="2770581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88F2337C-6A79-6A1E-5B5F-BC38582A6CEB}"/>
                  </a:ext>
                </a:extLst>
              </p:cNvPr>
              <p:cNvSpPr txBox="1"/>
              <p:nvPr/>
            </p:nvSpPr>
            <p:spPr>
              <a:xfrm>
                <a:off x="5545394" y="4333758"/>
                <a:ext cx="1861920" cy="894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dirty="0"/>
                  <a:t>0.7 + 0.8 = 1.5 (!)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−1.5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=0.82</m:t>
                      </m:r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88F2337C-6A79-6A1E-5B5F-BC38582A6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394" y="4333758"/>
                <a:ext cx="1861920" cy="894347"/>
              </a:xfrm>
              <a:prstGeom prst="rect">
                <a:avLst/>
              </a:prstGeom>
              <a:blipFill>
                <a:blip r:embed="rId4"/>
                <a:stretch>
                  <a:fillRect l="-2703" t="-4225" b="-2817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Oval 176">
            <a:extLst>
              <a:ext uri="{FF2B5EF4-FFF2-40B4-BE49-F238E27FC236}">
                <a16:creationId xmlns:a16="http://schemas.microsoft.com/office/drawing/2014/main" id="{7879ED10-8703-BC29-9356-A522B9F7C2A3}"/>
              </a:ext>
            </a:extLst>
          </p:cNvPr>
          <p:cNvSpPr/>
          <p:nvPr/>
        </p:nvSpPr>
        <p:spPr>
          <a:xfrm>
            <a:off x="7590503" y="4279757"/>
            <a:ext cx="502920" cy="502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𝝈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5A02586A-F860-3506-D8E9-18BF80765576}"/>
              </a:ext>
            </a:extLst>
          </p:cNvPr>
          <p:cNvCxnSpPr/>
          <p:nvPr/>
        </p:nvCxnSpPr>
        <p:spPr>
          <a:xfrm>
            <a:off x="7285703" y="4503174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A368A2B-C5CF-87E7-67CE-F1EFAE5E236D}"/>
              </a:ext>
            </a:extLst>
          </p:cNvPr>
          <p:cNvGrpSpPr/>
          <p:nvPr/>
        </p:nvGrpSpPr>
        <p:grpSpPr>
          <a:xfrm>
            <a:off x="9147623" y="3791545"/>
            <a:ext cx="2296598" cy="1767821"/>
            <a:chOff x="9071426" y="4254822"/>
            <a:chExt cx="2296598" cy="1767821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9756E0B6-21F0-EE82-D122-4FC5EE4451D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71426" y="4254822"/>
              <a:ext cx="2296598" cy="1767821"/>
              <a:chOff x="1529862" y="1550841"/>
              <a:chExt cx="3833446" cy="2950820"/>
            </a:xfrm>
          </p:grpSpPr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3B5413B5-2F6D-6B9C-730E-841D78CF0CFB}"/>
                  </a:ext>
                </a:extLst>
              </p:cNvPr>
              <p:cNvGrpSpPr/>
              <p:nvPr/>
            </p:nvGrpSpPr>
            <p:grpSpPr>
              <a:xfrm>
                <a:off x="1529862" y="2022230"/>
                <a:ext cx="3833446" cy="2479431"/>
                <a:chOff x="1529862" y="2022230"/>
                <a:chExt cx="3833446" cy="2479431"/>
              </a:xfrm>
            </p:grpSpPr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4CABA152-84AA-6A82-3A06-82E6094FE9AE}"/>
                    </a:ext>
                  </a:extLst>
                </p:cNvPr>
                <p:cNvCxnSpPr/>
                <p:nvPr/>
              </p:nvCxnSpPr>
              <p:spPr>
                <a:xfrm>
                  <a:off x="1776046" y="2022230"/>
                  <a:ext cx="0" cy="2479431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87FC3AFA-736C-65C5-9A2D-5764C0370B74}"/>
                    </a:ext>
                  </a:extLst>
                </p:cNvPr>
                <p:cNvCxnSpPr/>
                <p:nvPr/>
              </p:nvCxnSpPr>
              <p:spPr>
                <a:xfrm>
                  <a:off x="1529862" y="4167554"/>
                  <a:ext cx="3833446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38A6EC87-7849-A180-5CE9-E4CD99762DCB}"/>
                  </a:ext>
                </a:extLst>
              </p:cNvPr>
              <p:cNvSpPr/>
              <p:nvPr/>
            </p:nvSpPr>
            <p:spPr>
              <a:xfrm>
                <a:off x="2675681" y="25033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CA4B0202-856E-FDCC-8583-4925755762DC}"/>
                  </a:ext>
                </a:extLst>
              </p:cNvPr>
              <p:cNvSpPr/>
              <p:nvPr/>
            </p:nvSpPr>
            <p:spPr>
              <a:xfrm>
                <a:off x="2629383" y="28428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B3DFC0DF-F9C2-D355-2D06-D10FFDA389D4}"/>
                  </a:ext>
                </a:extLst>
              </p:cNvPr>
              <p:cNvSpPr/>
              <p:nvPr/>
            </p:nvSpPr>
            <p:spPr>
              <a:xfrm>
                <a:off x="2900756" y="289680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E8349E91-3D01-AD7F-2A94-123A8EC44442}"/>
                  </a:ext>
                </a:extLst>
              </p:cNvPr>
              <p:cNvSpPr/>
              <p:nvPr/>
            </p:nvSpPr>
            <p:spPr>
              <a:xfrm>
                <a:off x="2787737" y="193894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EF8F8D82-05A4-830E-DCAB-F6D0A3C4D24D}"/>
                  </a:ext>
                </a:extLst>
              </p:cNvPr>
              <p:cNvSpPr/>
              <p:nvPr/>
            </p:nvSpPr>
            <p:spPr>
              <a:xfrm>
                <a:off x="3353988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380B1FF5-C114-C4FC-AB18-D9C667A818AE}"/>
                  </a:ext>
                </a:extLst>
              </p:cNvPr>
              <p:cNvSpPr/>
              <p:nvPr/>
            </p:nvSpPr>
            <p:spPr>
              <a:xfrm>
                <a:off x="2825521" y="33450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1A9D7FBD-6EDE-15B0-C011-66AE74935CA3}"/>
                  </a:ext>
                </a:extLst>
              </p:cNvPr>
              <p:cNvSpPr/>
              <p:nvPr/>
            </p:nvSpPr>
            <p:spPr>
              <a:xfrm>
                <a:off x="3790450" y="3402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0E28BBC2-561D-167B-6DC2-F30E13ECE20C}"/>
                  </a:ext>
                </a:extLst>
              </p:cNvPr>
              <p:cNvSpPr/>
              <p:nvPr/>
            </p:nvSpPr>
            <p:spPr>
              <a:xfrm>
                <a:off x="3288010" y="34537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C7519342-623A-4B1B-07F5-5DEBDE750CBF}"/>
                  </a:ext>
                </a:extLst>
              </p:cNvPr>
              <p:cNvSpPr/>
              <p:nvPr/>
            </p:nvSpPr>
            <p:spPr>
              <a:xfrm>
                <a:off x="2675850" y="302730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C0143B5A-AF4F-ABCA-8E09-56A4B4EBEB24}"/>
                  </a:ext>
                </a:extLst>
              </p:cNvPr>
              <p:cNvSpPr/>
              <p:nvPr/>
            </p:nvSpPr>
            <p:spPr>
              <a:xfrm>
                <a:off x="2934183" y="31476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DCB0327A-2CC0-CC48-84EF-C483F1A712EA}"/>
                  </a:ext>
                </a:extLst>
              </p:cNvPr>
              <p:cNvSpPr/>
              <p:nvPr/>
            </p:nvSpPr>
            <p:spPr>
              <a:xfrm>
                <a:off x="3195413" y="329043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808B52D1-29BB-4CF9-D015-EB8E9ED96DEA}"/>
                  </a:ext>
                </a:extLst>
              </p:cNvPr>
              <p:cNvSpPr/>
              <p:nvPr/>
            </p:nvSpPr>
            <p:spPr>
              <a:xfrm>
                <a:off x="2871820" y="351295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55BE250C-EEAE-842A-1C09-AECFF43CD625}"/>
                  </a:ext>
                </a:extLst>
              </p:cNvPr>
              <p:cNvSpPr/>
              <p:nvPr/>
            </p:nvSpPr>
            <p:spPr>
              <a:xfrm>
                <a:off x="3131917" y="359029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CAFF1C7-DBA1-F9AF-F7EE-E25EF66CF233}"/>
                  </a:ext>
                </a:extLst>
              </p:cNvPr>
              <p:cNvSpPr/>
              <p:nvPr/>
            </p:nvSpPr>
            <p:spPr>
              <a:xfrm>
                <a:off x="2375241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D920E73E-7B0F-44EA-9B74-7FEB16BA7D75}"/>
                  </a:ext>
                </a:extLst>
              </p:cNvPr>
              <p:cNvSpPr/>
              <p:nvPr/>
            </p:nvSpPr>
            <p:spPr>
              <a:xfrm>
                <a:off x="2629383" y="326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0D4D31E0-3649-767E-3F00-28C75C95BBA1}"/>
                  </a:ext>
                </a:extLst>
              </p:cNvPr>
              <p:cNvSpPr/>
              <p:nvPr/>
            </p:nvSpPr>
            <p:spPr>
              <a:xfrm>
                <a:off x="3178216" y="30804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4103EAD6-91E3-8B49-888F-0D12D2610E4D}"/>
                  </a:ext>
                </a:extLst>
              </p:cNvPr>
              <p:cNvSpPr/>
              <p:nvPr/>
            </p:nvSpPr>
            <p:spPr>
              <a:xfrm>
                <a:off x="2828081" y="26557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82369926-322C-49C4-50C7-9E17C7D9A023}"/>
                  </a:ext>
                </a:extLst>
              </p:cNvPr>
              <p:cNvSpPr/>
              <p:nvPr/>
            </p:nvSpPr>
            <p:spPr>
              <a:xfrm>
                <a:off x="2918118" y="238236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48B005DA-CDA8-FD41-A732-43909520E09F}"/>
                  </a:ext>
                </a:extLst>
              </p:cNvPr>
              <p:cNvSpPr/>
              <p:nvPr/>
            </p:nvSpPr>
            <p:spPr>
              <a:xfrm>
                <a:off x="3062137" y="28068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A0604E27-84F2-2359-665D-F2F4FF683456}"/>
                  </a:ext>
                </a:extLst>
              </p:cNvPr>
              <p:cNvSpPr/>
              <p:nvPr/>
            </p:nvSpPr>
            <p:spPr>
              <a:xfrm>
                <a:off x="3019371" y="3357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1D35C9FE-710A-C4B4-8180-1E8A4E2A0FC3}"/>
                  </a:ext>
                </a:extLst>
              </p:cNvPr>
              <p:cNvSpPr/>
              <p:nvPr/>
            </p:nvSpPr>
            <p:spPr>
              <a:xfrm>
                <a:off x="3576879" y="328717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A94F8F-771A-0818-5E31-92BCACCEF049}"/>
                  </a:ext>
                </a:extLst>
              </p:cNvPr>
              <p:cNvSpPr/>
              <p:nvPr/>
            </p:nvSpPr>
            <p:spPr>
              <a:xfrm>
                <a:off x="2916988" y="1550841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504B960C-05E6-730D-5AE1-70F9FCCAB1D3}"/>
                  </a:ext>
                </a:extLst>
              </p:cNvPr>
              <p:cNvSpPr/>
              <p:nvPr/>
            </p:nvSpPr>
            <p:spPr>
              <a:xfrm>
                <a:off x="3115686" y="188470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4CD28470-C123-2BD6-C27B-B2781B2D951B}"/>
                  </a:ext>
                </a:extLst>
              </p:cNvPr>
              <p:cNvSpPr/>
              <p:nvPr/>
            </p:nvSpPr>
            <p:spPr>
              <a:xfrm>
                <a:off x="3069388" y="252504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C635921A-8B7D-56CB-EBE9-3310FB1EEC82}"/>
                  </a:ext>
                </a:extLst>
              </p:cNvPr>
              <p:cNvSpPr/>
              <p:nvPr/>
            </p:nvSpPr>
            <p:spPr>
              <a:xfrm>
                <a:off x="2967311" y="208781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76194EBD-76C6-5855-9C6F-BC2A828B6FFF}"/>
                  </a:ext>
                </a:extLst>
              </p:cNvPr>
              <p:cNvSpPr/>
              <p:nvPr/>
            </p:nvSpPr>
            <p:spPr>
              <a:xfrm>
                <a:off x="3511590" y="357975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F7432B9D-9359-A078-8D6B-B665208DBD4B}"/>
                  </a:ext>
                </a:extLst>
              </p:cNvPr>
              <p:cNvSpPr/>
              <p:nvPr/>
            </p:nvSpPr>
            <p:spPr>
              <a:xfrm>
                <a:off x="3703381" y="370635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10B0EAA5-4EC0-71A4-86F8-4452B83D1D8C}"/>
                  </a:ext>
                </a:extLst>
              </p:cNvPr>
              <p:cNvSpPr/>
              <p:nvPr/>
            </p:nvSpPr>
            <p:spPr>
              <a:xfrm>
                <a:off x="3987186" y="358355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F978610B-570E-EC78-0C63-C72AAFBD976D}"/>
                  </a:ext>
                </a:extLst>
              </p:cNvPr>
              <p:cNvSpPr/>
              <p:nvPr/>
            </p:nvSpPr>
            <p:spPr>
              <a:xfrm>
                <a:off x="4161307" y="3562049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845389CD-C98F-4210-DE3E-D669E14D245C}"/>
                  </a:ext>
                </a:extLst>
              </p:cNvPr>
              <p:cNvSpPr/>
              <p:nvPr/>
            </p:nvSpPr>
            <p:spPr>
              <a:xfrm>
                <a:off x="3464171" y="220798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EE22D38-8ABD-3767-BF95-29ACEB597178}"/>
                  </a:ext>
                </a:extLst>
              </p:cNvPr>
              <p:cNvSpPr/>
              <p:nvPr/>
            </p:nvSpPr>
            <p:spPr>
              <a:xfrm>
                <a:off x="3530580" y="247290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57B1E4AD-67A9-41D5-BDC6-5B8BC60504DB}"/>
                  </a:ext>
                </a:extLst>
              </p:cNvPr>
              <p:cNvSpPr/>
              <p:nvPr/>
            </p:nvSpPr>
            <p:spPr>
              <a:xfrm>
                <a:off x="3430782" y="26400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33ABEE0D-9A0C-1474-7539-0632AEA637EB}"/>
                  </a:ext>
                </a:extLst>
              </p:cNvPr>
              <p:cNvSpPr/>
              <p:nvPr/>
            </p:nvSpPr>
            <p:spPr>
              <a:xfrm>
                <a:off x="3453631" y="2896244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B19D0F9A-D371-5388-544B-5EBD70FFCE19}"/>
                  </a:ext>
                </a:extLst>
              </p:cNvPr>
              <p:cNvSpPr/>
              <p:nvPr/>
            </p:nvSpPr>
            <p:spPr>
              <a:xfrm>
                <a:off x="3606023" y="274496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EF095DA-8470-0CBF-61D5-133D7476E627}"/>
                  </a:ext>
                </a:extLst>
              </p:cNvPr>
              <p:cNvSpPr/>
              <p:nvPr/>
            </p:nvSpPr>
            <p:spPr>
              <a:xfrm>
                <a:off x="3385663" y="2435043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A6AF35FC-B8B3-23B4-BB76-B01D569D02B3}"/>
                  </a:ext>
                </a:extLst>
              </p:cNvPr>
              <p:cNvSpPr/>
              <p:nvPr/>
            </p:nvSpPr>
            <p:spPr>
              <a:xfrm>
                <a:off x="3679112" y="23337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46ACE3EE-17D0-4CA2-B152-BBF6D68B3379}"/>
                  </a:ext>
                </a:extLst>
              </p:cNvPr>
              <p:cNvSpPr/>
              <p:nvPr/>
            </p:nvSpPr>
            <p:spPr>
              <a:xfrm>
                <a:off x="3703380" y="290492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2AE1002B-C48F-3DBB-B0D1-8F2DF00AAA20}"/>
                  </a:ext>
                </a:extLst>
              </p:cNvPr>
              <p:cNvSpPr/>
              <p:nvPr/>
            </p:nvSpPr>
            <p:spPr>
              <a:xfrm>
                <a:off x="3576879" y="19716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5470924C-1176-E449-3408-D0E1D19EDA5C}"/>
                  </a:ext>
                </a:extLst>
              </p:cNvPr>
              <p:cNvSpPr/>
              <p:nvPr/>
            </p:nvSpPr>
            <p:spPr>
              <a:xfrm>
                <a:off x="3729279" y="21240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E8EE93B8-7F64-A5B7-E92C-98A0E37D048E}"/>
                  </a:ext>
                </a:extLst>
              </p:cNvPr>
              <p:cNvSpPr/>
              <p:nvPr/>
            </p:nvSpPr>
            <p:spPr>
              <a:xfrm>
                <a:off x="3881679" y="22764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BBA57B4E-81C2-0BED-3F85-AFB8DEE2BCED}"/>
                  </a:ext>
                </a:extLst>
              </p:cNvPr>
              <p:cNvSpPr/>
              <p:nvPr/>
            </p:nvSpPr>
            <p:spPr>
              <a:xfrm>
                <a:off x="3765021" y="258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69EF52E3-3B41-3374-8A39-F3E29AFAA6A3}"/>
                  </a:ext>
                </a:extLst>
              </p:cNvPr>
              <p:cNvSpPr/>
              <p:nvPr/>
            </p:nvSpPr>
            <p:spPr>
              <a:xfrm>
                <a:off x="4029503" y="2465896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DC6BA7B9-23F0-35BB-9D92-9562675D0C5D}"/>
                  </a:ext>
                </a:extLst>
              </p:cNvPr>
              <p:cNvSpPr/>
              <p:nvPr/>
            </p:nvSpPr>
            <p:spPr>
              <a:xfrm>
                <a:off x="3932801" y="278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5EC3849A-5E99-4E30-EF93-646D561F75E2}"/>
                  </a:ext>
                </a:extLst>
              </p:cNvPr>
              <p:cNvSpPr/>
              <p:nvPr/>
            </p:nvSpPr>
            <p:spPr>
              <a:xfrm>
                <a:off x="4132643" y="267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B89C2E40-35D3-6A3E-504C-4A50DF8A0F84}"/>
                  </a:ext>
                </a:extLst>
              </p:cNvPr>
              <p:cNvSpPr/>
              <p:nvPr/>
            </p:nvSpPr>
            <p:spPr>
              <a:xfrm>
                <a:off x="3972882" y="299575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4A8EE0E6-9DFD-A1F1-BBCA-47516E934160}"/>
                  </a:ext>
                </a:extLst>
              </p:cNvPr>
              <p:cNvSpPr/>
              <p:nvPr/>
            </p:nvSpPr>
            <p:spPr>
              <a:xfrm>
                <a:off x="4206429" y="287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D61B56C-DB00-CAFD-0A5C-7867B59F6BCA}"/>
                  </a:ext>
                </a:extLst>
              </p:cNvPr>
              <p:cNvSpPr/>
              <p:nvPr/>
            </p:nvSpPr>
            <p:spPr>
              <a:xfrm>
                <a:off x="4225721" y="30819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AE9F5A6-6734-EDB6-D4A9-F161062BFB34}"/>
                    </a:ext>
                  </a:extLst>
                </p14:cNvPr>
                <p14:cNvContentPartPr/>
                <p14:nvPr/>
              </p14:nvContentPartPr>
              <p14:xfrm>
                <a:off x="10099540" y="4256100"/>
                <a:ext cx="960840" cy="11034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AE9F5A6-6734-EDB6-D4A9-F161062BFB3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81900" y="4238100"/>
                  <a:ext cx="996480" cy="11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B43FFD-AE60-5704-A59C-752291D69308}"/>
                    </a:ext>
                  </a:extLst>
                </p14:cNvPr>
                <p14:cNvContentPartPr/>
                <p14:nvPr/>
              </p14:nvContentPartPr>
              <p14:xfrm>
                <a:off x="10185580" y="4335660"/>
                <a:ext cx="1148040" cy="8830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B43FFD-AE60-5704-A59C-752291D6930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31940" y="4227660"/>
                  <a:ext cx="1255680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33BA99E-13B7-BC6F-85E3-660D51F9268C}"/>
                    </a:ext>
                  </a:extLst>
                </p14:cNvPr>
                <p14:cNvContentPartPr/>
                <p14:nvPr/>
              </p14:nvContentPartPr>
              <p14:xfrm>
                <a:off x="9402940" y="4303260"/>
                <a:ext cx="711000" cy="995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33BA99E-13B7-BC6F-85E3-660D51F9268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8967" y="4195260"/>
                  <a:ext cx="818586" cy="12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E11CC72-4120-375A-BA13-3FF6DE9E75C8}"/>
                    </a:ext>
                  </a:extLst>
                </p14:cNvPr>
                <p14:cNvContentPartPr/>
                <p14:nvPr/>
              </p14:nvContentPartPr>
              <p14:xfrm>
                <a:off x="9527140" y="5175180"/>
                <a:ext cx="1454760" cy="415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E11CC72-4120-375A-BA13-3FF6DE9E75C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73153" y="5067086"/>
                  <a:ext cx="1562373" cy="63126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24A2758F-53C6-BBDD-100C-53AD1AE71271}"/>
              </a:ext>
            </a:extLst>
          </p:cNvPr>
          <p:cNvSpPr txBox="1"/>
          <p:nvPr/>
        </p:nvSpPr>
        <p:spPr>
          <a:xfrm>
            <a:off x="8005982" y="1484682"/>
            <a:ext cx="39340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Therefore,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First take addition of perceptrons.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Then apply sigmoid as activation. </a:t>
            </a: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3DF7B6FE-B18C-7E5C-16EE-E4EB480179F4}"/>
              </a:ext>
            </a:extLst>
          </p:cNvPr>
          <p:cNvCxnSpPr>
            <a:cxnSpLocks/>
          </p:cNvCxnSpPr>
          <p:nvPr/>
        </p:nvCxnSpPr>
        <p:spPr>
          <a:xfrm>
            <a:off x="8235545" y="4492128"/>
            <a:ext cx="8552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12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9F4D-3EB1-A4A1-1182-7E93E2C3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Mathematics (further enhancements)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D1CE7-A811-6E2C-1C3B-39FF1FD3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1382A-2C13-AEDB-A9CB-5B552142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AA5A3-8F6A-6A0F-9A09-8AD48E38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9</a:t>
            </a:fld>
            <a:endParaRPr lang="x-non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8E483C-0FC9-EFDA-D51E-97ACDD117362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6" y="1302915"/>
            <a:ext cx="2296598" cy="1767821"/>
            <a:chOff x="1529862" y="1550841"/>
            <a:chExt cx="3833446" cy="29508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3F56893-C12B-4CD7-8E8F-E77846E5A22D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05FFDEE3-BA2E-1831-438D-2BC130B85A4E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1E38852-38AA-8F90-C8D5-099A3B3ECC1F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46513A-9676-11F4-F917-0A04C11899A2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761467C-91E0-5832-618B-5F3CA73BF126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8F3F22A-63C6-443E-84D4-8814A22056C6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350B2B-B4F1-E1B8-5288-EB13B50022C8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6B0387B-AA50-8DC4-4F7A-65C64CB87492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6173843-8E44-6870-07A3-B94A955B7189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085B6D5-80BA-A801-0EBA-F4CB7DA2208C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E19B9F-9F08-A803-55AA-20A894634BC1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288369-4E52-F60A-F3E8-F1248B8DB6BE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AA4471-433A-B0D7-08D8-1C912EFCF976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BC72761-4CB3-AE80-7277-384219280BA9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684D5A8-4D5A-E338-52EF-C1E2BD8A2D6A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07F45F9-B380-64F8-3D0A-BEFB5E2DE8F5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12C06F-FA78-C16E-EAEC-2E7384CE4C05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067AD47-FC5E-4760-231C-905EDFBDD49A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8618A6D-D04F-3E2E-116E-73941DE56E93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BD935F6-61D9-81D8-9D98-B139F41DFAA6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CEF4D38-7CD1-496C-D5AF-A32797F43A84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0B56C-9BAD-6A7D-9CD1-CE52D20070AF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F712E66-5329-DD65-B8C2-C6A8FD0066BE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38E27FB-B06E-14DA-B085-872D2D1DF3FF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61B2F58-028B-45E5-703C-7F75B3AEC63E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1BCB714-D738-A188-7671-C69F0137718F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E2D6173-255E-BB0A-30DF-0624475BD6B9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8620CB3-465F-E3AE-8CBD-777730089035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06B0B64-2250-832F-7501-97754F461F8C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91B9E5-6F80-90C6-6ADF-8AC9CF0D413F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4C083D6-071F-D9D8-4773-653251A0DA5B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66F5971-C5F7-CFC5-4E4D-F6FA1CC198E7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62F85D6-3F3E-A5D0-E614-A16053ACAEFD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089E63E-1D20-6B6C-3B59-F4F1DF8FDCD3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B7E460D-0B28-95C0-0674-D939DCB7D57C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B66A880-78BA-FCB2-EF27-80CACDDDDB3A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65FB0CB-4572-C77E-08D4-AB6B6902B69C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527D1A7-626D-6828-85FA-6B7F256D86D4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C24262D-43FB-0C79-217A-16E030A0F060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EF45C82-87F3-2661-064F-33DD172043A4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95FE4E8-7779-4A73-F375-320773302F35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FA917D2-7D68-FCD1-4C05-EF94E2AF37C0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225981-5006-DEC6-834D-A9E8306240D1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3C57F26-A6E8-8373-5B68-E0E2655EE6F2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4DE247A-7E2D-48BD-7432-AA9AEEC12407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7803C62-A620-F5DE-CD83-0EFF2A8FE719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EA63AD3-F617-FD43-B136-A876EE8F586F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9C506B5-4580-EC53-3AF3-3F4FD5E61A7E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A043B2F-75EB-B07A-5308-97A24DD8A660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45A211D-3DE6-B28D-64C3-630CB26F2195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4473E67-656A-8ACC-DC98-DCE78064400A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9" y="3827039"/>
            <a:ext cx="2296598" cy="1767821"/>
            <a:chOff x="1529862" y="1550841"/>
            <a:chExt cx="3833446" cy="295082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9881238-5E4A-6D37-F026-09AF6016E60B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E9B9FC2-21EC-F42D-D8EC-BCE3967AC0BC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B96CF9E6-5F17-F77A-9B69-C19F0B58E025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58EF75C-2FC1-9482-0570-60637CD26C27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7073660-C8BC-9E6A-E162-5C21CA797D76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F02C71B-5481-638A-E4BC-9B0BFE5AAAEC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7E363DF-E2D8-1163-5CE6-627D8168A417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BD3CE57-72F5-E25B-239E-ACD6C3A8FCD9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8730EF9-BAFB-2E6D-B974-9A83A01E3E0E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893AECD-6A74-82A1-3E50-AAA13FB2FC04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3C0E56F-C497-4CAF-BA27-B6D4A98A4397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A17778C-2C22-1029-ABE5-D71890D7ADA3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C227855-9A38-1E1D-62F1-BDF7F88EE137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24E2BE8-BC37-B3DC-F9D5-6F80533330B7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7AA8998-570A-17F4-585E-BF9ADE23D380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2F964F3-CE2E-3AAF-2960-9DBB2A22670D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D77E64-AA3F-184E-92A6-90D24A651BC1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B911C89-3419-9B32-D26D-1964AA823663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57FC934-083D-4D60-9BBF-6CAE1D41811B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B97212E-A791-4FA9-41CA-8301B447BFDF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308151B-9E3B-5CA8-EFBC-C427DDA00A1B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74C2B9C-658A-2CD0-D4E8-208DFDA85B52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A5CBECC-E525-7579-59F1-F8FE7F9547C3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32230C5-DDE3-43B5-6312-93BEC3A50C15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AC07F886-989F-7977-B2B4-04CE0EF0AC1F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67D23D2-8C96-2E54-A1D6-1BA9F798A179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C886169-490D-627A-2925-504B2B2A3592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290954F-C3BD-16BC-A626-ECE953B97A26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6D44BF9-2BFC-61E7-3B6A-E3D51AB2F71A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EED78AA-4E32-B37E-1043-07BAF5B9DB2E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6A3CA0D-BD8C-8A48-694C-E474F07BC6B3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89FCDA9-C13E-A716-7053-4BB4DF1D4563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E5796271-73D9-B7A2-2C20-E043D9F625D3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6F1F101-B050-5C13-D0D0-92B7972C706E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10E8209-DDA8-A42E-56D1-83164B595A2B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53F36A0-C00F-1A45-4796-BE16C65663D3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964A945-75E1-3DC5-A50E-5D98E94F4157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44B72B1-0C65-6448-C801-8E95B730D5D5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33D0E6D-9724-78B2-CC17-D57DDD2867AB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29BC2E9-6B44-23BD-40AD-869ECB5A4AFD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5E9810E-2560-C5BB-E513-AE19FF254CA1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04F3EDBE-73B3-354F-9658-884026A2FD5B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CF90677-1F5F-800E-C41C-F27E879656A6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2276E33-48E4-74B6-317C-F759A03A1F09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2E811F9B-396D-431E-03E2-5AB75A85F71B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1059C4E-87B7-A1B9-6CBA-48298A66E199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97482C2-2710-A938-7811-E3F72809646B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BF27270-5A12-BF51-96D1-0FE2EA2C0483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5639DDE-5BAF-DFA6-3378-2A82C518D850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675D9B4-A44E-43E0-60A4-0C4315EE6FFA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93B233B-ADD2-FB54-F991-A9494AD2D62D}"/>
              </a:ext>
            </a:extLst>
          </p:cNvPr>
          <p:cNvCxnSpPr/>
          <p:nvPr/>
        </p:nvCxnSpPr>
        <p:spPr>
          <a:xfrm flipV="1">
            <a:off x="971539" y="2128840"/>
            <a:ext cx="2614613" cy="3429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5504FCB-1C6F-E450-A7DE-C089406A8648}"/>
              </a:ext>
            </a:extLst>
          </p:cNvPr>
          <p:cNvSpPr/>
          <p:nvPr/>
        </p:nvSpPr>
        <p:spPr>
          <a:xfrm rot="21156384">
            <a:off x="1085842" y="1371603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D2D3CF6-0168-FE4C-B3AE-DA6D1AE43840}"/>
              </a:ext>
            </a:extLst>
          </p:cNvPr>
          <p:cNvSpPr/>
          <p:nvPr/>
        </p:nvSpPr>
        <p:spPr>
          <a:xfrm rot="21156384">
            <a:off x="1235672" y="2300290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C4CDFB5-BA24-3CE0-4D26-85D4E277180E}"/>
              </a:ext>
            </a:extLst>
          </p:cNvPr>
          <p:cNvCxnSpPr>
            <a:cxnSpLocks/>
          </p:cNvCxnSpPr>
          <p:nvPr/>
        </p:nvCxnSpPr>
        <p:spPr>
          <a:xfrm flipH="1">
            <a:off x="1971667" y="3669671"/>
            <a:ext cx="315000" cy="210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0FC190A-C727-7F3D-FF3D-462F876B50AD}"/>
              </a:ext>
            </a:extLst>
          </p:cNvPr>
          <p:cNvSpPr/>
          <p:nvPr/>
        </p:nvSpPr>
        <p:spPr>
          <a:xfrm rot="16724079">
            <a:off x="1448940" y="4374079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95C1F25-6F91-11E6-F066-4375A77FA45E}"/>
              </a:ext>
            </a:extLst>
          </p:cNvPr>
          <p:cNvSpPr/>
          <p:nvPr/>
        </p:nvSpPr>
        <p:spPr>
          <a:xfrm rot="16724079">
            <a:off x="506802" y="4211112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5" name="Plus 114">
            <a:extLst>
              <a:ext uri="{FF2B5EF4-FFF2-40B4-BE49-F238E27FC236}">
                <a16:creationId xmlns:a16="http://schemas.microsoft.com/office/drawing/2014/main" id="{8D060105-D6B5-0971-40B1-4D54A2959C51}"/>
              </a:ext>
            </a:extLst>
          </p:cNvPr>
          <p:cNvSpPr/>
          <p:nvPr/>
        </p:nvSpPr>
        <p:spPr>
          <a:xfrm>
            <a:off x="2225535" y="3249322"/>
            <a:ext cx="432000" cy="419078"/>
          </a:xfrm>
          <a:prstGeom prst="mathPlus">
            <a:avLst>
              <a:gd name="adj1" fmla="val 129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6" name="Equals 115">
            <a:extLst>
              <a:ext uri="{FF2B5EF4-FFF2-40B4-BE49-F238E27FC236}">
                <a16:creationId xmlns:a16="http://schemas.microsoft.com/office/drawing/2014/main" id="{BC196AF6-6DAA-6E6F-E3A9-AB6A962E595F}"/>
              </a:ext>
            </a:extLst>
          </p:cNvPr>
          <p:cNvSpPr/>
          <p:nvPr/>
        </p:nvSpPr>
        <p:spPr>
          <a:xfrm>
            <a:off x="3328461" y="3292186"/>
            <a:ext cx="432000" cy="360000"/>
          </a:xfrm>
          <a:prstGeom prst="mathEqual">
            <a:avLst>
              <a:gd name="adj1" fmla="val 11614"/>
              <a:gd name="adj2" fmla="val 276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F1AE622-F3D3-B05A-44A4-63F812B5CE63}"/>
              </a:ext>
            </a:extLst>
          </p:cNvPr>
          <p:cNvSpPr/>
          <p:nvPr/>
        </p:nvSpPr>
        <p:spPr>
          <a:xfrm>
            <a:off x="2470212" y="1713611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3CDAE3D-52AB-9066-34C2-4A86B416E1F5}"/>
              </a:ext>
            </a:extLst>
          </p:cNvPr>
          <p:cNvSpPr txBox="1"/>
          <p:nvPr/>
        </p:nvSpPr>
        <p:spPr>
          <a:xfrm>
            <a:off x="3559277" y="1425677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P(y) = 0.7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8F682CC-D90B-0604-510E-25162D4CAE82}"/>
              </a:ext>
            </a:extLst>
          </p:cNvPr>
          <p:cNvSpPr txBox="1"/>
          <p:nvPr/>
        </p:nvSpPr>
        <p:spPr>
          <a:xfrm>
            <a:off x="3328461" y="4404103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P(y) = 0.8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CA2E0D5-AC9E-E9FB-31BC-28446718F849}"/>
              </a:ext>
            </a:extLst>
          </p:cNvPr>
          <p:cNvSpPr/>
          <p:nvPr/>
        </p:nvSpPr>
        <p:spPr>
          <a:xfrm>
            <a:off x="2465295" y="4225758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86C97DD-7366-3B8D-83D5-98AECF9FDE9C}"/>
              </a:ext>
            </a:extLst>
          </p:cNvPr>
          <p:cNvGrpSpPr>
            <a:grpSpLocks noChangeAspect="1"/>
          </p:cNvGrpSpPr>
          <p:nvPr/>
        </p:nvGrpSpPr>
        <p:grpSpPr>
          <a:xfrm>
            <a:off x="5624441" y="2300290"/>
            <a:ext cx="2296598" cy="1767821"/>
            <a:chOff x="1529862" y="1550841"/>
            <a:chExt cx="3833446" cy="2950820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02EFE8D-9799-D4A6-D45E-B4C954816CE2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891A2D47-79DA-2B13-72E6-6878FC9488AD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4AA2D679-E97A-4FB4-E768-E27A373F4375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1068CD9-8331-F5DA-483B-F90DA83193A1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E693363-D447-ED3E-03FA-528D4D7D5F10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0042CA8-7815-9B02-7CCB-631B9AE06026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4B62C7E-A29C-723E-80BD-C6ED024FE4F4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A4CC133-7520-5225-F8E4-CEAE0FCB79C0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7061719-493A-10A5-7B07-727D7CD53818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5C0F13EF-2D5B-174C-7DBF-CD1D0977E4BE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496B350-0585-BBE6-E5D1-D7D12EB09B28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438191E-7C94-1451-A4F9-6EE1533B6F02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7FFAFC2-A36A-D3CA-E860-4B3E35EEED4D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2735CA63-6C3C-DBA7-753B-68AC5B3A364A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7AB238-47E7-7537-D02C-B43C5C9EC614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9084C01-7A42-3FC7-C7AD-2C66BA14AB78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336AE6F-2EBA-9DBE-5846-49D56F3F58A8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DF16F3F-A817-5BED-4A15-415035D32A2C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4FBEC849-C423-B8FE-098C-2F153D06A3A7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42BAA567-9859-EE7C-4E4E-C91A45E94FBD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54899778-E175-6A1E-AD9D-75CEFABEEE4F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C5A73B9D-E02A-7BB2-D5F1-7A1C0D567DB0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4AFDAEED-C3E4-882A-2AD3-8A19D72B9F8D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2EA95EA-16F9-3269-5D25-2DD0AE168471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AE55718-37CA-3412-073A-4DA5C899ED5A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B6B2DAB7-7BB9-D877-CAF6-01B008E456D9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4DA3CAEC-CFE6-94E6-8A9D-998561630A04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5AFE7BC-D071-149D-32B4-E77E278C82B0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1F01136-2EA2-3F0E-BBEC-06A7CB5944FB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6F3C76C-23D9-A29A-D37F-8CCA6D344B87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E338F21F-0015-D49D-BF51-453712C03436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B964705E-10FA-EFC2-2860-115FB5047D21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A68206BD-DC22-A563-D78B-F78B44A76CB0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46531C1F-226B-6415-9676-9E3C86C60008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46F0FE7-89B0-3A5E-4853-A745D78F61A1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60759954-49E5-3904-6B28-01C83DF1ACDA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848546AB-1BD6-C2D5-13E0-F0A447EB13C6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0B29147-CAED-D1FC-DC22-C997D3E9E27E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632EB1D9-016F-C35C-20D5-92D1FE61B7CB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12578FA-D49E-18C3-056E-E6739223EC0B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82B1AD48-78E4-AAF5-C22E-FC43449C7EA5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8E29092-D1BD-F8A5-52CD-05E63CBAC6FA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953FCF2D-CB55-4397-07A9-D9F7CFFA7B6B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D160BA7A-1520-2269-9AB1-2121BD43F319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FDA6B838-AB22-97E2-50C9-8B1DA953E957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D3E3F54-7E8D-9D02-D9A1-1F4EBCE00768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102390D0-E782-ECF2-2F95-9DBD76F68676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21B7F7F7-EFA7-8359-D28A-4B3202EEB9D3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A1A4B8B5-A77A-A55F-87BF-B41CE509CD6D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AC5DB07D-AE45-B45E-7AA5-783A12663778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1A68F27-7B1D-A35D-14DF-0F6025FC3430}"/>
                  </a:ext>
                </a:extLst>
              </p14:cNvPr>
              <p14:cNvContentPartPr/>
              <p14:nvPr/>
            </p14:nvContentPartPr>
            <p14:xfrm>
              <a:off x="5595572" y="2787580"/>
              <a:ext cx="2364120" cy="4078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1A68F27-7B1D-A35D-14DF-0F6025FC34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7572" y="2769940"/>
                <a:ext cx="239976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D8EC6C59-CCAC-3B39-79E1-354E60730A0C}"/>
                  </a:ext>
                </a:extLst>
              </p14:cNvPr>
              <p14:cNvContentPartPr/>
              <p14:nvPr/>
            </p14:nvContentPartPr>
            <p14:xfrm>
              <a:off x="5565332" y="2972980"/>
              <a:ext cx="2386440" cy="739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D8EC6C59-CCAC-3B39-79E1-354E60730A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1332" y="2864980"/>
                <a:ext cx="2494080" cy="9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D3E2CB75-92FF-7378-717C-FA18B7C412E3}"/>
                  </a:ext>
                </a:extLst>
              </p14:cNvPr>
              <p14:cNvContentPartPr/>
              <p14:nvPr/>
            </p14:nvContentPartPr>
            <p14:xfrm>
              <a:off x="5569292" y="2365660"/>
              <a:ext cx="2272680" cy="7056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D3E2CB75-92FF-7378-717C-FA18B7C412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15292" y="2258020"/>
                <a:ext cx="2380320" cy="921240"/>
              </a:xfrm>
              <a:prstGeom prst="rect">
                <a:avLst/>
              </a:prstGeom>
            </p:spPr>
          </p:pic>
        </mc:Fallback>
      </mc:AlternateContent>
      <p:sp>
        <p:nvSpPr>
          <p:cNvPr id="176" name="TextBox 175">
            <a:extLst>
              <a:ext uri="{FF2B5EF4-FFF2-40B4-BE49-F238E27FC236}">
                <a16:creationId xmlns:a16="http://schemas.microsoft.com/office/drawing/2014/main" id="{5B373AD3-4758-8BC4-44D3-47249E121BB7}"/>
              </a:ext>
            </a:extLst>
          </p:cNvPr>
          <p:cNvSpPr txBox="1"/>
          <p:nvPr/>
        </p:nvSpPr>
        <p:spPr>
          <a:xfrm>
            <a:off x="5176284" y="1525534"/>
            <a:ext cx="297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>
                <a:latin typeface="Arial" panose="020B0604020202020204" pitchFamily="34" charset="0"/>
                <a:cs typeface="Arial" panose="020B0604020202020204" pitchFamily="34" charset="0"/>
              </a:rPr>
              <a:t>Suppose we want the effect of Perceptron-1 more</a:t>
            </a:r>
          </a:p>
        </p:txBody>
      </p:sp>
    </p:spTree>
    <p:extLst>
      <p:ext uri="{BB962C8B-B14F-4D97-AF65-F5344CB8AC3E}">
        <p14:creationId xmlns:p14="http://schemas.microsoft.com/office/powerpoint/2010/main" val="312399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5A7A-5EC6-2D13-1F30-04C940E6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D8BE-61C0-3957-6126-42B9A97E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Mathematics (further enhancements)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B7260-8EAE-3627-A727-D62FE278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3123-898A-A614-051A-8964CAD0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C8296-3A1E-1515-878B-81793D50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10</a:t>
            </a:fld>
            <a:endParaRPr lang="x-non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50643C-7A91-3B06-5135-7924BB29D5AE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6" y="1302915"/>
            <a:ext cx="2296598" cy="1767821"/>
            <a:chOff x="1529862" y="1550841"/>
            <a:chExt cx="3833446" cy="29508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ED1F78-4B59-0310-D30F-BA2CD4F239A2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9286A79-9B3A-0809-93A8-2FF09A4CAA2D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CF7D2D5-D1AF-58CA-9D3E-5A41C22A9C67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F9F463-8137-E210-D0C9-DDA46197F7A3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D70B3AD-65D7-7B7A-A25F-2018DB5E2767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6D22C6D-6131-6CF3-E43D-3D81AC90D761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C60A6B-6671-6F65-F511-F6AE08BBE646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005B5F-4BE2-63EF-870A-05B2CA924D15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6A9CF8F-C74F-8013-B8BE-60B67C240853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FD148BD-E0E0-670D-8603-DFC5B7EBB394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92E4783-27D6-1068-4FBF-13EC78B3DEB1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4C83327-1D5E-D100-4522-ACE69A5FFB66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4E6FAB9-5B05-1299-7591-85B42C482AA5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428606D-EA1D-BEBB-32E8-00BA79D7AAE3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3A4B9B7-EC2B-860E-DBF2-C232C8B6ADA1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5623F55-2473-9F13-EA03-A9AC4B6429DD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99E98E8-9297-E5ED-AB11-27D3F90C269A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496C404-0AFE-26EB-E2E3-DB35B1AD0E3D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7C66E2-B269-303E-83AF-2F6622C55033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C3FFD0C-803B-4EC8-420C-F6D9F85066CB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2D70D7C-6770-E0DE-C6CB-3E789DB7B6BB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10693A4-EC8A-20D2-8A3A-544608B71C29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A1A2A10-3C3E-1A56-24C6-3D3B6FA3BEE5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C471366-8CAE-067F-32F5-576E8D2939D0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2150EA3-7EC7-59F6-F5D0-2F3891E29544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C7DE85A-C436-42EF-ECB8-A1B9172C26D0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2192061-B391-82B9-2723-0BAC46A32495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5328906-F7CB-84A6-C646-2D2675966EA2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3342E3A-C51C-8ABF-5D1A-2DBF9320E4F4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1CCC355-10AF-2BB9-AA40-920BD042DECA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9C49D74-FF32-37D8-147C-80A1151CD65C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32F1C7F-727A-8D0C-8861-77E39BF78303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DD3A3FF-4AC4-F09D-F234-07DCAD1BF5FB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28CAE6F-843D-A429-2625-78C81B5632FD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C500F07-CA2F-6DCC-37C0-F5D52F66269B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10B2CCF-38A2-A3A2-AA89-E2F850CC7081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D7E867-C25A-D7C6-9140-DC8DB83D191C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589F0BD-889E-9F37-866D-0AE4BE029264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2A71935-299F-2279-775D-23683FE2F566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D0674B-F6B5-F02F-76FF-F52B5DD4E492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05E09C3-6201-DAE8-8167-FF4DF7BD97DE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1470E12-AF39-1334-8147-CAEAD6467B7F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52B9E74-72D7-D15A-074E-E61E924F905D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19E746E-9B37-A196-2583-15C77614931C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C23D1D1-A8B0-AEFA-7235-41121444DE83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8407509-90F5-701C-AEF3-484C43DAD6BA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4BB4D6C-A4A7-07F9-E3F3-64A36179A019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125B3C4-4F83-78AF-BC1E-C8E547FAC056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36AB48B-0A07-0C25-28AA-C184E3876616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70611AD-1E95-46B9-64A9-9718E97ECD9F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6063E07-7EE5-C9B2-1A6D-6DF5D214E976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9" y="3827039"/>
            <a:ext cx="2296598" cy="1767821"/>
            <a:chOff x="1529862" y="1550841"/>
            <a:chExt cx="3833446" cy="295082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790A1E1-CBC5-7A2F-D0DA-886C102A6A32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FE216C6C-2E43-9846-573C-E57B54D34C25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7F19D59C-6E52-0D0B-5B5C-CFB395EBDAAF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03BEF53-862B-AB70-6197-E990A2278857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2D45747-25C0-5E7B-D657-22D80BE960F8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1275214-FB75-C785-BE47-9209EE3A1ED0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EE302C4-3E4E-6D09-D1D0-13FDEC4CEFBE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4C16CEF-167E-23CF-BF2B-809E67308551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CA11CDF-9711-F5AB-7E7D-05F7F4D268ED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417807C-5ECA-D843-FC98-CB47BF894956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B77DB97-763E-154F-978D-11F260129BC6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B740470-42E3-C0C8-8050-D32D6659A885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72680CE-BDB9-93B5-72FC-B106E3697F73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9A5E0D1-06DF-B2C1-C93F-A43270D9A086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2A0FB87-01DE-E744-B98A-AE209D7666E1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445F74A-9AC5-1735-DCF8-1DB8004890BB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F30BBE9-8277-FD9E-B39C-3D2353A08D12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C86B972-BE97-87D0-F7A9-47BCF5B94919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9A97A0A-14D4-EBF2-CAC7-70481A4ACF15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59CA80D-133F-FEE2-7B8D-824367DFC9C9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AC402CD-4C80-1C1D-9492-513BF7D9EC93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6E9DFAB-610A-3FFB-9EAC-028BD9EC31BD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164ECF2-68B8-6659-FC58-4749A1F7C90E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17C5901-80C7-FBD6-5DDA-F2BB4D71DB4D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67D3AF9-0E1E-5565-071F-B98A4FCAC788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D9489E2-3671-648F-0FAB-A56476BCABBC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504ED54-2C48-9AB0-FBAB-3B29DF0989AE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D4F6480-2FFF-F5CC-B7D1-08469202AA2B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697757F-C35F-5E74-82EA-5E17DE583889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AC29709-BA60-AF2E-1C31-BC614E11D11B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59B24D2-B7D0-80EC-F35A-21F7D5434267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3F12653-AB4D-5E1F-0AC3-E00331ED791B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D42B0D88-7D30-533A-9C3D-B98BB80EA7D0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7F88737-C182-CE56-A180-A960C8556428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6384AA5-6435-0096-31EA-49D6D277F1F4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B23219F1-DAB8-1AB7-2A5E-15D14417E3DE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2EC169C-9453-6BA9-AA42-E09FEA291F36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E86A75-874B-7ADD-35DA-4C93607E4572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BA20A7F-CF6F-5A14-FA2E-C121C2548087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900762C5-CE46-0719-1C8C-ED0BDE0DA7B3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F125D85-86B4-4CC7-9633-A3FDA5EC5225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559FB69-856D-3BD5-D6D6-9FCF7BFAFBC6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460D928-539F-5970-E7FB-2346EA2A2082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9748283-7F16-6D95-C9E5-9720B829ED7F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1B7D94ED-816E-76A9-90BC-3DADD1DC1DDE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3370D9E-D0A7-8B35-1C8F-739DE782BF9D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FF6D76A-9957-C6FF-2EA7-CA292A6F285B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0B98787-9DE0-0952-6810-0BAF02DCD2BE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F053995-E414-36B2-E7B9-7DD98A0BAB5E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5E35885-C023-F6A5-531B-BD8F544FF5E3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AB9CFD3-D5D7-0024-D74F-1088C544C5B0}"/>
              </a:ext>
            </a:extLst>
          </p:cNvPr>
          <p:cNvCxnSpPr/>
          <p:nvPr/>
        </p:nvCxnSpPr>
        <p:spPr>
          <a:xfrm flipV="1">
            <a:off x="971539" y="2128840"/>
            <a:ext cx="2614613" cy="3429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0D6DF60-536B-6057-8C65-051E9DFD175D}"/>
              </a:ext>
            </a:extLst>
          </p:cNvPr>
          <p:cNvSpPr/>
          <p:nvPr/>
        </p:nvSpPr>
        <p:spPr>
          <a:xfrm rot="21156384">
            <a:off x="1085842" y="1371603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66DD28B-2295-A2A6-D129-84B5689D686A}"/>
              </a:ext>
            </a:extLst>
          </p:cNvPr>
          <p:cNvSpPr/>
          <p:nvPr/>
        </p:nvSpPr>
        <p:spPr>
          <a:xfrm rot="21156384">
            <a:off x="1235672" y="2300290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CB4F58A-73D7-A4AF-2B77-6F288B07B533}"/>
              </a:ext>
            </a:extLst>
          </p:cNvPr>
          <p:cNvCxnSpPr>
            <a:cxnSpLocks/>
          </p:cNvCxnSpPr>
          <p:nvPr/>
        </p:nvCxnSpPr>
        <p:spPr>
          <a:xfrm flipH="1">
            <a:off x="1971667" y="3669671"/>
            <a:ext cx="315000" cy="210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75638A0-11F4-0D02-B8D5-C3FFC0E187DB}"/>
              </a:ext>
            </a:extLst>
          </p:cNvPr>
          <p:cNvSpPr/>
          <p:nvPr/>
        </p:nvSpPr>
        <p:spPr>
          <a:xfrm rot="16724079">
            <a:off x="1448940" y="4374079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D814F55-9422-8C69-959A-F5E4E700A69B}"/>
              </a:ext>
            </a:extLst>
          </p:cNvPr>
          <p:cNvSpPr/>
          <p:nvPr/>
        </p:nvSpPr>
        <p:spPr>
          <a:xfrm rot="16724079">
            <a:off x="506802" y="4211112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5" name="Plus 114">
            <a:extLst>
              <a:ext uri="{FF2B5EF4-FFF2-40B4-BE49-F238E27FC236}">
                <a16:creationId xmlns:a16="http://schemas.microsoft.com/office/drawing/2014/main" id="{5CB01D19-D808-9534-04A2-8498771411F7}"/>
              </a:ext>
            </a:extLst>
          </p:cNvPr>
          <p:cNvSpPr/>
          <p:nvPr/>
        </p:nvSpPr>
        <p:spPr>
          <a:xfrm>
            <a:off x="2225535" y="3249322"/>
            <a:ext cx="432000" cy="419078"/>
          </a:xfrm>
          <a:prstGeom prst="mathPlus">
            <a:avLst>
              <a:gd name="adj1" fmla="val 129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6" name="Equals 115">
            <a:extLst>
              <a:ext uri="{FF2B5EF4-FFF2-40B4-BE49-F238E27FC236}">
                <a16:creationId xmlns:a16="http://schemas.microsoft.com/office/drawing/2014/main" id="{95FC09A1-2C13-35B7-BB38-26D5A59CB6B2}"/>
              </a:ext>
            </a:extLst>
          </p:cNvPr>
          <p:cNvSpPr/>
          <p:nvPr/>
        </p:nvSpPr>
        <p:spPr>
          <a:xfrm>
            <a:off x="3328461" y="3292186"/>
            <a:ext cx="432000" cy="360000"/>
          </a:xfrm>
          <a:prstGeom prst="mathEqual">
            <a:avLst>
              <a:gd name="adj1" fmla="val 11614"/>
              <a:gd name="adj2" fmla="val 276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D4BC587-FC79-1925-5C8C-833E0B8DE64A}"/>
              </a:ext>
            </a:extLst>
          </p:cNvPr>
          <p:cNvSpPr/>
          <p:nvPr/>
        </p:nvSpPr>
        <p:spPr>
          <a:xfrm>
            <a:off x="2470212" y="1713611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F6337F8-17D9-20E9-0F26-C56AE4E1E0B3}"/>
              </a:ext>
            </a:extLst>
          </p:cNvPr>
          <p:cNvSpPr txBox="1"/>
          <p:nvPr/>
        </p:nvSpPr>
        <p:spPr>
          <a:xfrm>
            <a:off x="3559277" y="1425677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P(y) = 0.7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FEE6261-5598-F513-9589-E86EF182458F}"/>
              </a:ext>
            </a:extLst>
          </p:cNvPr>
          <p:cNvSpPr txBox="1"/>
          <p:nvPr/>
        </p:nvSpPr>
        <p:spPr>
          <a:xfrm>
            <a:off x="3328461" y="4404103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latin typeface="Arial" panose="020B0604020202020204" pitchFamily="34" charset="0"/>
                <a:cs typeface="Arial" panose="020B0604020202020204" pitchFamily="34" charset="0"/>
              </a:rPr>
              <a:t>P(y) = 0.8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E2CEA011-9D1A-5386-C179-8E51E889DA98}"/>
              </a:ext>
            </a:extLst>
          </p:cNvPr>
          <p:cNvSpPr/>
          <p:nvPr/>
        </p:nvSpPr>
        <p:spPr>
          <a:xfrm>
            <a:off x="2465295" y="4225758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B12F462-34C7-E4A8-BEEC-BDF8EA90483B}"/>
              </a:ext>
            </a:extLst>
          </p:cNvPr>
          <p:cNvGrpSpPr>
            <a:grpSpLocks noChangeAspect="1"/>
          </p:cNvGrpSpPr>
          <p:nvPr/>
        </p:nvGrpSpPr>
        <p:grpSpPr>
          <a:xfrm>
            <a:off x="5624441" y="2300290"/>
            <a:ext cx="2296598" cy="1767821"/>
            <a:chOff x="1529862" y="1550841"/>
            <a:chExt cx="3833446" cy="2950820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24E338C-475F-E9DE-E8B6-655C1FD4E281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6679B01A-8498-E4BD-B0C8-047C0AFCF6E9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6BED0F30-ECAE-4E0B-9707-FB778F62C6BC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53906F8-CEB6-F1D2-0B28-BC86A76AB2C6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8123E2DC-FC50-505B-175D-02A387BA0EFA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E6A6012D-650E-D8B1-B8CF-CB97F77E9727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8BF9A93-DD2D-DA08-279B-BAC75531E1BB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7C213E38-6F94-101D-7608-CCE6ED765A79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B4C5284-4DA1-9528-D953-DDFE81FA0830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C36160F-7D10-71D1-495F-4C60778D372D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1E8734F2-6CD3-8169-BFA7-CA125AB6C0AF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FAAD968-02BB-BD13-39FB-CD64BC33FC27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BC670-38A1-2E13-7B36-10B06FC0D673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A6CA110-59E8-E46B-DDFF-A7F2E27C322D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DE80E1D-780B-F9EB-0A09-DCA7C3F2B72E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32D4B15-A52E-B98B-871B-AC8BC36C5F86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1F9C787-4441-A996-09B5-3794C9896E68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4CEA04E-5846-F4F4-27C3-CCD2B57C6AEE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CD18266-E405-599B-4657-49BBF93BCB5B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B16A2DB-ECB0-63EE-60B7-F9904C38E11F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C153797-5C07-E139-4B07-BCBBF506C1BA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E4B26A6-5457-C83C-3947-152687D22CD2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1FD6F5A8-2FAF-80B0-32C4-76702EB26A4A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784D4EC8-D89A-26CA-CBEB-08507145BAE2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412D677A-7314-3510-DEBC-3F8EA3A4DFA7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F3173F0E-A8D8-E39E-6B1B-25703BFF28FE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536536FB-310B-0FC7-1307-A32178F48C74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483814D-E76A-4409-E630-8332CB8B08CC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36DFF10F-EA59-4A4D-3C6E-500E0B7507A2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B8A92F1-C02E-E2B0-439D-51CC4C4A788F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A6C066E-C940-DFAC-14C9-1C679D69E9D4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B52591CE-944B-5C9E-1A3C-902378CA8AEC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99E3ACFE-D636-FB9D-8E92-22D9B217A2B8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292BB94-18D3-CAEA-900C-21B40B15E64F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8DDC030-A6C2-244C-DC66-BF9D56FD604A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5DD2E82C-AD3F-0CF6-3261-43C3CDCAAEEA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E04AB64-8C2E-AC14-6347-3ADD8E6E1216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FC715C8-A710-E512-C8CC-77013A9D4A6F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5350457C-C030-F3C1-5D5B-663D1072E2E5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4C5BC08C-4405-FF62-E19F-C5589F908555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CE229271-AECB-2202-1881-188A734CBFAA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4ED1E7ED-665F-C21D-795B-ADABFFFE52AD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CB929E7C-9501-BD8B-036C-3644B5FBE16F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D937433E-565B-00A0-E337-45C17025A131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BA2F105F-A308-F149-ADFC-E2F783AAAFA1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BDBA453C-09D9-77F9-1568-FF716AD0616F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BFE1B2D8-C0F1-27F6-4C13-6721F00350C6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304D6E86-3B9A-FC91-1084-5D264DCE0BDA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A4B209AF-910D-A098-F422-8356D74A4A53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AD069F75-122A-BBB1-C91C-4C31A1372C31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DC662D03-89C4-65F5-2997-6BBAABC4DE1F}"/>
                  </a:ext>
                </a:extLst>
              </p14:cNvPr>
              <p14:cNvContentPartPr/>
              <p14:nvPr/>
            </p14:nvContentPartPr>
            <p14:xfrm>
              <a:off x="5595572" y="2787580"/>
              <a:ext cx="2364120" cy="4078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DC662D03-89C4-65F5-2997-6BBAABC4DE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7572" y="2769940"/>
                <a:ext cx="239976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9AE0E03-5706-C4D6-A196-C960DFA2976A}"/>
                  </a:ext>
                </a:extLst>
              </p14:cNvPr>
              <p14:cNvContentPartPr/>
              <p14:nvPr/>
            </p14:nvContentPartPr>
            <p14:xfrm>
              <a:off x="5565332" y="2972980"/>
              <a:ext cx="2386440" cy="739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9AE0E03-5706-C4D6-A196-C960DFA297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1332" y="2864980"/>
                <a:ext cx="2494080" cy="9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A31C8E4-4435-3C57-0813-793C91DF3CB2}"/>
                  </a:ext>
                </a:extLst>
              </p14:cNvPr>
              <p14:cNvContentPartPr/>
              <p14:nvPr/>
            </p14:nvContentPartPr>
            <p14:xfrm>
              <a:off x="5569292" y="2365660"/>
              <a:ext cx="2272680" cy="7056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A31C8E4-4435-3C57-0813-793C91DF3C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15292" y="2258020"/>
                <a:ext cx="2380320" cy="921240"/>
              </a:xfrm>
              <a:prstGeom prst="rect">
                <a:avLst/>
              </a:prstGeom>
            </p:spPr>
          </p:pic>
        </mc:Fallback>
      </mc:AlternateContent>
      <p:sp>
        <p:nvSpPr>
          <p:cNvPr id="176" name="TextBox 175">
            <a:extLst>
              <a:ext uri="{FF2B5EF4-FFF2-40B4-BE49-F238E27FC236}">
                <a16:creationId xmlns:a16="http://schemas.microsoft.com/office/drawing/2014/main" id="{0A022AA8-ACEE-46E5-659F-E01184F0D079}"/>
              </a:ext>
            </a:extLst>
          </p:cNvPr>
          <p:cNvSpPr txBox="1"/>
          <p:nvPr/>
        </p:nvSpPr>
        <p:spPr>
          <a:xfrm>
            <a:off x="5176284" y="1525534"/>
            <a:ext cx="297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>
                <a:latin typeface="Arial" panose="020B0604020202020204" pitchFamily="34" charset="0"/>
                <a:cs typeface="Arial" panose="020B0604020202020204" pitchFamily="34" charset="0"/>
              </a:rPr>
              <a:t>Suppose we want the effect of Perceptron-1 more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4E512119-C271-15DE-27E0-CC3723FADF2F}"/>
              </a:ext>
            </a:extLst>
          </p:cNvPr>
          <p:cNvCxnSpPr/>
          <p:nvPr/>
        </p:nvCxnSpPr>
        <p:spPr>
          <a:xfrm>
            <a:off x="3859619" y="2471740"/>
            <a:ext cx="1446028" cy="723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95F67F3-4E32-12F7-3D3E-3FDDEDD74E57}"/>
              </a:ext>
            </a:extLst>
          </p:cNvPr>
          <p:cNvCxnSpPr/>
          <p:nvPr/>
        </p:nvCxnSpPr>
        <p:spPr>
          <a:xfrm flipV="1">
            <a:off x="3859619" y="3631102"/>
            <a:ext cx="1467293" cy="594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6CE11554-A5FA-8212-E05A-BD4D7459C607}"/>
              </a:ext>
            </a:extLst>
          </p:cNvPr>
          <p:cNvSpPr txBox="1"/>
          <p:nvPr/>
        </p:nvSpPr>
        <p:spPr>
          <a:xfrm>
            <a:off x="4412512" y="245612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1571FD1-A375-99A2-8D50-6C96796BC890}"/>
              </a:ext>
            </a:extLst>
          </p:cNvPr>
          <p:cNvSpPr txBox="1"/>
          <p:nvPr/>
        </p:nvSpPr>
        <p:spPr>
          <a:xfrm>
            <a:off x="4433777" y="3561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5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67C0546-77D4-924B-F0D9-441A1030106C}"/>
              </a:ext>
            </a:extLst>
          </p:cNvPr>
          <p:cNvSpPr txBox="1"/>
          <p:nvPr/>
        </p:nvSpPr>
        <p:spPr>
          <a:xfrm>
            <a:off x="5176284" y="4307635"/>
            <a:ext cx="2656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>
                <a:latin typeface="Arial" panose="020B0604020202020204" pitchFamily="34" charset="0"/>
                <a:cs typeface="Arial" panose="020B0604020202020204" pitchFamily="34" charset="0"/>
              </a:rPr>
              <a:t>Instead of normal sum, we have to do weighted sum.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C915F1C-7CFD-DD2B-FE24-11F53EEFAE33}"/>
              </a:ext>
            </a:extLst>
          </p:cNvPr>
          <p:cNvSpPr txBox="1"/>
          <p:nvPr/>
        </p:nvSpPr>
        <p:spPr>
          <a:xfrm>
            <a:off x="8389088" y="2466753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0.7 x 10 + 0.8 x 5 = z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777AF0E-0722-47F2-BB3D-0E947BB6EE28}"/>
              </a:ext>
            </a:extLst>
          </p:cNvPr>
          <p:cNvSpPr txBox="1"/>
          <p:nvPr/>
        </p:nvSpPr>
        <p:spPr>
          <a:xfrm>
            <a:off x="10090297" y="301590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𝜎(z)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B7121CB-9E3D-460D-D207-D01FB84E0355}"/>
              </a:ext>
            </a:extLst>
          </p:cNvPr>
          <p:cNvSpPr txBox="1"/>
          <p:nvPr/>
        </p:nvSpPr>
        <p:spPr>
          <a:xfrm>
            <a:off x="10090297" y="369340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586B2986-1E8D-D5F5-4B8C-2A5EA3AEF621}"/>
              </a:ext>
            </a:extLst>
          </p:cNvPr>
          <p:cNvCxnSpPr>
            <a:cxnSpLocks/>
          </p:cNvCxnSpPr>
          <p:nvPr/>
        </p:nvCxnSpPr>
        <p:spPr>
          <a:xfrm>
            <a:off x="10367777" y="2823684"/>
            <a:ext cx="0" cy="24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06B3369-780D-939D-F609-C10B6018FC3B}"/>
              </a:ext>
            </a:extLst>
          </p:cNvPr>
          <p:cNvCxnSpPr>
            <a:cxnSpLocks/>
          </p:cNvCxnSpPr>
          <p:nvPr/>
        </p:nvCxnSpPr>
        <p:spPr>
          <a:xfrm>
            <a:off x="10372960" y="3383526"/>
            <a:ext cx="0" cy="24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91B26382-36A0-C8CF-FDDF-86D9D6ABA94B}"/>
              </a:ext>
            </a:extLst>
          </p:cNvPr>
          <p:cNvSpPr txBox="1"/>
          <p:nvPr/>
        </p:nvSpPr>
        <p:spPr>
          <a:xfrm>
            <a:off x="8610600" y="4402400"/>
            <a:ext cx="3157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You can even add some “bias”</a:t>
            </a:r>
          </a:p>
        </p:txBody>
      </p:sp>
    </p:spTree>
    <p:extLst>
      <p:ext uri="{BB962C8B-B14F-4D97-AF65-F5344CB8AC3E}">
        <p14:creationId xmlns:p14="http://schemas.microsoft.com/office/powerpoint/2010/main" val="115792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A00E1-6587-2D2B-2BC7-48E37285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301216C8-DAA7-90DF-6397-4720D995C3BC}"/>
              </a:ext>
            </a:extLst>
          </p:cNvPr>
          <p:cNvSpPr/>
          <p:nvPr/>
        </p:nvSpPr>
        <p:spPr>
          <a:xfrm>
            <a:off x="4146698" y="1821611"/>
            <a:ext cx="4242390" cy="2692782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6152-DA21-6A1C-4367-4B3ED847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Mathematics (further enhancements)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AF647-B56C-9428-091C-D5E8F8BB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9A16B-091F-5AA1-79BC-A1CC3DE4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B4455-6E2A-FF81-F14F-82B93C0F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11</a:t>
            </a:fld>
            <a:endParaRPr lang="x-non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6B2FBA-A741-739D-1059-E1482834326B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6" y="1302915"/>
            <a:ext cx="2296598" cy="1767821"/>
            <a:chOff x="1529862" y="1550841"/>
            <a:chExt cx="3833446" cy="29508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14AF44-BB28-EDF2-74C4-D656526BC98B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285A125-E6F5-FDD2-273E-E39020B825C6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50B74A3-2348-EBE4-2064-A451A3CD9E9C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7D03D4-B0D1-DB71-21A2-42A6C9708207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5B7B4BC-9ACE-6680-CDB1-02776D38E609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7FBFD8-330F-A550-787F-EC0F16DEF268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5F340D3-8B93-D3FB-09CE-56BB683C58B7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C4E0EA-257D-FD53-A2E1-5FA5D706277B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FA51A6-5CC4-DE88-165D-A1F18CF921BE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303E4DD-0E07-5C8E-37D4-F83AC65E0089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A13EDC0-5867-A633-80A6-1FE5166B2EB5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FBC57B7-D1A3-61F8-750C-368397C84016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72E1E88-364E-D070-BB5B-AA99F30EDC90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8D7981B-A29A-49FE-6527-1FF1BE397A0B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231168-3211-0022-5844-9ECD56A65B6F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2EF5A1F-3EA7-8769-1BDB-0E11C1E57EB4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0336CF0-8236-0E78-2C2E-808D8FF96899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2658DFC-10FC-2760-59A7-A23C961934C9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C3D944F-E2DF-71B0-0C3B-6209E2D5E6D7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D7E44B7-423A-5E87-629D-410F3F422D52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3D591C3-89EE-0673-EBD1-EA5E1BF016F9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806F96F-D640-4E7A-3E12-1B516D30C9E8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0DAFB81-6A64-B0C8-2F85-1B47E730201A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A946A3B-51E1-FAA5-CB9B-4C033A50E9CA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19CC47E-0B1C-5774-BD36-5CA34BFE83F8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C566EDE-CDE5-DD8D-2DBB-409703B2A549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69A7B0C-6257-C5FF-B3D6-429F938F41FD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20B2F60-B87F-A266-A598-E108220CFBC0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03A3F6C-6E89-014F-E55F-823438A37157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EEBE42C-0DFC-562C-B372-B39CA507EAA2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F29DB3A-667B-F93B-0A52-7C1D01FED48E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B9134ED-5BF5-2C8C-57B0-C6E96003B569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CEBA839-8AA6-D709-545D-F6D174AFFB9B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95E5BA5-4FEB-6721-19EE-9448C2115FE9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6B4D9F4-E6CC-7374-3269-2A504131876D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0AADB2A-5312-603E-4C73-D7A9E1312F3D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69C83AD-C209-6FF1-6EBC-4BC5E6056BED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39380ED-48B7-E9C3-3155-4FAE4584BE35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285EB50-1991-8FF9-45FF-041C378D941F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0DAF5A6-6532-57C2-3E2F-DF260E0669E8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A11EF08-DAEE-4AC6-E02B-CDFC92F3EAEE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3C43C57-8DB3-E18F-AAA2-1BCAE259A8CF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E4BC3BD-3749-B950-42C8-74BAD3C2EA80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13C046B-FE89-1890-954C-7B48A205D6B2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16C6F85-5089-EE21-9861-12D7874A1D6C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690411-2A6E-338E-F35B-B5E362FEEC33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B44E2ED-29E9-F218-6F61-37416849F3DE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E4E0A28-80CA-FCEE-1883-F672DB6EC415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D7DE591-11BD-3253-0391-C6ABD87C0AFC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F90D9AE-1F22-0DA3-CB2D-0CD9C98961A0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1E7D00-9096-EE78-A4F6-2A166A7BA505}"/>
              </a:ext>
            </a:extLst>
          </p:cNvPr>
          <p:cNvGrpSpPr>
            <a:grpSpLocks noChangeAspect="1"/>
          </p:cNvGrpSpPr>
          <p:nvPr/>
        </p:nvGrpSpPr>
        <p:grpSpPr>
          <a:xfrm>
            <a:off x="1084769" y="3827039"/>
            <a:ext cx="2296598" cy="1767821"/>
            <a:chOff x="1529862" y="1550841"/>
            <a:chExt cx="3833446" cy="295082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F87F236-3135-C73F-F339-2E636047EC15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36863B8F-7E18-0AE2-217E-9E0E24A4DFB6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3199CF86-B078-B342-D83A-506D767F340A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7896726-5C93-0C45-4FDE-B5306A1C938E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EE54576-FA8B-7E24-2A92-6B272FA50338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C06E4A-7C47-B111-C7C7-68B1E07CFF9B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F255034-5A8A-F5CC-96D2-20A3A9DC8F28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E44A39C-D667-A541-7866-1305B1413A35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53B8450-C1CD-EF2D-A492-73AF3232CF00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D892E21-1625-98AF-8D14-7C56CDC5FD40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0697D19-C033-9CC7-1002-F7A03BA2FC8B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16F14EB-E097-CFC0-882E-869842AF6ABC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247128B-AD88-3F9C-3592-D72AE5561CF4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6EE2A11-360A-3CB0-A1BE-FF03BD630A21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D03ED08-7786-2C51-179B-AC6908CCADC4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E063960-2CCF-84AE-D849-EC02FF14AF42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0D5E020-B68E-7A41-A0B3-78EB6D35F6D2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8247941-6F28-59C5-6AA1-78FEEB49DA73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D659B43-2430-6A99-00D7-CB32DD117384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7A78C8D-C67A-1D96-17CB-17CAB8FD4DFD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DB6C5EF-4889-C281-1C17-29A629905139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B167196-088E-6AEE-CB60-9007B82A599C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9827B26-6D54-7D7F-2334-7CDE0FA3257F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B0B36A8-F82B-5709-ECE6-17FCACEC1A0B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1CB47A0-9E30-03C9-CDF1-FE4FE626B703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5C96855-6FAA-8507-D8D7-48468BF207F7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166712E-72FC-8034-50E8-EFF4A66B7B3D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53BE868-6171-06AE-8FCB-B6A173FFE224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5E591A0C-E353-32BE-A3AB-8347ED558404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9E201E9-0EA4-12EE-664C-BDC4916068BB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5339555-B9BA-6DDC-9D29-12E2E47A5850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FE79E13-B1D1-17FC-4D64-40D4638C1524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DA3F1A7C-ED2E-67C7-D5E8-826B43CCF60F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3E5C26F-E3D7-E52D-FE02-94D83289AA4D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C499E3B-80AB-382F-9B69-632E87CCE7F1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3EC7F9A-7A6B-9827-C526-E52022C80D38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6A6BE8C-6AB6-9CE9-74CC-0F98B892A157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D5DEAB0-9C63-9D36-7A21-FDB5DE15BDE2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2C06162-F321-B3E9-BE0B-113EE4C4506D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6D1E830-BFC2-545B-287B-D5C27D238A6A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B12F366-634D-F35E-CD2E-609DBB4B47CA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4204427-965B-EB8C-7B8A-C03864487E68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A702347-42A8-A9F7-BE79-A248D0A83B67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5E50282-D9B6-84BF-7D1D-0BCA3E4DDF29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71B7B39-FCC9-5E9C-BC0C-D967AF077703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2134EA5-0222-CC2A-8AC3-6319ABAAA4AB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FE87F9F-81BD-7ABF-6B87-B71A35EC92C8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A211D3CF-6DD8-328E-6D83-D01E24D5377F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C0187B9-B9DB-CF69-41E9-5E68501C4175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14C46DD-7DF5-D6F8-943F-8BB4EF61C1CB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EF5F73A-BAAB-0B03-206B-FCB799B53964}"/>
              </a:ext>
            </a:extLst>
          </p:cNvPr>
          <p:cNvCxnSpPr/>
          <p:nvPr/>
        </p:nvCxnSpPr>
        <p:spPr>
          <a:xfrm flipV="1">
            <a:off x="971539" y="2128840"/>
            <a:ext cx="2614613" cy="3429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90A765E-0459-F108-F065-F332790A5E4B}"/>
              </a:ext>
            </a:extLst>
          </p:cNvPr>
          <p:cNvSpPr/>
          <p:nvPr/>
        </p:nvSpPr>
        <p:spPr>
          <a:xfrm rot="21156384">
            <a:off x="1085842" y="1371603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4E496CF-16AF-11C6-464B-48847CA851CE}"/>
              </a:ext>
            </a:extLst>
          </p:cNvPr>
          <p:cNvSpPr/>
          <p:nvPr/>
        </p:nvSpPr>
        <p:spPr>
          <a:xfrm rot="21156384">
            <a:off x="1235672" y="2300290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36524B6-FB71-FAFF-47D7-F4803A6C4CB8}"/>
              </a:ext>
            </a:extLst>
          </p:cNvPr>
          <p:cNvCxnSpPr>
            <a:cxnSpLocks/>
          </p:cNvCxnSpPr>
          <p:nvPr/>
        </p:nvCxnSpPr>
        <p:spPr>
          <a:xfrm flipH="1">
            <a:off x="1971667" y="3669671"/>
            <a:ext cx="315000" cy="210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CF2EBF3-2AD4-AFF2-9178-94F704DDD5DC}"/>
              </a:ext>
            </a:extLst>
          </p:cNvPr>
          <p:cNvSpPr/>
          <p:nvPr/>
        </p:nvSpPr>
        <p:spPr>
          <a:xfrm rot="16724079">
            <a:off x="1448940" y="4374079"/>
            <a:ext cx="2300289" cy="928688"/>
          </a:xfrm>
          <a:prstGeom prst="rect">
            <a:avLst/>
          </a:prstGeom>
          <a:solidFill>
            <a:srgbClr val="4EA72D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DF12CEA-AA73-C234-0E25-676D5E8872F7}"/>
              </a:ext>
            </a:extLst>
          </p:cNvPr>
          <p:cNvSpPr/>
          <p:nvPr/>
        </p:nvSpPr>
        <p:spPr>
          <a:xfrm rot="16724079">
            <a:off x="506802" y="4211112"/>
            <a:ext cx="2300289" cy="928688"/>
          </a:xfrm>
          <a:prstGeom prst="rect">
            <a:avLst/>
          </a:prstGeom>
          <a:solidFill>
            <a:srgbClr val="FF00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5" name="Plus 114">
            <a:extLst>
              <a:ext uri="{FF2B5EF4-FFF2-40B4-BE49-F238E27FC236}">
                <a16:creationId xmlns:a16="http://schemas.microsoft.com/office/drawing/2014/main" id="{9A7DE1F3-B1E8-5CE2-1D5E-6F717161AEAD}"/>
              </a:ext>
            </a:extLst>
          </p:cNvPr>
          <p:cNvSpPr/>
          <p:nvPr/>
        </p:nvSpPr>
        <p:spPr>
          <a:xfrm>
            <a:off x="2225535" y="3249322"/>
            <a:ext cx="432000" cy="419078"/>
          </a:xfrm>
          <a:prstGeom prst="mathPlus">
            <a:avLst>
              <a:gd name="adj1" fmla="val 129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6" name="Equals 115">
            <a:extLst>
              <a:ext uri="{FF2B5EF4-FFF2-40B4-BE49-F238E27FC236}">
                <a16:creationId xmlns:a16="http://schemas.microsoft.com/office/drawing/2014/main" id="{38F3EEDA-9D1C-7ED4-8C03-22BD807F77DD}"/>
              </a:ext>
            </a:extLst>
          </p:cNvPr>
          <p:cNvSpPr/>
          <p:nvPr/>
        </p:nvSpPr>
        <p:spPr>
          <a:xfrm>
            <a:off x="3328461" y="3292186"/>
            <a:ext cx="432000" cy="360000"/>
          </a:xfrm>
          <a:prstGeom prst="mathEqual">
            <a:avLst>
              <a:gd name="adj1" fmla="val 11614"/>
              <a:gd name="adj2" fmla="val 276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777D02B-336D-80BB-A01E-4F9FD63CA641}"/>
              </a:ext>
            </a:extLst>
          </p:cNvPr>
          <p:cNvSpPr/>
          <p:nvPr/>
        </p:nvSpPr>
        <p:spPr>
          <a:xfrm>
            <a:off x="2470212" y="1713611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7A9427AC-9705-57A8-FAFE-8B0FACABFE85}"/>
              </a:ext>
            </a:extLst>
          </p:cNvPr>
          <p:cNvSpPr/>
          <p:nvPr/>
        </p:nvSpPr>
        <p:spPr>
          <a:xfrm>
            <a:off x="2465295" y="4225758"/>
            <a:ext cx="108000" cy="10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73DB5C6-AAC0-B4B2-0998-624CBA170967}"/>
              </a:ext>
            </a:extLst>
          </p:cNvPr>
          <p:cNvGrpSpPr>
            <a:grpSpLocks noChangeAspect="1"/>
          </p:cNvGrpSpPr>
          <p:nvPr/>
        </p:nvGrpSpPr>
        <p:grpSpPr>
          <a:xfrm>
            <a:off x="5624441" y="2300290"/>
            <a:ext cx="2296598" cy="1767821"/>
            <a:chOff x="1529862" y="1550841"/>
            <a:chExt cx="3833446" cy="2950820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0AB56EDE-07C0-0464-BED5-A26D8BA4DE71}"/>
                </a:ext>
              </a:extLst>
            </p:cNvPr>
            <p:cNvGrpSpPr/>
            <p:nvPr/>
          </p:nvGrpSpPr>
          <p:grpSpPr>
            <a:xfrm>
              <a:off x="1529862" y="2022230"/>
              <a:ext cx="3833446" cy="2479431"/>
              <a:chOff x="1529862" y="2022230"/>
              <a:chExt cx="3833446" cy="2479431"/>
            </a:xfrm>
          </p:grpSpPr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DCCDBB37-5016-D218-0F41-BE8B52FCEA9E}"/>
                  </a:ext>
                </a:extLst>
              </p:cNvPr>
              <p:cNvCxnSpPr/>
              <p:nvPr/>
            </p:nvCxnSpPr>
            <p:spPr>
              <a:xfrm>
                <a:off x="1776046" y="2022230"/>
                <a:ext cx="0" cy="24794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81D714C5-7EC2-8F82-6E5A-43084230011D}"/>
                  </a:ext>
                </a:extLst>
              </p:cNvPr>
              <p:cNvCxnSpPr/>
              <p:nvPr/>
            </p:nvCxnSpPr>
            <p:spPr>
              <a:xfrm>
                <a:off x="1529862" y="4167554"/>
                <a:ext cx="383344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F649034-178A-15BC-B9B1-E1E5FC42B7D0}"/>
                </a:ext>
              </a:extLst>
            </p:cNvPr>
            <p:cNvSpPr/>
            <p:nvPr/>
          </p:nvSpPr>
          <p:spPr>
            <a:xfrm>
              <a:off x="2675681" y="25033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187AEE0-CCCE-76D1-C3BA-B8619BAD54E6}"/>
                </a:ext>
              </a:extLst>
            </p:cNvPr>
            <p:cNvSpPr/>
            <p:nvPr/>
          </p:nvSpPr>
          <p:spPr>
            <a:xfrm>
              <a:off x="2629383" y="28428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8EDB489E-FFA5-2440-F986-FA451BCE885E}"/>
                </a:ext>
              </a:extLst>
            </p:cNvPr>
            <p:cNvSpPr/>
            <p:nvPr/>
          </p:nvSpPr>
          <p:spPr>
            <a:xfrm>
              <a:off x="2900756" y="289680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3CD5B51-AEC0-E26D-1589-901017A5375F}"/>
                </a:ext>
              </a:extLst>
            </p:cNvPr>
            <p:cNvSpPr/>
            <p:nvPr/>
          </p:nvSpPr>
          <p:spPr>
            <a:xfrm>
              <a:off x="2787737" y="193894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39FB7DC-4D87-E96A-F58C-3B65520007DF}"/>
                </a:ext>
              </a:extLst>
            </p:cNvPr>
            <p:cNvSpPr/>
            <p:nvPr/>
          </p:nvSpPr>
          <p:spPr>
            <a:xfrm>
              <a:off x="3353988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3F655F20-09B4-0630-FD90-515D8A93F5B4}"/>
                </a:ext>
              </a:extLst>
            </p:cNvPr>
            <p:cNvSpPr/>
            <p:nvPr/>
          </p:nvSpPr>
          <p:spPr>
            <a:xfrm>
              <a:off x="2825521" y="33450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81AB0FA-F440-AF55-4422-5984AD15E20E}"/>
                </a:ext>
              </a:extLst>
            </p:cNvPr>
            <p:cNvSpPr/>
            <p:nvPr/>
          </p:nvSpPr>
          <p:spPr>
            <a:xfrm>
              <a:off x="3790450" y="3402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8FA12291-A6EB-0373-9B5F-AD26C62AAC96}"/>
                </a:ext>
              </a:extLst>
            </p:cNvPr>
            <p:cNvSpPr/>
            <p:nvPr/>
          </p:nvSpPr>
          <p:spPr>
            <a:xfrm>
              <a:off x="3288010" y="34537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49558A7-652E-026F-0D04-F6AEC70717FB}"/>
                </a:ext>
              </a:extLst>
            </p:cNvPr>
            <p:cNvSpPr/>
            <p:nvPr/>
          </p:nvSpPr>
          <p:spPr>
            <a:xfrm>
              <a:off x="2675850" y="302730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A0E178FB-8850-FED9-BC69-5F959CAB00B2}"/>
                </a:ext>
              </a:extLst>
            </p:cNvPr>
            <p:cNvSpPr/>
            <p:nvPr/>
          </p:nvSpPr>
          <p:spPr>
            <a:xfrm>
              <a:off x="2934183" y="3147646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3A52459-560D-2BDB-1196-33BBF2B4A752}"/>
                </a:ext>
              </a:extLst>
            </p:cNvPr>
            <p:cNvSpPr/>
            <p:nvPr/>
          </p:nvSpPr>
          <p:spPr>
            <a:xfrm>
              <a:off x="3195413" y="329043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59C95A4-23AC-4A03-C3A9-910EA576975D}"/>
                </a:ext>
              </a:extLst>
            </p:cNvPr>
            <p:cNvSpPr/>
            <p:nvPr/>
          </p:nvSpPr>
          <p:spPr>
            <a:xfrm>
              <a:off x="2871820" y="351295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9F3197ED-EF2A-255A-5F4F-830D2EB48165}"/>
                </a:ext>
              </a:extLst>
            </p:cNvPr>
            <p:cNvSpPr/>
            <p:nvPr/>
          </p:nvSpPr>
          <p:spPr>
            <a:xfrm>
              <a:off x="3131917" y="359029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A0EA54A-C97D-BF35-EA71-F935C21C554A}"/>
                </a:ext>
              </a:extLst>
            </p:cNvPr>
            <p:cNvSpPr/>
            <p:nvPr/>
          </p:nvSpPr>
          <p:spPr>
            <a:xfrm>
              <a:off x="2375241" y="317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041BBE6-2943-8FBE-E3DC-8D0F58CDB752}"/>
                </a:ext>
              </a:extLst>
            </p:cNvPr>
            <p:cNvSpPr/>
            <p:nvPr/>
          </p:nvSpPr>
          <p:spPr>
            <a:xfrm>
              <a:off x="2629383" y="3261945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318C4A3-695F-06A6-2780-F7B2BC8ED6DE}"/>
                </a:ext>
              </a:extLst>
            </p:cNvPr>
            <p:cNvSpPr/>
            <p:nvPr/>
          </p:nvSpPr>
          <p:spPr>
            <a:xfrm>
              <a:off x="3178216" y="30804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7326FFE-BCEB-D59F-8D8C-25091F7668E1}"/>
                </a:ext>
              </a:extLst>
            </p:cNvPr>
            <p:cNvSpPr/>
            <p:nvPr/>
          </p:nvSpPr>
          <p:spPr>
            <a:xfrm>
              <a:off x="2828081" y="265572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43A4442A-C171-9366-0295-D5C65D16F129}"/>
                </a:ext>
              </a:extLst>
            </p:cNvPr>
            <p:cNvSpPr/>
            <p:nvPr/>
          </p:nvSpPr>
          <p:spPr>
            <a:xfrm>
              <a:off x="2918118" y="238236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3FD0E82B-75CA-31D8-DAB6-635A8A6F8F4E}"/>
                </a:ext>
              </a:extLst>
            </p:cNvPr>
            <p:cNvSpPr/>
            <p:nvPr/>
          </p:nvSpPr>
          <p:spPr>
            <a:xfrm>
              <a:off x="3062137" y="2806824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1F4A47B-9A2A-740E-9955-CC9A722EDE85}"/>
                </a:ext>
              </a:extLst>
            </p:cNvPr>
            <p:cNvSpPr/>
            <p:nvPr/>
          </p:nvSpPr>
          <p:spPr>
            <a:xfrm>
              <a:off x="3019371" y="335773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62F40C9-11DF-0DBA-D808-F976EC27F2C4}"/>
                </a:ext>
              </a:extLst>
            </p:cNvPr>
            <p:cNvSpPr/>
            <p:nvPr/>
          </p:nvSpPr>
          <p:spPr>
            <a:xfrm>
              <a:off x="3576879" y="328717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1459E66-444A-7853-709E-7AF384E966DC}"/>
                </a:ext>
              </a:extLst>
            </p:cNvPr>
            <p:cNvSpPr/>
            <p:nvPr/>
          </p:nvSpPr>
          <p:spPr>
            <a:xfrm>
              <a:off x="2916988" y="1550841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CD8DFFA-0EE7-BCB9-42BE-757A1E04FCA0}"/>
                </a:ext>
              </a:extLst>
            </p:cNvPr>
            <p:cNvSpPr/>
            <p:nvPr/>
          </p:nvSpPr>
          <p:spPr>
            <a:xfrm>
              <a:off x="3115686" y="188470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BF230A6D-FA30-D11E-8B8B-01973B2FF299}"/>
                </a:ext>
              </a:extLst>
            </p:cNvPr>
            <p:cNvSpPr/>
            <p:nvPr/>
          </p:nvSpPr>
          <p:spPr>
            <a:xfrm>
              <a:off x="3069388" y="252504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A77CA79-FC68-ADB4-B3E6-E45D0DD7E7A3}"/>
                </a:ext>
              </a:extLst>
            </p:cNvPr>
            <p:cNvSpPr/>
            <p:nvPr/>
          </p:nvSpPr>
          <p:spPr>
            <a:xfrm>
              <a:off x="2967311" y="2087812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9EBE8B1-F520-90D6-3CDC-971E34CA8BAE}"/>
                </a:ext>
              </a:extLst>
            </p:cNvPr>
            <p:cNvSpPr/>
            <p:nvPr/>
          </p:nvSpPr>
          <p:spPr>
            <a:xfrm>
              <a:off x="3511590" y="3579750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361C3CC-633A-F5EA-4DCD-AB9DB614F1B5}"/>
                </a:ext>
              </a:extLst>
            </p:cNvPr>
            <p:cNvSpPr/>
            <p:nvPr/>
          </p:nvSpPr>
          <p:spPr>
            <a:xfrm>
              <a:off x="3703381" y="3706353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A76E2303-F2FD-B5A3-AC71-9DDF1C64A8A4}"/>
                </a:ext>
              </a:extLst>
            </p:cNvPr>
            <p:cNvSpPr/>
            <p:nvPr/>
          </p:nvSpPr>
          <p:spPr>
            <a:xfrm>
              <a:off x="3987186" y="3583558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7B81D1D-C06B-3655-8839-01B96BC4EFDC}"/>
                </a:ext>
              </a:extLst>
            </p:cNvPr>
            <p:cNvSpPr/>
            <p:nvPr/>
          </p:nvSpPr>
          <p:spPr>
            <a:xfrm>
              <a:off x="4161307" y="3562049"/>
              <a:ext cx="92597" cy="9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CDE5AF-514D-A769-B0A4-D6D175FB436D}"/>
                </a:ext>
              </a:extLst>
            </p:cNvPr>
            <p:cNvSpPr/>
            <p:nvPr/>
          </p:nvSpPr>
          <p:spPr>
            <a:xfrm>
              <a:off x="3464171" y="220798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6266416-A8E8-3CAB-C865-7DE15C35E56E}"/>
                </a:ext>
              </a:extLst>
            </p:cNvPr>
            <p:cNvSpPr/>
            <p:nvPr/>
          </p:nvSpPr>
          <p:spPr>
            <a:xfrm>
              <a:off x="3530580" y="247290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E4EF5E91-B278-B03E-725C-6A88987C0075}"/>
                </a:ext>
              </a:extLst>
            </p:cNvPr>
            <p:cNvSpPr/>
            <p:nvPr/>
          </p:nvSpPr>
          <p:spPr>
            <a:xfrm>
              <a:off x="3430782" y="26400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68232029-9113-69D1-5E19-6EDE8139C563}"/>
                </a:ext>
              </a:extLst>
            </p:cNvPr>
            <p:cNvSpPr/>
            <p:nvPr/>
          </p:nvSpPr>
          <p:spPr>
            <a:xfrm>
              <a:off x="3453631" y="2896244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83A7D3FD-46DE-2F22-3EBB-30B473E7C504}"/>
                </a:ext>
              </a:extLst>
            </p:cNvPr>
            <p:cNvSpPr/>
            <p:nvPr/>
          </p:nvSpPr>
          <p:spPr>
            <a:xfrm>
              <a:off x="3606023" y="2744962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C8A3B88-2AB9-81A4-E8B6-5E9D1745673A}"/>
                </a:ext>
              </a:extLst>
            </p:cNvPr>
            <p:cNvSpPr/>
            <p:nvPr/>
          </p:nvSpPr>
          <p:spPr>
            <a:xfrm>
              <a:off x="3385663" y="2435043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C0ED992-FC8B-FFD6-28B7-F99C1EF8F75C}"/>
                </a:ext>
              </a:extLst>
            </p:cNvPr>
            <p:cNvSpPr/>
            <p:nvPr/>
          </p:nvSpPr>
          <p:spPr>
            <a:xfrm>
              <a:off x="3679112" y="23337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04C1244-AF7A-D7A3-14AF-556AFDEF0790}"/>
                </a:ext>
              </a:extLst>
            </p:cNvPr>
            <p:cNvSpPr/>
            <p:nvPr/>
          </p:nvSpPr>
          <p:spPr>
            <a:xfrm>
              <a:off x="3703380" y="290492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FD53C81-BDE9-B176-39EB-8964999EA431}"/>
                </a:ext>
              </a:extLst>
            </p:cNvPr>
            <p:cNvSpPr/>
            <p:nvPr/>
          </p:nvSpPr>
          <p:spPr>
            <a:xfrm>
              <a:off x="3576879" y="19716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1813C3BA-565B-757B-F431-64A5A17CF737}"/>
                </a:ext>
              </a:extLst>
            </p:cNvPr>
            <p:cNvSpPr/>
            <p:nvPr/>
          </p:nvSpPr>
          <p:spPr>
            <a:xfrm>
              <a:off x="3729279" y="21240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7E028019-9676-12C6-04F5-F30269D32E9E}"/>
                </a:ext>
              </a:extLst>
            </p:cNvPr>
            <p:cNvSpPr/>
            <p:nvPr/>
          </p:nvSpPr>
          <p:spPr>
            <a:xfrm>
              <a:off x="3881679" y="22764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6C15668D-80EA-EC3D-ABF4-058117128A02}"/>
                </a:ext>
              </a:extLst>
            </p:cNvPr>
            <p:cNvSpPr/>
            <p:nvPr/>
          </p:nvSpPr>
          <p:spPr>
            <a:xfrm>
              <a:off x="3765021" y="258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3463CCD-E075-11C8-64F2-6482266922C1}"/>
                </a:ext>
              </a:extLst>
            </p:cNvPr>
            <p:cNvSpPr/>
            <p:nvPr/>
          </p:nvSpPr>
          <p:spPr>
            <a:xfrm>
              <a:off x="4029503" y="2465896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F468A51B-BF71-9B38-55D3-52C8A34B9E16}"/>
                </a:ext>
              </a:extLst>
            </p:cNvPr>
            <p:cNvSpPr/>
            <p:nvPr/>
          </p:nvSpPr>
          <p:spPr>
            <a:xfrm>
              <a:off x="3932801" y="278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729A9773-517E-A50E-3B44-1AD7394D2D2C}"/>
                </a:ext>
              </a:extLst>
            </p:cNvPr>
            <p:cNvSpPr/>
            <p:nvPr/>
          </p:nvSpPr>
          <p:spPr>
            <a:xfrm>
              <a:off x="4132643" y="2670547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CBCCD14-F2D1-23E1-DF99-A720735E2E61}"/>
                </a:ext>
              </a:extLst>
            </p:cNvPr>
            <p:cNvSpPr/>
            <p:nvPr/>
          </p:nvSpPr>
          <p:spPr>
            <a:xfrm>
              <a:off x="3972882" y="2995751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8C9406EA-E0F2-5B9C-704C-FB8E9B04F142}"/>
                </a:ext>
              </a:extLst>
            </p:cNvPr>
            <p:cNvSpPr/>
            <p:nvPr/>
          </p:nvSpPr>
          <p:spPr>
            <a:xfrm>
              <a:off x="4206429" y="2872299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727A9E9D-4DD1-4339-9539-4FB11EFFF767}"/>
                </a:ext>
              </a:extLst>
            </p:cNvPr>
            <p:cNvSpPr/>
            <p:nvPr/>
          </p:nvSpPr>
          <p:spPr>
            <a:xfrm>
              <a:off x="4225721" y="3081908"/>
              <a:ext cx="92597" cy="9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5BFC5DD8-8F84-6B2F-C68F-46197F236E9A}"/>
              </a:ext>
            </a:extLst>
          </p:cNvPr>
          <p:cNvCxnSpPr/>
          <p:nvPr/>
        </p:nvCxnSpPr>
        <p:spPr>
          <a:xfrm>
            <a:off x="3859619" y="2471740"/>
            <a:ext cx="1446028" cy="723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17163AA-C19B-187D-5639-85ECE49CEDAA}"/>
              </a:ext>
            </a:extLst>
          </p:cNvPr>
          <p:cNvCxnSpPr/>
          <p:nvPr/>
        </p:nvCxnSpPr>
        <p:spPr>
          <a:xfrm flipV="1">
            <a:off x="3859619" y="3631102"/>
            <a:ext cx="1467293" cy="594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17ED5FF6-B4E6-D03C-6345-73A960E81CF7}"/>
              </a:ext>
            </a:extLst>
          </p:cNvPr>
          <p:cNvSpPr txBox="1"/>
          <p:nvPr/>
        </p:nvSpPr>
        <p:spPr>
          <a:xfrm>
            <a:off x="4412512" y="24561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</a:t>
            </a:r>
            <a:r>
              <a:rPr lang="x-none" baseline="-25000" dirty="0"/>
              <a:t>1 </a:t>
            </a:r>
            <a:r>
              <a:rPr lang="x-none" dirty="0"/>
              <a:t>=10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3327D-C16B-8683-1053-898842D69AD1}"/>
              </a:ext>
            </a:extLst>
          </p:cNvPr>
          <p:cNvSpPr txBox="1"/>
          <p:nvPr/>
        </p:nvSpPr>
        <p:spPr>
          <a:xfrm>
            <a:off x="6645349" y="200955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x-none" dirty="0">
                <a:latin typeface="Arial" panose="020B0604020202020204" pitchFamily="34" charset="0"/>
                <a:cs typeface="Arial" panose="020B0604020202020204" pitchFamily="34" charset="0"/>
              </a:rPr>
              <a:t> = 3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4ED8DBD-73F5-73CC-74B8-DAE8018626C7}"/>
              </a:ext>
            </a:extLst>
          </p:cNvPr>
          <p:cNvSpPr txBox="1"/>
          <p:nvPr/>
        </p:nvSpPr>
        <p:spPr>
          <a:xfrm>
            <a:off x="4143236" y="3536949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</a:t>
            </a:r>
            <a:r>
              <a:rPr lang="x-none" baseline="-25000" dirty="0"/>
              <a:t>2 </a:t>
            </a:r>
            <a:r>
              <a:rPr lang="x-none" dirty="0"/>
              <a:t>=5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40D644-B91A-F840-944A-3E7CA760B432}"/>
              </a:ext>
            </a:extLst>
          </p:cNvPr>
          <p:cNvSpPr txBox="1"/>
          <p:nvPr/>
        </p:nvSpPr>
        <p:spPr>
          <a:xfrm>
            <a:off x="3763926" y="210524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x</a:t>
            </a:r>
            <a:r>
              <a:rPr lang="x-none" baseline="-25000" dirty="0"/>
              <a:t>1</a:t>
            </a:r>
            <a:endParaRPr lang="x-none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D0F5CAA-E8B6-9843-3256-488D7190892E}"/>
              </a:ext>
            </a:extLst>
          </p:cNvPr>
          <p:cNvSpPr txBox="1"/>
          <p:nvPr/>
        </p:nvSpPr>
        <p:spPr>
          <a:xfrm>
            <a:off x="3674007" y="382840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x</a:t>
            </a:r>
            <a:r>
              <a:rPr lang="x-none" baseline="-25000" dirty="0"/>
              <a:t>2</a:t>
            </a:r>
            <a:endParaRPr lang="x-none" dirty="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5A407597-024B-AA24-98EA-12D631E1D0EC}"/>
              </a:ext>
            </a:extLst>
          </p:cNvPr>
          <p:cNvSpPr/>
          <p:nvPr/>
        </p:nvSpPr>
        <p:spPr>
          <a:xfrm>
            <a:off x="8727178" y="2958385"/>
            <a:ext cx="502920" cy="502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𝝈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2ED73EF-C160-C2EC-D722-E7E9A3954CA3}"/>
              </a:ext>
            </a:extLst>
          </p:cNvPr>
          <p:cNvCxnSpPr>
            <a:cxnSpLocks/>
            <a:stCxn id="177" idx="3"/>
            <a:endCxn id="192" idx="2"/>
          </p:cNvCxnSpPr>
          <p:nvPr/>
        </p:nvCxnSpPr>
        <p:spPr>
          <a:xfrm>
            <a:off x="8389088" y="3168002"/>
            <a:ext cx="338090" cy="418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7514E11F-AA47-92AA-7FD6-0C8D0EBDB425}"/>
              </a:ext>
            </a:extLst>
          </p:cNvPr>
          <p:cNvSpPr txBox="1"/>
          <p:nvPr/>
        </p:nvSpPr>
        <p:spPr>
          <a:xfrm>
            <a:off x="9431079" y="2487772"/>
            <a:ext cx="2360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/>
              <a:t>So the entire thing works as a Perceptron, where the inputs are the outputs of the 2 perceptrons.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F20AA87-283D-DC8C-ED99-0BD747AA6ACF}"/>
              </a:ext>
            </a:extLst>
          </p:cNvPr>
          <p:cNvSpPr txBox="1"/>
          <p:nvPr/>
        </p:nvSpPr>
        <p:spPr>
          <a:xfrm>
            <a:off x="9431079" y="4514393"/>
            <a:ext cx="2466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/>
              <a:t>That is, it is a multi-layered perceptron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0648DFE-FBD9-9083-410C-C8F6A4475590}"/>
              </a:ext>
            </a:extLst>
          </p:cNvPr>
          <p:cNvGrpSpPr>
            <a:grpSpLocks noChangeAspect="1"/>
          </p:cNvGrpSpPr>
          <p:nvPr/>
        </p:nvGrpSpPr>
        <p:grpSpPr>
          <a:xfrm>
            <a:off x="4849490" y="4699713"/>
            <a:ext cx="2525157" cy="1252677"/>
            <a:chOff x="977033" y="1554295"/>
            <a:chExt cx="3678009" cy="1874705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8D9A5C08-D423-E8CC-085D-609FD9904FEC}"/>
                </a:ext>
              </a:extLst>
            </p:cNvPr>
            <p:cNvGrpSpPr/>
            <p:nvPr/>
          </p:nvGrpSpPr>
          <p:grpSpPr>
            <a:xfrm>
              <a:off x="977033" y="1554295"/>
              <a:ext cx="3678009" cy="1874705"/>
              <a:chOff x="7934337" y="2802886"/>
              <a:chExt cx="3678009" cy="1874705"/>
            </a:xfrm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50E60560-5074-24AE-2710-A10372AF2A5E}"/>
                  </a:ext>
                </a:extLst>
              </p:cNvPr>
              <p:cNvSpPr/>
              <p:nvPr/>
            </p:nvSpPr>
            <p:spPr>
              <a:xfrm>
                <a:off x="8989892" y="3429000"/>
                <a:ext cx="678094" cy="681355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en-US" sz="3600" dirty="0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C41E4721-90C6-2CA8-F84C-7E916305758F}"/>
                  </a:ext>
                </a:extLst>
              </p:cNvPr>
              <p:cNvSpPr/>
              <p:nvPr/>
            </p:nvSpPr>
            <p:spPr>
              <a:xfrm>
                <a:off x="10229630" y="3352119"/>
                <a:ext cx="821072" cy="821072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𝝈</a:t>
                </a:r>
              </a:p>
            </p:txBody>
          </p: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1DD9704-DADA-A203-1F48-3F65A2D9BBFF}"/>
                  </a:ext>
                </a:extLst>
              </p:cNvPr>
              <p:cNvCxnSpPr>
                <a:endCxn id="202" idx="1"/>
              </p:cNvCxnSpPr>
              <p:nvPr/>
            </p:nvCxnSpPr>
            <p:spPr>
              <a:xfrm>
                <a:off x="8496733" y="3041151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45DFDEB3-9907-AB95-92D5-C387B317B722}"/>
                  </a:ext>
                </a:extLst>
              </p:cNvPr>
              <p:cNvCxnSpPr>
                <a:cxnSpLocks/>
                <a:stCxn id="202" idx="2"/>
              </p:cNvCxnSpPr>
              <p:nvPr/>
            </p:nvCxnSpPr>
            <p:spPr>
              <a:xfrm flipH="1">
                <a:off x="8277981" y="3769678"/>
                <a:ext cx="711911" cy="11522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DA5DFA85-D8DD-5743-FAB0-6E2055381876}"/>
                  </a:ext>
                </a:extLst>
              </p:cNvPr>
              <p:cNvCxnSpPr>
                <a:stCxn id="202" idx="3"/>
              </p:cNvCxnSpPr>
              <p:nvPr/>
            </p:nvCxnSpPr>
            <p:spPr>
              <a:xfrm flipH="1">
                <a:off x="8496733" y="4010573"/>
                <a:ext cx="592464" cy="487631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DA1F038A-2071-4BED-0B81-BE608CDB0594}"/>
                  </a:ext>
                </a:extLst>
              </p:cNvPr>
              <p:cNvCxnSpPr>
                <a:stCxn id="202" idx="6"/>
                <a:endCxn id="203" idx="2"/>
              </p:cNvCxnSpPr>
              <p:nvPr/>
            </p:nvCxnSpPr>
            <p:spPr>
              <a:xfrm flipV="1">
                <a:off x="9667986" y="3762655"/>
                <a:ext cx="561643" cy="7023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B7E68245-692E-BD23-F323-B245C60604FA}"/>
                  </a:ext>
                </a:extLst>
              </p:cNvPr>
              <p:cNvCxnSpPr>
                <a:cxnSpLocks/>
                <a:stCxn id="203" idx="6"/>
              </p:cNvCxnSpPr>
              <p:nvPr/>
            </p:nvCxnSpPr>
            <p:spPr>
              <a:xfrm>
                <a:off x="11050702" y="3762655"/>
                <a:ext cx="561644" cy="0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A30AFF2-B56E-F242-F97A-72471428CCD1}"/>
                  </a:ext>
                </a:extLst>
              </p:cNvPr>
              <p:cNvSpPr txBox="1"/>
              <p:nvPr/>
            </p:nvSpPr>
            <p:spPr>
              <a:xfrm>
                <a:off x="8676986" y="2808720"/>
                <a:ext cx="796944" cy="50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b=3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5726F9D4-3B91-FFED-C803-541871AB1B9D}"/>
                  </a:ext>
                </a:extLst>
              </p:cNvPr>
              <p:cNvSpPr txBox="1"/>
              <p:nvPr/>
            </p:nvSpPr>
            <p:spPr>
              <a:xfrm>
                <a:off x="8411103" y="3277810"/>
                <a:ext cx="609824" cy="50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sz="1600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16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8C597028-7E9E-F3A1-D481-EE3BFF05383C}"/>
                  </a:ext>
                </a:extLst>
              </p:cNvPr>
              <p:cNvSpPr txBox="1"/>
              <p:nvPr/>
            </p:nvSpPr>
            <p:spPr>
              <a:xfrm>
                <a:off x="8729539" y="4130913"/>
                <a:ext cx="436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02F42863-3E5D-9FB9-68D3-B7D96AC1E032}"/>
                  </a:ext>
                </a:extLst>
              </p:cNvPr>
              <p:cNvSpPr txBox="1"/>
              <p:nvPr/>
            </p:nvSpPr>
            <p:spPr>
              <a:xfrm>
                <a:off x="8130206" y="430825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42274410-B8B3-9A5B-06FE-FAD27109F6E9}"/>
                  </a:ext>
                </a:extLst>
              </p:cNvPr>
              <p:cNvSpPr txBox="1"/>
              <p:nvPr/>
            </p:nvSpPr>
            <p:spPr>
              <a:xfrm>
                <a:off x="7934337" y="355596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108F232-5414-8D52-584E-AF9B303FEEEC}"/>
                  </a:ext>
                </a:extLst>
              </p:cNvPr>
              <p:cNvSpPr txBox="1"/>
              <p:nvPr/>
            </p:nvSpPr>
            <p:spPr>
              <a:xfrm>
                <a:off x="8219241" y="2802886"/>
                <a:ext cx="276461" cy="552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18000DE-FF27-1E80-B293-26BCE26736E1}"/>
                </a:ext>
              </a:extLst>
            </p:cNvPr>
            <p:cNvSpPr txBox="1"/>
            <p:nvPr/>
          </p:nvSpPr>
          <p:spPr>
            <a:xfrm>
              <a:off x="2667590" y="24632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en-US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2436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78FD-7311-B2EA-5F92-AD51C8EA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AC38-96D6-F7B7-6AF0-3C4037FD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Formation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5B713-7F9A-1953-2D68-7B26FA760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DB1FF-1F02-96A8-9C5F-251934B3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BB22C-3B3E-F60E-7AE8-6D193EC2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12</a:t>
            </a:fld>
            <a:endParaRPr lang="x-none" dirty="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4BBB8A3-2055-42E7-1D39-BCA1C27911CA}"/>
              </a:ext>
            </a:extLst>
          </p:cNvPr>
          <p:cNvGrpSpPr>
            <a:grpSpLocks noChangeAspect="1"/>
          </p:cNvGrpSpPr>
          <p:nvPr/>
        </p:nvGrpSpPr>
        <p:grpSpPr>
          <a:xfrm>
            <a:off x="638346" y="1948808"/>
            <a:ext cx="1622805" cy="2726465"/>
            <a:chOff x="971539" y="1302915"/>
            <a:chExt cx="2788922" cy="468565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DB5799-18FE-7470-022F-54781D81668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84766" y="1302915"/>
              <a:ext cx="2296598" cy="1767821"/>
              <a:chOff x="1529862" y="1550841"/>
              <a:chExt cx="3833446" cy="295082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D1CCF7E-EC26-A444-03D6-5F39F685E52F}"/>
                  </a:ext>
                </a:extLst>
              </p:cNvPr>
              <p:cNvGrpSpPr/>
              <p:nvPr/>
            </p:nvGrpSpPr>
            <p:grpSpPr>
              <a:xfrm>
                <a:off x="1529862" y="2022230"/>
                <a:ext cx="3833446" cy="2479431"/>
                <a:chOff x="1529862" y="2022230"/>
                <a:chExt cx="3833446" cy="24794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17418F30-9A51-96B3-E857-09A212EE0B22}"/>
                    </a:ext>
                  </a:extLst>
                </p:cNvPr>
                <p:cNvCxnSpPr/>
                <p:nvPr/>
              </p:nvCxnSpPr>
              <p:spPr>
                <a:xfrm>
                  <a:off x="1776046" y="2022230"/>
                  <a:ext cx="0" cy="2479431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7B5FE08-74C5-7941-C006-AB5496130E01}"/>
                    </a:ext>
                  </a:extLst>
                </p:cNvPr>
                <p:cNvCxnSpPr/>
                <p:nvPr/>
              </p:nvCxnSpPr>
              <p:spPr>
                <a:xfrm>
                  <a:off x="1529862" y="4167554"/>
                  <a:ext cx="3833446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639D7-8949-C6E5-13AF-0E4F5A50CB12}"/>
                  </a:ext>
                </a:extLst>
              </p:cNvPr>
              <p:cNvSpPr/>
              <p:nvPr/>
            </p:nvSpPr>
            <p:spPr>
              <a:xfrm>
                <a:off x="2675681" y="25033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94C6027-FB71-BF53-989E-1D34CBDC57AD}"/>
                  </a:ext>
                </a:extLst>
              </p:cNvPr>
              <p:cNvSpPr/>
              <p:nvPr/>
            </p:nvSpPr>
            <p:spPr>
              <a:xfrm>
                <a:off x="2629383" y="28428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B4BAEC6-3135-20A6-2244-A6B9ACC7BD70}"/>
                  </a:ext>
                </a:extLst>
              </p:cNvPr>
              <p:cNvSpPr/>
              <p:nvPr/>
            </p:nvSpPr>
            <p:spPr>
              <a:xfrm>
                <a:off x="2900756" y="289680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46EB1BC-04BC-AD7F-F09D-6F6CF072EAA8}"/>
                  </a:ext>
                </a:extLst>
              </p:cNvPr>
              <p:cNvSpPr/>
              <p:nvPr/>
            </p:nvSpPr>
            <p:spPr>
              <a:xfrm>
                <a:off x="2787737" y="193894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57D47F8-F2FA-80AD-11C6-D6F603A314FB}"/>
                  </a:ext>
                </a:extLst>
              </p:cNvPr>
              <p:cNvSpPr/>
              <p:nvPr/>
            </p:nvSpPr>
            <p:spPr>
              <a:xfrm>
                <a:off x="3353988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C949B90-7EE8-9C21-DF5C-41E0DCF5117D}"/>
                  </a:ext>
                </a:extLst>
              </p:cNvPr>
              <p:cNvSpPr/>
              <p:nvPr/>
            </p:nvSpPr>
            <p:spPr>
              <a:xfrm>
                <a:off x="2825521" y="33450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2C2B4CC-4376-E190-ECDC-51A2D813C976}"/>
                  </a:ext>
                </a:extLst>
              </p:cNvPr>
              <p:cNvSpPr/>
              <p:nvPr/>
            </p:nvSpPr>
            <p:spPr>
              <a:xfrm>
                <a:off x="3790450" y="3402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8F63524-47C2-9BF7-BE2D-38D49C6CB98A}"/>
                  </a:ext>
                </a:extLst>
              </p:cNvPr>
              <p:cNvSpPr/>
              <p:nvPr/>
            </p:nvSpPr>
            <p:spPr>
              <a:xfrm>
                <a:off x="3288010" y="34537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D4DA403-A339-0C47-19F4-130790FCBD5E}"/>
                  </a:ext>
                </a:extLst>
              </p:cNvPr>
              <p:cNvSpPr/>
              <p:nvPr/>
            </p:nvSpPr>
            <p:spPr>
              <a:xfrm>
                <a:off x="2675850" y="302730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F116179-0A78-0060-E99A-4C06514284F1}"/>
                  </a:ext>
                </a:extLst>
              </p:cNvPr>
              <p:cNvSpPr/>
              <p:nvPr/>
            </p:nvSpPr>
            <p:spPr>
              <a:xfrm>
                <a:off x="2934183" y="31476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DC5A44F-68F6-3132-5332-7A7740E32BF2}"/>
                  </a:ext>
                </a:extLst>
              </p:cNvPr>
              <p:cNvSpPr/>
              <p:nvPr/>
            </p:nvSpPr>
            <p:spPr>
              <a:xfrm>
                <a:off x="3195413" y="329043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E3DD2BA-90D7-2447-3F32-3D022B26087E}"/>
                  </a:ext>
                </a:extLst>
              </p:cNvPr>
              <p:cNvSpPr/>
              <p:nvPr/>
            </p:nvSpPr>
            <p:spPr>
              <a:xfrm>
                <a:off x="2871820" y="351295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C9A4C32-66EA-F5B4-7ED8-64DEA9846444}"/>
                  </a:ext>
                </a:extLst>
              </p:cNvPr>
              <p:cNvSpPr/>
              <p:nvPr/>
            </p:nvSpPr>
            <p:spPr>
              <a:xfrm>
                <a:off x="3131917" y="359029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3263140-D774-13EE-7DD2-A291C9D1194A}"/>
                  </a:ext>
                </a:extLst>
              </p:cNvPr>
              <p:cNvSpPr/>
              <p:nvPr/>
            </p:nvSpPr>
            <p:spPr>
              <a:xfrm>
                <a:off x="2375241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458ABB5-0F81-9AE4-0E3B-8400321F72CD}"/>
                  </a:ext>
                </a:extLst>
              </p:cNvPr>
              <p:cNvSpPr/>
              <p:nvPr/>
            </p:nvSpPr>
            <p:spPr>
              <a:xfrm>
                <a:off x="2629383" y="326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32EFA42-B5C8-7EEB-E1BC-D162C581A842}"/>
                  </a:ext>
                </a:extLst>
              </p:cNvPr>
              <p:cNvSpPr/>
              <p:nvPr/>
            </p:nvSpPr>
            <p:spPr>
              <a:xfrm>
                <a:off x="3178216" y="30804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A49020F-B38C-BC9B-CC85-85855EF400B0}"/>
                  </a:ext>
                </a:extLst>
              </p:cNvPr>
              <p:cNvSpPr/>
              <p:nvPr/>
            </p:nvSpPr>
            <p:spPr>
              <a:xfrm>
                <a:off x="2828081" y="26557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6CC1DD2-D2E3-9609-1FD4-45206E58E7F7}"/>
                  </a:ext>
                </a:extLst>
              </p:cNvPr>
              <p:cNvSpPr/>
              <p:nvPr/>
            </p:nvSpPr>
            <p:spPr>
              <a:xfrm>
                <a:off x="2918118" y="238236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BE3C352-BD75-7621-3291-9A0E28DA6B11}"/>
                  </a:ext>
                </a:extLst>
              </p:cNvPr>
              <p:cNvSpPr/>
              <p:nvPr/>
            </p:nvSpPr>
            <p:spPr>
              <a:xfrm>
                <a:off x="3062137" y="28068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49573EA-85B7-D9D7-626B-9C51E9A0B8A7}"/>
                  </a:ext>
                </a:extLst>
              </p:cNvPr>
              <p:cNvSpPr/>
              <p:nvPr/>
            </p:nvSpPr>
            <p:spPr>
              <a:xfrm>
                <a:off x="3019371" y="3357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5C2E5C3-E646-6FE4-35C0-7167BE22E8ED}"/>
                  </a:ext>
                </a:extLst>
              </p:cNvPr>
              <p:cNvSpPr/>
              <p:nvPr/>
            </p:nvSpPr>
            <p:spPr>
              <a:xfrm>
                <a:off x="3576879" y="328717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383B2C1-41B0-BB8C-EB3A-C2AFE5C39148}"/>
                  </a:ext>
                </a:extLst>
              </p:cNvPr>
              <p:cNvSpPr/>
              <p:nvPr/>
            </p:nvSpPr>
            <p:spPr>
              <a:xfrm>
                <a:off x="2916988" y="1550841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8D9B9DD-89FD-E442-AFA1-62856E897D9D}"/>
                  </a:ext>
                </a:extLst>
              </p:cNvPr>
              <p:cNvSpPr/>
              <p:nvPr/>
            </p:nvSpPr>
            <p:spPr>
              <a:xfrm>
                <a:off x="3115686" y="188470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D2B0ACE-15C0-66CD-BC6E-4F554AE84A70}"/>
                  </a:ext>
                </a:extLst>
              </p:cNvPr>
              <p:cNvSpPr/>
              <p:nvPr/>
            </p:nvSpPr>
            <p:spPr>
              <a:xfrm>
                <a:off x="3069388" y="252504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70AD438-88F3-30BD-403A-20E1A798DCA6}"/>
                  </a:ext>
                </a:extLst>
              </p:cNvPr>
              <p:cNvSpPr/>
              <p:nvPr/>
            </p:nvSpPr>
            <p:spPr>
              <a:xfrm>
                <a:off x="2967311" y="208781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C3685A6-094C-2AF7-CC5C-4D11C5D08965}"/>
                  </a:ext>
                </a:extLst>
              </p:cNvPr>
              <p:cNvSpPr/>
              <p:nvPr/>
            </p:nvSpPr>
            <p:spPr>
              <a:xfrm>
                <a:off x="3511590" y="357975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D3B8FEC-0FA3-0720-54A3-3DB6B661D452}"/>
                  </a:ext>
                </a:extLst>
              </p:cNvPr>
              <p:cNvSpPr/>
              <p:nvPr/>
            </p:nvSpPr>
            <p:spPr>
              <a:xfrm>
                <a:off x="3703381" y="370635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9C35034-3152-6168-CF17-9930C429F162}"/>
                  </a:ext>
                </a:extLst>
              </p:cNvPr>
              <p:cNvSpPr/>
              <p:nvPr/>
            </p:nvSpPr>
            <p:spPr>
              <a:xfrm>
                <a:off x="3987186" y="358355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DFC46A8-A628-95F1-065C-AEAC01B5DF5D}"/>
                  </a:ext>
                </a:extLst>
              </p:cNvPr>
              <p:cNvSpPr/>
              <p:nvPr/>
            </p:nvSpPr>
            <p:spPr>
              <a:xfrm>
                <a:off x="4161307" y="3562049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11A4F40-907C-ADE7-9C18-0A1A0D762FBB}"/>
                  </a:ext>
                </a:extLst>
              </p:cNvPr>
              <p:cNvSpPr/>
              <p:nvPr/>
            </p:nvSpPr>
            <p:spPr>
              <a:xfrm>
                <a:off x="3464171" y="220798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D7F6142-4792-439E-1318-503B6F3B2AE8}"/>
                  </a:ext>
                </a:extLst>
              </p:cNvPr>
              <p:cNvSpPr/>
              <p:nvPr/>
            </p:nvSpPr>
            <p:spPr>
              <a:xfrm>
                <a:off x="3530580" y="247290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B180466-895D-0205-3ED3-13720D282A0F}"/>
                  </a:ext>
                </a:extLst>
              </p:cNvPr>
              <p:cNvSpPr/>
              <p:nvPr/>
            </p:nvSpPr>
            <p:spPr>
              <a:xfrm>
                <a:off x="3430782" y="26400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62051F4-F559-3D42-24E2-24A1E2BF5524}"/>
                  </a:ext>
                </a:extLst>
              </p:cNvPr>
              <p:cNvSpPr/>
              <p:nvPr/>
            </p:nvSpPr>
            <p:spPr>
              <a:xfrm>
                <a:off x="3453631" y="2896244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025E247-22A8-C6DB-D5F8-B3819EEC1E62}"/>
                  </a:ext>
                </a:extLst>
              </p:cNvPr>
              <p:cNvSpPr/>
              <p:nvPr/>
            </p:nvSpPr>
            <p:spPr>
              <a:xfrm>
                <a:off x="3606023" y="274496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331EE1-A464-73B6-1CE7-64ADB42D57CC}"/>
                  </a:ext>
                </a:extLst>
              </p:cNvPr>
              <p:cNvSpPr/>
              <p:nvPr/>
            </p:nvSpPr>
            <p:spPr>
              <a:xfrm>
                <a:off x="3385663" y="2435043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F07CDAE-63FE-0534-8D90-C44C2C84057D}"/>
                  </a:ext>
                </a:extLst>
              </p:cNvPr>
              <p:cNvSpPr/>
              <p:nvPr/>
            </p:nvSpPr>
            <p:spPr>
              <a:xfrm>
                <a:off x="3679112" y="23337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27765DC-F3FB-C5D7-08B9-0D5EFD848886}"/>
                  </a:ext>
                </a:extLst>
              </p:cNvPr>
              <p:cNvSpPr/>
              <p:nvPr/>
            </p:nvSpPr>
            <p:spPr>
              <a:xfrm>
                <a:off x="3703380" y="290492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AB8D2BF-EE8F-1A6D-BBB5-ADA97D24FBE2}"/>
                  </a:ext>
                </a:extLst>
              </p:cNvPr>
              <p:cNvSpPr/>
              <p:nvPr/>
            </p:nvSpPr>
            <p:spPr>
              <a:xfrm>
                <a:off x="3576879" y="19716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47D8517-626B-13F5-88BB-00B5FEE2E726}"/>
                  </a:ext>
                </a:extLst>
              </p:cNvPr>
              <p:cNvSpPr/>
              <p:nvPr/>
            </p:nvSpPr>
            <p:spPr>
              <a:xfrm>
                <a:off x="3729279" y="21240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C529CEE-FFE4-0ABA-F4C9-C49C9D40E251}"/>
                  </a:ext>
                </a:extLst>
              </p:cNvPr>
              <p:cNvSpPr/>
              <p:nvPr/>
            </p:nvSpPr>
            <p:spPr>
              <a:xfrm>
                <a:off x="3881679" y="22764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1D09709-409C-3F07-2636-838D4F36F8C4}"/>
                  </a:ext>
                </a:extLst>
              </p:cNvPr>
              <p:cNvSpPr/>
              <p:nvPr/>
            </p:nvSpPr>
            <p:spPr>
              <a:xfrm>
                <a:off x="3765021" y="258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F89FE91-223C-13D5-E625-098DF224F389}"/>
                  </a:ext>
                </a:extLst>
              </p:cNvPr>
              <p:cNvSpPr/>
              <p:nvPr/>
            </p:nvSpPr>
            <p:spPr>
              <a:xfrm>
                <a:off x="4029503" y="2465896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7989FA81-0F58-19A9-F40F-BD33993419DC}"/>
                  </a:ext>
                </a:extLst>
              </p:cNvPr>
              <p:cNvSpPr/>
              <p:nvPr/>
            </p:nvSpPr>
            <p:spPr>
              <a:xfrm>
                <a:off x="3932801" y="278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620AA6D-7FCA-B4B6-EF47-CE1ED14EEDFC}"/>
                  </a:ext>
                </a:extLst>
              </p:cNvPr>
              <p:cNvSpPr/>
              <p:nvPr/>
            </p:nvSpPr>
            <p:spPr>
              <a:xfrm>
                <a:off x="4132643" y="267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8BC35DC-FC96-D56F-04F9-02263B8C9C72}"/>
                  </a:ext>
                </a:extLst>
              </p:cNvPr>
              <p:cNvSpPr/>
              <p:nvPr/>
            </p:nvSpPr>
            <p:spPr>
              <a:xfrm>
                <a:off x="3972882" y="299575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EAF470A-8D2C-0AB6-14D0-83F177DE4DA9}"/>
                  </a:ext>
                </a:extLst>
              </p:cNvPr>
              <p:cNvSpPr/>
              <p:nvPr/>
            </p:nvSpPr>
            <p:spPr>
              <a:xfrm>
                <a:off x="4206429" y="287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FFBBED0-D507-FD51-439B-00942F2A2E78}"/>
                  </a:ext>
                </a:extLst>
              </p:cNvPr>
              <p:cNvSpPr/>
              <p:nvPr/>
            </p:nvSpPr>
            <p:spPr>
              <a:xfrm>
                <a:off x="4225721" y="30819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FAECF6B-70B5-8391-39C2-930BD5B844E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84769" y="3827039"/>
              <a:ext cx="2296598" cy="1767821"/>
              <a:chOff x="1529862" y="1550841"/>
              <a:chExt cx="3833446" cy="295082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A082C49-24A3-9316-5D2E-891FA5CFD770}"/>
                  </a:ext>
                </a:extLst>
              </p:cNvPr>
              <p:cNvGrpSpPr/>
              <p:nvPr/>
            </p:nvGrpSpPr>
            <p:grpSpPr>
              <a:xfrm>
                <a:off x="1529862" y="2022230"/>
                <a:ext cx="3833446" cy="2479431"/>
                <a:chOff x="1529862" y="2022230"/>
                <a:chExt cx="3833446" cy="2479431"/>
              </a:xfrm>
            </p:grpSpPr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2B35877A-CD4F-0B6D-CF0C-F027C44A3808}"/>
                    </a:ext>
                  </a:extLst>
                </p:cNvPr>
                <p:cNvCxnSpPr/>
                <p:nvPr/>
              </p:nvCxnSpPr>
              <p:spPr>
                <a:xfrm>
                  <a:off x="1776046" y="2022230"/>
                  <a:ext cx="0" cy="2479431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B059F938-D59C-2D90-2F56-130005F127F4}"/>
                    </a:ext>
                  </a:extLst>
                </p:cNvPr>
                <p:cNvCxnSpPr/>
                <p:nvPr/>
              </p:nvCxnSpPr>
              <p:spPr>
                <a:xfrm>
                  <a:off x="1529862" y="4167554"/>
                  <a:ext cx="3833446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B1DF07B2-2689-B004-192F-D405F48DB31D}"/>
                  </a:ext>
                </a:extLst>
              </p:cNvPr>
              <p:cNvSpPr/>
              <p:nvPr/>
            </p:nvSpPr>
            <p:spPr>
              <a:xfrm>
                <a:off x="2675681" y="25033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51EA0B81-FC0C-C722-2C98-F98F28919E63}"/>
                  </a:ext>
                </a:extLst>
              </p:cNvPr>
              <p:cNvSpPr/>
              <p:nvPr/>
            </p:nvSpPr>
            <p:spPr>
              <a:xfrm>
                <a:off x="2629383" y="28428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6F21B55-50B9-9D53-10D9-570883BCEA46}"/>
                  </a:ext>
                </a:extLst>
              </p:cNvPr>
              <p:cNvSpPr/>
              <p:nvPr/>
            </p:nvSpPr>
            <p:spPr>
              <a:xfrm>
                <a:off x="2900756" y="289680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18C08AF-5750-785E-3C98-D32D5137E382}"/>
                  </a:ext>
                </a:extLst>
              </p:cNvPr>
              <p:cNvSpPr/>
              <p:nvPr/>
            </p:nvSpPr>
            <p:spPr>
              <a:xfrm>
                <a:off x="2787737" y="193894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42517F7D-C67B-6295-67C2-20E7B7446BE5}"/>
                  </a:ext>
                </a:extLst>
              </p:cNvPr>
              <p:cNvSpPr/>
              <p:nvPr/>
            </p:nvSpPr>
            <p:spPr>
              <a:xfrm>
                <a:off x="3353988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93206ECD-10B4-8A2A-4C10-5B6EC172877F}"/>
                  </a:ext>
                </a:extLst>
              </p:cNvPr>
              <p:cNvSpPr/>
              <p:nvPr/>
            </p:nvSpPr>
            <p:spPr>
              <a:xfrm>
                <a:off x="2825521" y="33450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C899E79-9FDF-49BC-F8F2-F849656D41E0}"/>
                  </a:ext>
                </a:extLst>
              </p:cNvPr>
              <p:cNvSpPr/>
              <p:nvPr/>
            </p:nvSpPr>
            <p:spPr>
              <a:xfrm>
                <a:off x="3790450" y="3402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95B2D42-9413-B37E-4CA5-DBB5F72052D7}"/>
                  </a:ext>
                </a:extLst>
              </p:cNvPr>
              <p:cNvSpPr/>
              <p:nvPr/>
            </p:nvSpPr>
            <p:spPr>
              <a:xfrm>
                <a:off x="3288010" y="34537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CF8DA68-42B6-12D6-629D-7E076B9CB20A}"/>
                  </a:ext>
                </a:extLst>
              </p:cNvPr>
              <p:cNvSpPr/>
              <p:nvPr/>
            </p:nvSpPr>
            <p:spPr>
              <a:xfrm>
                <a:off x="2675850" y="302730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AC316E9-857D-0045-AEA9-172DF1841132}"/>
                  </a:ext>
                </a:extLst>
              </p:cNvPr>
              <p:cNvSpPr/>
              <p:nvPr/>
            </p:nvSpPr>
            <p:spPr>
              <a:xfrm>
                <a:off x="2934183" y="31476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90E56348-027C-62D4-B912-89CD6555C8ED}"/>
                  </a:ext>
                </a:extLst>
              </p:cNvPr>
              <p:cNvSpPr/>
              <p:nvPr/>
            </p:nvSpPr>
            <p:spPr>
              <a:xfrm>
                <a:off x="3195413" y="329043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91D1B435-1C40-7737-DF45-192148B9599E}"/>
                  </a:ext>
                </a:extLst>
              </p:cNvPr>
              <p:cNvSpPr/>
              <p:nvPr/>
            </p:nvSpPr>
            <p:spPr>
              <a:xfrm>
                <a:off x="2871820" y="351295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046DAB5C-0112-607E-AFB0-78D08118FB7C}"/>
                  </a:ext>
                </a:extLst>
              </p:cNvPr>
              <p:cNvSpPr/>
              <p:nvPr/>
            </p:nvSpPr>
            <p:spPr>
              <a:xfrm>
                <a:off x="3131917" y="359029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CF25848-FA3F-9CC3-8B92-358B679A64DB}"/>
                  </a:ext>
                </a:extLst>
              </p:cNvPr>
              <p:cNvSpPr/>
              <p:nvPr/>
            </p:nvSpPr>
            <p:spPr>
              <a:xfrm>
                <a:off x="2375241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234D538F-46BA-68D1-1B8F-722472642C33}"/>
                  </a:ext>
                </a:extLst>
              </p:cNvPr>
              <p:cNvSpPr/>
              <p:nvPr/>
            </p:nvSpPr>
            <p:spPr>
              <a:xfrm>
                <a:off x="2629383" y="326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743FA47-7598-0A5C-E3C6-821921B06F8B}"/>
                  </a:ext>
                </a:extLst>
              </p:cNvPr>
              <p:cNvSpPr/>
              <p:nvPr/>
            </p:nvSpPr>
            <p:spPr>
              <a:xfrm>
                <a:off x="3178216" y="30804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8265714-422F-0B2D-7381-A33F87EA1C18}"/>
                  </a:ext>
                </a:extLst>
              </p:cNvPr>
              <p:cNvSpPr/>
              <p:nvPr/>
            </p:nvSpPr>
            <p:spPr>
              <a:xfrm>
                <a:off x="2828081" y="26557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EC47302C-F240-8DA0-0D3C-BB34E350EA27}"/>
                  </a:ext>
                </a:extLst>
              </p:cNvPr>
              <p:cNvSpPr/>
              <p:nvPr/>
            </p:nvSpPr>
            <p:spPr>
              <a:xfrm>
                <a:off x="2918118" y="238236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055C3125-F5C9-EBD4-9D37-44E9055772B1}"/>
                  </a:ext>
                </a:extLst>
              </p:cNvPr>
              <p:cNvSpPr/>
              <p:nvPr/>
            </p:nvSpPr>
            <p:spPr>
              <a:xfrm>
                <a:off x="3062137" y="28068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FE50B90A-62F3-2A82-030B-799F8EB7D51A}"/>
                  </a:ext>
                </a:extLst>
              </p:cNvPr>
              <p:cNvSpPr/>
              <p:nvPr/>
            </p:nvSpPr>
            <p:spPr>
              <a:xfrm>
                <a:off x="3019371" y="3357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6E6BD15-484B-5F9B-937B-BEE80F6D245D}"/>
                  </a:ext>
                </a:extLst>
              </p:cNvPr>
              <p:cNvSpPr/>
              <p:nvPr/>
            </p:nvSpPr>
            <p:spPr>
              <a:xfrm>
                <a:off x="3576879" y="328717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27AF516-5E30-6B50-1DB5-3D986627483E}"/>
                  </a:ext>
                </a:extLst>
              </p:cNvPr>
              <p:cNvSpPr/>
              <p:nvPr/>
            </p:nvSpPr>
            <p:spPr>
              <a:xfrm>
                <a:off x="2916988" y="1550841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16BC317-C6F9-5845-6CA2-88A141F5FF4D}"/>
                  </a:ext>
                </a:extLst>
              </p:cNvPr>
              <p:cNvSpPr/>
              <p:nvPr/>
            </p:nvSpPr>
            <p:spPr>
              <a:xfrm>
                <a:off x="3115686" y="188470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CE378786-B5EF-7F23-2E5B-B9CD6198CD5E}"/>
                  </a:ext>
                </a:extLst>
              </p:cNvPr>
              <p:cNvSpPr/>
              <p:nvPr/>
            </p:nvSpPr>
            <p:spPr>
              <a:xfrm>
                <a:off x="3069388" y="252504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54CD571-6C98-CE24-569A-48B6627C5369}"/>
                  </a:ext>
                </a:extLst>
              </p:cNvPr>
              <p:cNvSpPr/>
              <p:nvPr/>
            </p:nvSpPr>
            <p:spPr>
              <a:xfrm>
                <a:off x="2967311" y="208781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0E605634-2C80-3A10-8AB3-2082C73C3A06}"/>
                  </a:ext>
                </a:extLst>
              </p:cNvPr>
              <p:cNvSpPr/>
              <p:nvPr/>
            </p:nvSpPr>
            <p:spPr>
              <a:xfrm>
                <a:off x="3511590" y="357975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017D0AA-DC02-BA3A-2C6E-00E028BFDC2C}"/>
                  </a:ext>
                </a:extLst>
              </p:cNvPr>
              <p:cNvSpPr/>
              <p:nvPr/>
            </p:nvSpPr>
            <p:spPr>
              <a:xfrm>
                <a:off x="3703381" y="370635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70EAAC7-4132-7671-7E63-4C12A01AD897}"/>
                  </a:ext>
                </a:extLst>
              </p:cNvPr>
              <p:cNvSpPr/>
              <p:nvPr/>
            </p:nvSpPr>
            <p:spPr>
              <a:xfrm>
                <a:off x="3987186" y="358355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5B023543-D8F4-EA8A-305B-EE3FE267932C}"/>
                  </a:ext>
                </a:extLst>
              </p:cNvPr>
              <p:cNvSpPr/>
              <p:nvPr/>
            </p:nvSpPr>
            <p:spPr>
              <a:xfrm>
                <a:off x="4161307" y="3562049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40141B1-D126-25AD-F70F-0F022F4EAADA}"/>
                  </a:ext>
                </a:extLst>
              </p:cNvPr>
              <p:cNvSpPr/>
              <p:nvPr/>
            </p:nvSpPr>
            <p:spPr>
              <a:xfrm>
                <a:off x="3464171" y="220798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B998ABD-E384-1119-E4BA-C3337386EF77}"/>
                  </a:ext>
                </a:extLst>
              </p:cNvPr>
              <p:cNvSpPr/>
              <p:nvPr/>
            </p:nvSpPr>
            <p:spPr>
              <a:xfrm>
                <a:off x="3530580" y="247290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9D45F21-4D65-0ADE-8127-E1FB8C985E0B}"/>
                  </a:ext>
                </a:extLst>
              </p:cNvPr>
              <p:cNvSpPr/>
              <p:nvPr/>
            </p:nvSpPr>
            <p:spPr>
              <a:xfrm>
                <a:off x="3430782" y="26400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423945F-F5BD-C471-083B-C083B5F28E96}"/>
                  </a:ext>
                </a:extLst>
              </p:cNvPr>
              <p:cNvSpPr/>
              <p:nvPr/>
            </p:nvSpPr>
            <p:spPr>
              <a:xfrm>
                <a:off x="3453631" y="2896244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E0526B9-D6F5-1038-6451-B3AE72044952}"/>
                  </a:ext>
                </a:extLst>
              </p:cNvPr>
              <p:cNvSpPr/>
              <p:nvPr/>
            </p:nvSpPr>
            <p:spPr>
              <a:xfrm>
                <a:off x="3606023" y="274496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4938D38-67A1-9EAD-089E-FB885663A503}"/>
                  </a:ext>
                </a:extLst>
              </p:cNvPr>
              <p:cNvSpPr/>
              <p:nvPr/>
            </p:nvSpPr>
            <p:spPr>
              <a:xfrm>
                <a:off x="3385663" y="2435043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ABF08C5-5080-01C9-61CC-8700FF6C1DE3}"/>
                  </a:ext>
                </a:extLst>
              </p:cNvPr>
              <p:cNvSpPr/>
              <p:nvPr/>
            </p:nvSpPr>
            <p:spPr>
              <a:xfrm>
                <a:off x="3679112" y="23337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3CC13575-06F9-AE66-779F-2E98279E2709}"/>
                  </a:ext>
                </a:extLst>
              </p:cNvPr>
              <p:cNvSpPr/>
              <p:nvPr/>
            </p:nvSpPr>
            <p:spPr>
              <a:xfrm>
                <a:off x="3703380" y="290492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5B8EB6EC-8D00-EF74-EB19-298C9B9CB347}"/>
                  </a:ext>
                </a:extLst>
              </p:cNvPr>
              <p:cNvSpPr/>
              <p:nvPr/>
            </p:nvSpPr>
            <p:spPr>
              <a:xfrm>
                <a:off x="3576879" y="19716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DEF84DDE-E210-C30F-D754-07AC7240BF11}"/>
                  </a:ext>
                </a:extLst>
              </p:cNvPr>
              <p:cNvSpPr/>
              <p:nvPr/>
            </p:nvSpPr>
            <p:spPr>
              <a:xfrm>
                <a:off x="3729279" y="21240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58CD7708-64A5-4762-6213-3B10CD4E8AE5}"/>
                  </a:ext>
                </a:extLst>
              </p:cNvPr>
              <p:cNvSpPr/>
              <p:nvPr/>
            </p:nvSpPr>
            <p:spPr>
              <a:xfrm>
                <a:off x="3881679" y="22764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9A63970-C71A-7CF9-1205-7211D236A97D}"/>
                  </a:ext>
                </a:extLst>
              </p:cNvPr>
              <p:cNvSpPr/>
              <p:nvPr/>
            </p:nvSpPr>
            <p:spPr>
              <a:xfrm>
                <a:off x="3765021" y="258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97415FE0-9967-3395-2D54-ABF978A6C428}"/>
                  </a:ext>
                </a:extLst>
              </p:cNvPr>
              <p:cNvSpPr/>
              <p:nvPr/>
            </p:nvSpPr>
            <p:spPr>
              <a:xfrm>
                <a:off x="4029503" y="2465896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76C839BA-A672-846A-B09C-21B8D0ED0677}"/>
                  </a:ext>
                </a:extLst>
              </p:cNvPr>
              <p:cNvSpPr/>
              <p:nvPr/>
            </p:nvSpPr>
            <p:spPr>
              <a:xfrm>
                <a:off x="3932801" y="278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EDFDEFE-ADDA-EC89-FDBC-CDA9BBC16CB3}"/>
                  </a:ext>
                </a:extLst>
              </p:cNvPr>
              <p:cNvSpPr/>
              <p:nvPr/>
            </p:nvSpPr>
            <p:spPr>
              <a:xfrm>
                <a:off x="4132643" y="267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CFCB378C-B4B9-A2FB-72F9-6D9815FF32A5}"/>
                  </a:ext>
                </a:extLst>
              </p:cNvPr>
              <p:cNvSpPr/>
              <p:nvPr/>
            </p:nvSpPr>
            <p:spPr>
              <a:xfrm>
                <a:off x="3972882" y="299575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E8AE11E-C6C7-D029-B2FB-837A2BA203C2}"/>
                  </a:ext>
                </a:extLst>
              </p:cNvPr>
              <p:cNvSpPr/>
              <p:nvPr/>
            </p:nvSpPr>
            <p:spPr>
              <a:xfrm>
                <a:off x="4206429" y="287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F968DB2-0E1D-41CB-7EE7-A49C53308C23}"/>
                  </a:ext>
                </a:extLst>
              </p:cNvPr>
              <p:cNvSpPr/>
              <p:nvPr/>
            </p:nvSpPr>
            <p:spPr>
              <a:xfrm>
                <a:off x="4225721" y="30819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F70FBA0-F646-5F39-6101-91AA8A5BE9EB}"/>
                </a:ext>
              </a:extLst>
            </p:cNvPr>
            <p:cNvCxnSpPr/>
            <p:nvPr/>
          </p:nvCxnSpPr>
          <p:spPr>
            <a:xfrm flipV="1">
              <a:off x="971539" y="2128840"/>
              <a:ext cx="2614613" cy="3429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B43176F-C3B9-8DFB-5CF4-331BC30F5DDC}"/>
                </a:ext>
              </a:extLst>
            </p:cNvPr>
            <p:cNvSpPr/>
            <p:nvPr/>
          </p:nvSpPr>
          <p:spPr>
            <a:xfrm rot="21156384">
              <a:off x="1085842" y="1371603"/>
              <a:ext cx="2300289" cy="928688"/>
            </a:xfrm>
            <a:prstGeom prst="rect">
              <a:avLst/>
            </a:prstGeom>
            <a:solidFill>
              <a:srgbClr val="4EA72D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95054C7-D4AA-94C9-9411-D2DFA042917F}"/>
                </a:ext>
              </a:extLst>
            </p:cNvPr>
            <p:cNvSpPr/>
            <p:nvPr/>
          </p:nvSpPr>
          <p:spPr>
            <a:xfrm rot="21156384">
              <a:off x="1235672" y="2300290"/>
              <a:ext cx="2300289" cy="928688"/>
            </a:xfrm>
            <a:prstGeom prst="rect">
              <a:avLst/>
            </a:prstGeom>
            <a:solidFill>
              <a:srgbClr val="FF0000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1CF3F00-16CE-6BC6-20B0-49AE5FC854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667" y="3669671"/>
              <a:ext cx="315000" cy="210247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DBA8EB8-B3A5-85DE-5168-7A832CA24EC6}"/>
                </a:ext>
              </a:extLst>
            </p:cNvPr>
            <p:cNvSpPr/>
            <p:nvPr/>
          </p:nvSpPr>
          <p:spPr>
            <a:xfrm rot="16724079">
              <a:off x="1448940" y="4374079"/>
              <a:ext cx="2300289" cy="928688"/>
            </a:xfrm>
            <a:prstGeom prst="rect">
              <a:avLst/>
            </a:prstGeom>
            <a:solidFill>
              <a:srgbClr val="4EA72D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7D4860D-21F0-4C01-460F-DA6DBDEE0B9F}"/>
                </a:ext>
              </a:extLst>
            </p:cNvPr>
            <p:cNvSpPr/>
            <p:nvPr/>
          </p:nvSpPr>
          <p:spPr>
            <a:xfrm rot="16724079">
              <a:off x="506802" y="4211112"/>
              <a:ext cx="2300289" cy="928688"/>
            </a:xfrm>
            <a:prstGeom prst="rect">
              <a:avLst/>
            </a:prstGeom>
            <a:solidFill>
              <a:srgbClr val="FF0000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5" name="Plus 114">
              <a:extLst>
                <a:ext uri="{FF2B5EF4-FFF2-40B4-BE49-F238E27FC236}">
                  <a16:creationId xmlns:a16="http://schemas.microsoft.com/office/drawing/2014/main" id="{38B9E368-32A1-2154-E81A-93927C5CA94D}"/>
                </a:ext>
              </a:extLst>
            </p:cNvPr>
            <p:cNvSpPr/>
            <p:nvPr/>
          </p:nvSpPr>
          <p:spPr>
            <a:xfrm>
              <a:off x="2225535" y="3249322"/>
              <a:ext cx="432000" cy="419078"/>
            </a:xfrm>
            <a:prstGeom prst="mathPlus">
              <a:avLst>
                <a:gd name="adj1" fmla="val 1293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16" name="Equals 115">
              <a:extLst>
                <a:ext uri="{FF2B5EF4-FFF2-40B4-BE49-F238E27FC236}">
                  <a16:creationId xmlns:a16="http://schemas.microsoft.com/office/drawing/2014/main" id="{C3BD679B-7192-99AE-A496-F3B3B8AE3843}"/>
                </a:ext>
              </a:extLst>
            </p:cNvPr>
            <p:cNvSpPr/>
            <p:nvPr/>
          </p:nvSpPr>
          <p:spPr>
            <a:xfrm>
              <a:off x="3328461" y="3292186"/>
              <a:ext cx="432000" cy="360000"/>
            </a:xfrm>
            <a:prstGeom prst="mathEqual">
              <a:avLst>
                <a:gd name="adj1" fmla="val 11614"/>
                <a:gd name="adj2" fmla="val 2763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solidFill>
                  <a:schemeClr val="tx1"/>
                </a:solidFill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EF77C51-667C-D8BD-9886-748D55F0B349}"/>
              </a:ext>
            </a:extLst>
          </p:cNvPr>
          <p:cNvGrpSpPr/>
          <p:nvPr/>
        </p:nvGrpSpPr>
        <p:grpSpPr>
          <a:xfrm>
            <a:off x="3136644" y="2532634"/>
            <a:ext cx="1803912" cy="1405021"/>
            <a:chOff x="9071426" y="4254822"/>
            <a:chExt cx="2296598" cy="176782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0F1E4633-1407-2B28-9A09-F7663EB9643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71426" y="4254822"/>
              <a:ext cx="2296598" cy="1767821"/>
              <a:chOff x="1529862" y="1550841"/>
              <a:chExt cx="3833446" cy="2950820"/>
            </a:xfrm>
          </p:grpSpPr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3DF0EFC6-8A1B-F8EC-6233-BA11706E4AF3}"/>
                  </a:ext>
                </a:extLst>
              </p:cNvPr>
              <p:cNvGrpSpPr/>
              <p:nvPr/>
            </p:nvGrpSpPr>
            <p:grpSpPr>
              <a:xfrm>
                <a:off x="1529862" y="2022230"/>
                <a:ext cx="3833446" cy="2479431"/>
                <a:chOff x="1529862" y="2022230"/>
                <a:chExt cx="3833446" cy="2479431"/>
              </a:xfrm>
            </p:grpSpPr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0E33ECE7-5F0D-7407-4E13-00413C9C54BF}"/>
                    </a:ext>
                  </a:extLst>
                </p:cNvPr>
                <p:cNvCxnSpPr/>
                <p:nvPr/>
              </p:nvCxnSpPr>
              <p:spPr>
                <a:xfrm>
                  <a:off x="1776046" y="2022230"/>
                  <a:ext cx="0" cy="2479431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10C2767C-1021-6439-78FD-74441C32EEC0}"/>
                    </a:ext>
                  </a:extLst>
                </p:cNvPr>
                <p:cNvCxnSpPr/>
                <p:nvPr/>
              </p:nvCxnSpPr>
              <p:spPr>
                <a:xfrm>
                  <a:off x="1529862" y="4167554"/>
                  <a:ext cx="3833446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4EDEEDB6-A4EE-448C-7F5D-99EE86865775}"/>
                  </a:ext>
                </a:extLst>
              </p:cNvPr>
              <p:cNvSpPr/>
              <p:nvPr/>
            </p:nvSpPr>
            <p:spPr>
              <a:xfrm>
                <a:off x="2675681" y="25033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63D22166-86ED-E656-1F94-A0CED6A15167}"/>
                  </a:ext>
                </a:extLst>
              </p:cNvPr>
              <p:cNvSpPr/>
              <p:nvPr/>
            </p:nvSpPr>
            <p:spPr>
              <a:xfrm>
                <a:off x="2629383" y="28428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66AD330-60DC-7785-2132-77321FB88CA8}"/>
                  </a:ext>
                </a:extLst>
              </p:cNvPr>
              <p:cNvSpPr/>
              <p:nvPr/>
            </p:nvSpPr>
            <p:spPr>
              <a:xfrm>
                <a:off x="2900756" y="289680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F9C3064A-F371-B831-39E8-EA4F9C91A3D0}"/>
                  </a:ext>
                </a:extLst>
              </p:cNvPr>
              <p:cNvSpPr/>
              <p:nvPr/>
            </p:nvSpPr>
            <p:spPr>
              <a:xfrm>
                <a:off x="2787737" y="193894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2A21C534-7B11-3840-A69A-696B45A6BC47}"/>
                  </a:ext>
                </a:extLst>
              </p:cNvPr>
              <p:cNvSpPr/>
              <p:nvPr/>
            </p:nvSpPr>
            <p:spPr>
              <a:xfrm>
                <a:off x="3353988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8358F14A-2FFE-D962-C327-5668858DAD51}"/>
                  </a:ext>
                </a:extLst>
              </p:cNvPr>
              <p:cNvSpPr/>
              <p:nvPr/>
            </p:nvSpPr>
            <p:spPr>
              <a:xfrm>
                <a:off x="2825521" y="33450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DE823C69-7785-A80B-4F69-6AD580E915AD}"/>
                  </a:ext>
                </a:extLst>
              </p:cNvPr>
              <p:cNvSpPr/>
              <p:nvPr/>
            </p:nvSpPr>
            <p:spPr>
              <a:xfrm>
                <a:off x="3790450" y="3402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E24121BE-47FD-DB93-9D4A-513112344946}"/>
                  </a:ext>
                </a:extLst>
              </p:cNvPr>
              <p:cNvSpPr/>
              <p:nvPr/>
            </p:nvSpPr>
            <p:spPr>
              <a:xfrm>
                <a:off x="3288010" y="34537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582AB171-318B-D3BC-1047-8594888F88E9}"/>
                  </a:ext>
                </a:extLst>
              </p:cNvPr>
              <p:cNvSpPr/>
              <p:nvPr/>
            </p:nvSpPr>
            <p:spPr>
              <a:xfrm>
                <a:off x="2675850" y="302730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3B125074-EC4F-6D0E-2C04-EAAEA1024CB7}"/>
                  </a:ext>
                </a:extLst>
              </p:cNvPr>
              <p:cNvSpPr/>
              <p:nvPr/>
            </p:nvSpPr>
            <p:spPr>
              <a:xfrm>
                <a:off x="2934183" y="3147646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366C557-9CD8-1D0B-0224-3D7D8CADCCF6}"/>
                  </a:ext>
                </a:extLst>
              </p:cNvPr>
              <p:cNvSpPr/>
              <p:nvPr/>
            </p:nvSpPr>
            <p:spPr>
              <a:xfrm>
                <a:off x="3195413" y="329043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D3EA3A96-9151-B41E-C777-6BE60BD99E9C}"/>
                  </a:ext>
                </a:extLst>
              </p:cNvPr>
              <p:cNvSpPr/>
              <p:nvPr/>
            </p:nvSpPr>
            <p:spPr>
              <a:xfrm>
                <a:off x="2871820" y="351295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795D623C-212B-083D-068A-D19884BAC62A}"/>
                  </a:ext>
                </a:extLst>
              </p:cNvPr>
              <p:cNvSpPr/>
              <p:nvPr/>
            </p:nvSpPr>
            <p:spPr>
              <a:xfrm>
                <a:off x="3131917" y="359029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1C7ECF05-3058-CE8F-018A-50314976FBDE}"/>
                  </a:ext>
                </a:extLst>
              </p:cNvPr>
              <p:cNvSpPr/>
              <p:nvPr/>
            </p:nvSpPr>
            <p:spPr>
              <a:xfrm>
                <a:off x="2375241" y="317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74B49DF7-5725-BEA7-E23E-9090C84E5DEE}"/>
                  </a:ext>
                </a:extLst>
              </p:cNvPr>
              <p:cNvSpPr/>
              <p:nvPr/>
            </p:nvSpPr>
            <p:spPr>
              <a:xfrm>
                <a:off x="2629383" y="3261945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E8975451-0144-7F70-7ADC-C9A027408A15}"/>
                  </a:ext>
                </a:extLst>
              </p:cNvPr>
              <p:cNvSpPr/>
              <p:nvPr/>
            </p:nvSpPr>
            <p:spPr>
              <a:xfrm>
                <a:off x="3178216" y="30804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14C385B7-2397-4307-D064-58FE5045C67D}"/>
                  </a:ext>
                </a:extLst>
              </p:cNvPr>
              <p:cNvSpPr/>
              <p:nvPr/>
            </p:nvSpPr>
            <p:spPr>
              <a:xfrm>
                <a:off x="2828081" y="265572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B43BCA3B-C9B9-E05B-32FC-4950D3D1203C}"/>
                  </a:ext>
                </a:extLst>
              </p:cNvPr>
              <p:cNvSpPr/>
              <p:nvPr/>
            </p:nvSpPr>
            <p:spPr>
              <a:xfrm>
                <a:off x="2918118" y="238236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543ACCCD-C412-DBC8-DE99-077C9B6320B2}"/>
                  </a:ext>
                </a:extLst>
              </p:cNvPr>
              <p:cNvSpPr/>
              <p:nvPr/>
            </p:nvSpPr>
            <p:spPr>
              <a:xfrm>
                <a:off x="3062137" y="2806824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0F0E7855-8B39-EE10-E55F-4CE7941F2F4D}"/>
                  </a:ext>
                </a:extLst>
              </p:cNvPr>
              <p:cNvSpPr/>
              <p:nvPr/>
            </p:nvSpPr>
            <p:spPr>
              <a:xfrm>
                <a:off x="3019371" y="335773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BB0EFB54-912B-5037-DE57-7BC66172F025}"/>
                  </a:ext>
                </a:extLst>
              </p:cNvPr>
              <p:cNvSpPr/>
              <p:nvPr/>
            </p:nvSpPr>
            <p:spPr>
              <a:xfrm>
                <a:off x="3576879" y="328717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DBD97BF8-CF55-EDA3-77FF-1EA4406969EE}"/>
                  </a:ext>
                </a:extLst>
              </p:cNvPr>
              <p:cNvSpPr/>
              <p:nvPr/>
            </p:nvSpPr>
            <p:spPr>
              <a:xfrm>
                <a:off x="2916988" y="1550841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872C2ACA-98A3-F26D-4509-8CE906090138}"/>
                  </a:ext>
                </a:extLst>
              </p:cNvPr>
              <p:cNvSpPr/>
              <p:nvPr/>
            </p:nvSpPr>
            <p:spPr>
              <a:xfrm>
                <a:off x="3115686" y="188470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DE0F8E54-B868-1F8F-47E1-8168D59F806A}"/>
                  </a:ext>
                </a:extLst>
              </p:cNvPr>
              <p:cNvSpPr/>
              <p:nvPr/>
            </p:nvSpPr>
            <p:spPr>
              <a:xfrm>
                <a:off x="3069388" y="252504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59D2BB86-2736-25EC-6A8E-49028F8DD079}"/>
                  </a:ext>
                </a:extLst>
              </p:cNvPr>
              <p:cNvSpPr/>
              <p:nvPr/>
            </p:nvSpPr>
            <p:spPr>
              <a:xfrm>
                <a:off x="2967311" y="2087812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69D69A56-616B-B0F5-3E2E-77C19C0FBF24}"/>
                  </a:ext>
                </a:extLst>
              </p:cNvPr>
              <p:cNvSpPr/>
              <p:nvPr/>
            </p:nvSpPr>
            <p:spPr>
              <a:xfrm>
                <a:off x="3511590" y="3579750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BD8C30C9-3DCD-B9A0-F705-1B01859E1EA6}"/>
                  </a:ext>
                </a:extLst>
              </p:cNvPr>
              <p:cNvSpPr/>
              <p:nvPr/>
            </p:nvSpPr>
            <p:spPr>
              <a:xfrm>
                <a:off x="3703381" y="3706353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07096E0A-533F-5809-F0A5-B33C7924A06E}"/>
                  </a:ext>
                </a:extLst>
              </p:cNvPr>
              <p:cNvSpPr/>
              <p:nvPr/>
            </p:nvSpPr>
            <p:spPr>
              <a:xfrm>
                <a:off x="3987186" y="3583558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1C9DB039-782D-B2BC-A848-1322A54704B5}"/>
                  </a:ext>
                </a:extLst>
              </p:cNvPr>
              <p:cNvSpPr/>
              <p:nvPr/>
            </p:nvSpPr>
            <p:spPr>
              <a:xfrm>
                <a:off x="4161307" y="3562049"/>
                <a:ext cx="92597" cy="9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5DF44973-FD13-95EB-89AA-107CC1B76638}"/>
                  </a:ext>
                </a:extLst>
              </p:cNvPr>
              <p:cNvSpPr/>
              <p:nvPr/>
            </p:nvSpPr>
            <p:spPr>
              <a:xfrm>
                <a:off x="3464171" y="220798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4F68FCF-B56E-1105-0B99-06B5FC4B6F67}"/>
                  </a:ext>
                </a:extLst>
              </p:cNvPr>
              <p:cNvSpPr/>
              <p:nvPr/>
            </p:nvSpPr>
            <p:spPr>
              <a:xfrm>
                <a:off x="3530580" y="247290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3E299581-56CD-A192-63F1-5DB6D3E428CA}"/>
                  </a:ext>
                </a:extLst>
              </p:cNvPr>
              <p:cNvSpPr/>
              <p:nvPr/>
            </p:nvSpPr>
            <p:spPr>
              <a:xfrm>
                <a:off x="3430782" y="26400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C9B51A9-19CA-572C-AF19-8A5A65833F00}"/>
                  </a:ext>
                </a:extLst>
              </p:cNvPr>
              <p:cNvSpPr/>
              <p:nvPr/>
            </p:nvSpPr>
            <p:spPr>
              <a:xfrm>
                <a:off x="3453631" y="2896244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849B8114-90B5-C48B-4885-486B6AE0E4B8}"/>
                  </a:ext>
                </a:extLst>
              </p:cNvPr>
              <p:cNvSpPr/>
              <p:nvPr/>
            </p:nvSpPr>
            <p:spPr>
              <a:xfrm>
                <a:off x="3606023" y="2744962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B28C2C79-EB4F-DBE1-B496-03E5C28704CD}"/>
                  </a:ext>
                </a:extLst>
              </p:cNvPr>
              <p:cNvSpPr/>
              <p:nvPr/>
            </p:nvSpPr>
            <p:spPr>
              <a:xfrm>
                <a:off x="3385663" y="2435043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F7865F0E-E6F8-9C76-1112-C51B0837782B}"/>
                  </a:ext>
                </a:extLst>
              </p:cNvPr>
              <p:cNvSpPr/>
              <p:nvPr/>
            </p:nvSpPr>
            <p:spPr>
              <a:xfrm>
                <a:off x="3679112" y="23337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74984499-5A9C-7668-C51A-2F18F34D4C7E}"/>
                  </a:ext>
                </a:extLst>
              </p:cNvPr>
              <p:cNvSpPr/>
              <p:nvPr/>
            </p:nvSpPr>
            <p:spPr>
              <a:xfrm>
                <a:off x="3703380" y="290492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F9B0CECB-DD5E-9377-3A2E-1F96EBB365F0}"/>
                  </a:ext>
                </a:extLst>
              </p:cNvPr>
              <p:cNvSpPr/>
              <p:nvPr/>
            </p:nvSpPr>
            <p:spPr>
              <a:xfrm>
                <a:off x="3576879" y="19716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288FF18-0E97-4771-CC21-E1232497F34C}"/>
                  </a:ext>
                </a:extLst>
              </p:cNvPr>
              <p:cNvSpPr/>
              <p:nvPr/>
            </p:nvSpPr>
            <p:spPr>
              <a:xfrm>
                <a:off x="3729279" y="21240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5DF2DCF7-D607-C4A6-B909-477D76ACD587}"/>
                  </a:ext>
                </a:extLst>
              </p:cNvPr>
              <p:cNvSpPr/>
              <p:nvPr/>
            </p:nvSpPr>
            <p:spPr>
              <a:xfrm>
                <a:off x="3881679" y="22764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0620F18E-121E-2EC7-579E-A9334DC1BBD2}"/>
                  </a:ext>
                </a:extLst>
              </p:cNvPr>
              <p:cNvSpPr/>
              <p:nvPr/>
            </p:nvSpPr>
            <p:spPr>
              <a:xfrm>
                <a:off x="3765021" y="258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CB357542-59EF-B352-C58F-732655FF3B8E}"/>
                  </a:ext>
                </a:extLst>
              </p:cNvPr>
              <p:cNvSpPr/>
              <p:nvPr/>
            </p:nvSpPr>
            <p:spPr>
              <a:xfrm>
                <a:off x="4029503" y="2465896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46753D74-2EFA-B851-DD47-16E5E5B2BA8F}"/>
                  </a:ext>
                </a:extLst>
              </p:cNvPr>
              <p:cNvSpPr/>
              <p:nvPr/>
            </p:nvSpPr>
            <p:spPr>
              <a:xfrm>
                <a:off x="3932801" y="278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17CC9817-FA9F-2AA2-D786-14FE2F54B245}"/>
                  </a:ext>
                </a:extLst>
              </p:cNvPr>
              <p:cNvSpPr/>
              <p:nvPr/>
            </p:nvSpPr>
            <p:spPr>
              <a:xfrm>
                <a:off x="4132643" y="2670547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DBA9FFC2-1D81-71AA-08F6-E868E441CBBD}"/>
                  </a:ext>
                </a:extLst>
              </p:cNvPr>
              <p:cNvSpPr/>
              <p:nvPr/>
            </p:nvSpPr>
            <p:spPr>
              <a:xfrm>
                <a:off x="3972882" y="2995751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7BAC5334-144B-0C08-1A23-AFB6EB98F468}"/>
                  </a:ext>
                </a:extLst>
              </p:cNvPr>
              <p:cNvSpPr/>
              <p:nvPr/>
            </p:nvSpPr>
            <p:spPr>
              <a:xfrm>
                <a:off x="4206429" y="2872299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38547BB4-32BE-34A2-DDD2-0ED3A6AAF807}"/>
                  </a:ext>
                </a:extLst>
              </p:cNvPr>
              <p:cNvSpPr/>
              <p:nvPr/>
            </p:nvSpPr>
            <p:spPr>
              <a:xfrm>
                <a:off x="4225721" y="3081908"/>
                <a:ext cx="92597" cy="9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6EE181D-BF64-F02F-B938-287E5E2E0E84}"/>
                    </a:ext>
                  </a:extLst>
                </p14:cNvPr>
                <p14:cNvContentPartPr/>
                <p14:nvPr/>
              </p14:nvContentPartPr>
              <p14:xfrm>
                <a:off x="10099540" y="4256100"/>
                <a:ext cx="960840" cy="1103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6EE181D-BF64-F02F-B938-287E5E2E0E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77088" y="4233452"/>
                  <a:ext cx="1006202" cy="1148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36F4CE4-81AE-CD30-064C-E85E7BA9DFB1}"/>
                    </a:ext>
                  </a:extLst>
                </p14:cNvPr>
                <p14:cNvContentPartPr/>
                <p14:nvPr/>
              </p14:nvContentPartPr>
              <p14:xfrm>
                <a:off x="10185580" y="4335660"/>
                <a:ext cx="1148040" cy="883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36F4CE4-81AE-CD30-064C-E85E7BA9DF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17293" y="4199802"/>
                  <a:ext cx="1285072" cy="1154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627D4A4-72FF-9900-DF6B-D106D94B0ADE}"/>
                    </a:ext>
                  </a:extLst>
                </p14:cNvPr>
                <p14:cNvContentPartPr/>
                <p14:nvPr/>
              </p14:nvContentPartPr>
              <p14:xfrm>
                <a:off x="9402940" y="4303260"/>
                <a:ext cx="711000" cy="995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627D4A4-72FF-9900-DF6B-D106D94B0A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34222" y="4167351"/>
                  <a:ext cx="847977" cy="12671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12FF97F-66AB-0D42-7A4D-95BA827C5995}"/>
                    </a:ext>
                  </a:extLst>
                </p14:cNvPr>
                <p14:cNvContentPartPr/>
                <p14:nvPr/>
              </p14:nvContentPartPr>
              <p14:xfrm>
                <a:off x="9527140" y="5175180"/>
                <a:ext cx="1454760" cy="415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12FF97F-66AB-0D42-7A4D-95BA827C59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58411" y="5039267"/>
                  <a:ext cx="1591759" cy="686812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311E1611-8765-6B93-F126-1FAF7271781F}"/>
              </a:ext>
            </a:extLst>
          </p:cNvPr>
          <p:cNvCxnSpPr/>
          <p:nvPr/>
        </p:nvCxnSpPr>
        <p:spPr>
          <a:xfrm>
            <a:off x="2378110" y="2429393"/>
            <a:ext cx="648586" cy="3699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341F30B-CB29-2007-B8D2-6EFC8D36B499}"/>
              </a:ext>
            </a:extLst>
          </p:cNvPr>
          <p:cNvCxnSpPr/>
          <p:nvPr/>
        </p:nvCxnSpPr>
        <p:spPr>
          <a:xfrm flipV="1">
            <a:off x="2362161" y="3705337"/>
            <a:ext cx="627321" cy="4117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A97558F4-E652-0AEB-9F68-65FF8DDB9967}"/>
              </a:ext>
            </a:extLst>
          </p:cNvPr>
          <p:cNvSpPr txBox="1"/>
          <p:nvPr/>
        </p:nvSpPr>
        <p:spPr>
          <a:xfrm>
            <a:off x="2593430" y="230562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FCCD8-C577-9325-A6E7-C248C2E8E302}"/>
              </a:ext>
            </a:extLst>
          </p:cNvPr>
          <p:cNvSpPr txBox="1"/>
          <p:nvPr/>
        </p:nvSpPr>
        <p:spPr>
          <a:xfrm>
            <a:off x="2401866" y="360725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1A5E6CB-B117-695E-8F64-F8C8D49F0364}"/>
              </a:ext>
            </a:extLst>
          </p:cNvPr>
          <p:cNvSpPr txBox="1"/>
          <p:nvPr/>
        </p:nvSpPr>
        <p:spPr>
          <a:xfrm>
            <a:off x="997731" y="1555126"/>
            <a:ext cx="1205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dirty="0">
                <a:latin typeface="Arial" panose="020B0604020202020204" pitchFamily="34" charset="0"/>
                <a:cs typeface="Arial" panose="020B0604020202020204" pitchFamily="34" charset="0"/>
              </a:rPr>
              <a:t>2x+3y+6=0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6DC22A5-8940-ED94-DAF3-CD1E3E8A9366}"/>
              </a:ext>
            </a:extLst>
          </p:cNvPr>
          <p:cNvSpPr txBox="1"/>
          <p:nvPr/>
        </p:nvSpPr>
        <p:spPr>
          <a:xfrm>
            <a:off x="804002" y="4636160"/>
            <a:ext cx="1205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dirty="0">
                <a:latin typeface="Arial" panose="020B0604020202020204" pitchFamily="34" charset="0"/>
                <a:cs typeface="Arial" panose="020B0604020202020204" pitchFamily="34" charset="0"/>
              </a:rPr>
              <a:t>5x+4y+3=0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3ACA8-7A1B-4FF0-BE07-BF9B9FA65515}"/>
              </a:ext>
            </a:extLst>
          </p:cNvPr>
          <p:cNvGrpSpPr/>
          <p:nvPr/>
        </p:nvGrpSpPr>
        <p:grpSpPr>
          <a:xfrm>
            <a:off x="6350511" y="1335672"/>
            <a:ext cx="3463379" cy="2539933"/>
            <a:chOff x="6686839" y="1316665"/>
            <a:chExt cx="3463379" cy="2539933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1DD70BC-BD1F-9031-3585-ABCF2BF7566D}"/>
                </a:ext>
              </a:extLst>
            </p:cNvPr>
            <p:cNvSpPr/>
            <p:nvPr/>
          </p:nvSpPr>
          <p:spPr>
            <a:xfrm>
              <a:off x="7753911" y="1667813"/>
              <a:ext cx="468000" cy="46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x-none" dirty="0"/>
                <a:t>6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3221D14-0068-B1A4-200B-FABE0417843C}"/>
                </a:ext>
              </a:extLst>
            </p:cNvPr>
            <p:cNvCxnSpPr>
              <a:stCxn id="117" idx="1"/>
            </p:cNvCxnSpPr>
            <p:nvPr/>
          </p:nvCxnSpPr>
          <p:spPr>
            <a:xfrm flipH="1" flipV="1">
              <a:off x="7369367" y="1532024"/>
              <a:ext cx="453081" cy="2043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9696D51B-2D6B-CD6B-463A-6E3215440D30}"/>
                </a:ext>
              </a:extLst>
            </p:cNvPr>
            <p:cNvCxnSpPr>
              <a:stCxn id="117" idx="3"/>
            </p:cNvCxnSpPr>
            <p:nvPr/>
          </p:nvCxnSpPr>
          <p:spPr>
            <a:xfrm flipH="1">
              <a:off x="7369367" y="2067276"/>
              <a:ext cx="453081" cy="19839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E8F8198-D50A-56A1-ED8F-84D8C1FA56EB}"/>
                </a:ext>
              </a:extLst>
            </p:cNvPr>
            <p:cNvSpPr txBox="1"/>
            <p:nvPr/>
          </p:nvSpPr>
          <p:spPr>
            <a:xfrm>
              <a:off x="6697388" y="1316665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cgpa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D5C4D029-7840-6E67-EF52-A75947143AAF}"/>
                </a:ext>
              </a:extLst>
            </p:cNvPr>
            <p:cNvSpPr txBox="1"/>
            <p:nvPr/>
          </p:nvSpPr>
          <p:spPr>
            <a:xfrm>
              <a:off x="6966237" y="2081005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iq</a:t>
              </a: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AC9498CE-EDEF-D680-EE9F-69D3FA1DF201}"/>
                </a:ext>
              </a:extLst>
            </p:cNvPr>
            <p:cNvCxnSpPr>
              <a:stCxn id="117" idx="6"/>
            </p:cNvCxnSpPr>
            <p:nvPr/>
          </p:nvCxnSpPr>
          <p:spPr>
            <a:xfrm>
              <a:off x="8221911" y="1901813"/>
              <a:ext cx="30817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014A9880-B142-36CF-B959-C30400F26C27}"/>
                </a:ext>
              </a:extLst>
            </p:cNvPr>
            <p:cNvSpPr txBox="1"/>
            <p:nvPr/>
          </p:nvSpPr>
          <p:spPr>
            <a:xfrm>
              <a:off x="7537345" y="1358997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/>
                <a:t>2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58C9C4C8-9A6E-F63C-42B2-776F2AD48A7D}"/>
                </a:ext>
              </a:extLst>
            </p:cNvPr>
            <p:cNvSpPr txBox="1"/>
            <p:nvPr/>
          </p:nvSpPr>
          <p:spPr>
            <a:xfrm>
              <a:off x="7537345" y="2077065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/>
                <a:t>3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0CAEEFFA-C58A-ED98-4F86-888BB6451A55}"/>
                </a:ext>
              </a:extLst>
            </p:cNvPr>
            <p:cNvSpPr/>
            <p:nvPr/>
          </p:nvSpPr>
          <p:spPr>
            <a:xfrm>
              <a:off x="7743362" y="3074074"/>
              <a:ext cx="468000" cy="46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x-none" dirty="0"/>
                <a:t>3</a:t>
              </a:r>
            </a:p>
          </p:txBody>
        </p: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4B656305-E8A7-CB1F-FEBA-AC47EF2DAED5}"/>
                </a:ext>
              </a:extLst>
            </p:cNvPr>
            <p:cNvCxnSpPr>
              <a:stCxn id="212" idx="1"/>
            </p:cNvCxnSpPr>
            <p:nvPr/>
          </p:nvCxnSpPr>
          <p:spPr>
            <a:xfrm flipH="1" flipV="1">
              <a:off x="7358818" y="2938285"/>
              <a:ext cx="453081" cy="2043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8775A8DB-ABC3-C64B-9C2C-61478E0A3C76}"/>
                </a:ext>
              </a:extLst>
            </p:cNvPr>
            <p:cNvCxnSpPr>
              <a:stCxn id="212" idx="3"/>
            </p:cNvCxnSpPr>
            <p:nvPr/>
          </p:nvCxnSpPr>
          <p:spPr>
            <a:xfrm flipH="1">
              <a:off x="7358818" y="3473537"/>
              <a:ext cx="453081" cy="19839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0124E6D-E8EB-B618-7A5F-485CD0827FAC}"/>
                </a:ext>
              </a:extLst>
            </p:cNvPr>
            <p:cNvSpPr txBox="1"/>
            <p:nvPr/>
          </p:nvSpPr>
          <p:spPr>
            <a:xfrm>
              <a:off x="6686839" y="272292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cgpa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C97B5670-0682-1A20-4399-C8858C3EE451}"/>
                </a:ext>
              </a:extLst>
            </p:cNvPr>
            <p:cNvSpPr txBox="1"/>
            <p:nvPr/>
          </p:nvSpPr>
          <p:spPr>
            <a:xfrm>
              <a:off x="6955688" y="3487266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iq</a:t>
              </a:r>
            </a:p>
          </p:txBody>
        </p: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CB250A05-8C76-AD2D-73A1-05705FC0371A}"/>
                </a:ext>
              </a:extLst>
            </p:cNvPr>
            <p:cNvCxnSpPr>
              <a:stCxn id="212" idx="6"/>
            </p:cNvCxnSpPr>
            <p:nvPr/>
          </p:nvCxnSpPr>
          <p:spPr>
            <a:xfrm>
              <a:off x="8211362" y="3308074"/>
              <a:ext cx="30817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3BEDC648-2284-39FD-E0F8-98FC04E0CC32}"/>
                </a:ext>
              </a:extLst>
            </p:cNvPr>
            <p:cNvSpPr txBox="1"/>
            <p:nvPr/>
          </p:nvSpPr>
          <p:spPr>
            <a:xfrm>
              <a:off x="7526796" y="2775891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/>
                <a:t>5</a:t>
              </a:r>
              <a:endParaRPr lang="x-none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2D9E53D0-518D-2EF9-1488-00066429419A}"/>
                </a:ext>
              </a:extLst>
            </p:cNvPr>
            <p:cNvSpPr txBox="1"/>
            <p:nvPr/>
          </p:nvSpPr>
          <p:spPr>
            <a:xfrm>
              <a:off x="7526796" y="3483326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/>
                <a:t>4</a:t>
              </a:r>
              <a:endParaRPr lang="x-none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10752C86-DF60-FFBA-D85B-C01B12B7333F}"/>
                </a:ext>
              </a:extLst>
            </p:cNvPr>
            <p:cNvSpPr/>
            <p:nvPr/>
          </p:nvSpPr>
          <p:spPr>
            <a:xfrm>
              <a:off x="9374041" y="2280745"/>
              <a:ext cx="468000" cy="46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x-none" dirty="0"/>
                <a:t>3</a:t>
              </a:r>
            </a:p>
          </p:txBody>
        </p: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03057953-DEED-35F3-AE30-12E9E429344A}"/>
                </a:ext>
              </a:extLst>
            </p:cNvPr>
            <p:cNvCxnSpPr>
              <a:cxnSpLocks/>
              <a:stCxn id="220" idx="1"/>
            </p:cNvCxnSpPr>
            <p:nvPr/>
          </p:nvCxnSpPr>
          <p:spPr>
            <a:xfrm flipH="1" flipV="1">
              <a:off x="8989497" y="2144956"/>
              <a:ext cx="453081" cy="2043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AC60E69F-00CB-CF36-8097-4304372D1915}"/>
                </a:ext>
              </a:extLst>
            </p:cNvPr>
            <p:cNvCxnSpPr>
              <a:cxnSpLocks/>
              <a:stCxn id="220" idx="3"/>
            </p:cNvCxnSpPr>
            <p:nvPr/>
          </p:nvCxnSpPr>
          <p:spPr>
            <a:xfrm flipH="1">
              <a:off x="8989497" y="2680208"/>
              <a:ext cx="453081" cy="19839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274846A-E089-0DAD-43A3-C166824FDCF7}"/>
                </a:ext>
              </a:extLst>
            </p:cNvPr>
            <p:cNvCxnSpPr>
              <a:cxnSpLocks/>
              <a:stCxn id="220" idx="6"/>
            </p:cNvCxnSpPr>
            <p:nvPr/>
          </p:nvCxnSpPr>
          <p:spPr>
            <a:xfrm>
              <a:off x="9842041" y="2514745"/>
              <a:ext cx="30817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0220C307-65A2-7650-629A-9DBCD5F9C3E1}"/>
                </a:ext>
              </a:extLst>
            </p:cNvPr>
            <p:cNvSpPr txBox="1"/>
            <p:nvPr/>
          </p:nvSpPr>
          <p:spPr>
            <a:xfrm>
              <a:off x="9157475" y="1940030"/>
              <a:ext cx="402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/>
                <a:t>10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E915AEA-DC38-E07D-ED4D-89C33D1F3890}"/>
                </a:ext>
              </a:extLst>
            </p:cNvPr>
            <p:cNvSpPr txBox="1"/>
            <p:nvPr/>
          </p:nvSpPr>
          <p:spPr>
            <a:xfrm>
              <a:off x="9157475" y="2700630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/>
                <a:t>5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7EC9B3F-F6A4-4753-95FA-FF7CCA111EA1}"/>
              </a:ext>
            </a:extLst>
          </p:cNvPr>
          <p:cNvGrpSpPr/>
          <p:nvPr/>
        </p:nvGrpSpPr>
        <p:grpSpPr>
          <a:xfrm>
            <a:off x="7133062" y="4281924"/>
            <a:ext cx="3376169" cy="1335829"/>
            <a:chOff x="7227956" y="4648011"/>
            <a:chExt cx="3376169" cy="1335829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0E14B800-B9C8-7A28-CCF0-4EC92D89C1D6}"/>
                </a:ext>
              </a:extLst>
            </p:cNvPr>
            <p:cNvSpPr/>
            <p:nvPr/>
          </p:nvSpPr>
          <p:spPr>
            <a:xfrm>
              <a:off x="8521497" y="4698465"/>
              <a:ext cx="468000" cy="46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x-none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6D97628A-73C8-94EF-298D-D0E233B4AF9B}"/>
                </a:ext>
              </a:extLst>
            </p:cNvPr>
            <p:cNvSpPr/>
            <p:nvPr/>
          </p:nvSpPr>
          <p:spPr>
            <a:xfrm>
              <a:off x="8513808" y="5464541"/>
              <a:ext cx="468000" cy="46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x-none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2F06F9C3-8E4A-BC27-B130-5D56245D206C}"/>
                </a:ext>
              </a:extLst>
            </p:cNvPr>
            <p:cNvSpPr/>
            <p:nvPr/>
          </p:nvSpPr>
          <p:spPr>
            <a:xfrm>
              <a:off x="9442578" y="5059694"/>
              <a:ext cx="468000" cy="46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x-none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903FB30A-E72C-2A08-82F2-D97DB36D6424}"/>
                </a:ext>
              </a:extLst>
            </p:cNvPr>
            <p:cNvSpPr txBox="1"/>
            <p:nvPr/>
          </p:nvSpPr>
          <p:spPr>
            <a:xfrm>
              <a:off x="7227956" y="4746012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cgpa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4196B2C-CFFF-D656-E41A-EC2CC0809F73}"/>
                </a:ext>
              </a:extLst>
            </p:cNvPr>
            <p:cNvSpPr txBox="1"/>
            <p:nvPr/>
          </p:nvSpPr>
          <p:spPr>
            <a:xfrm>
              <a:off x="7496805" y="5510352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iq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DA2BEB3D-5031-4312-52AE-C26C869734D6}"/>
                </a:ext>
              </a:extLst>
            </p:cNvPr>
            <p:cNvCxnSpPr>
              <a:stCxn id="228" idx="6"/>
              <a:endCxn id="230" idx="2"/>
            </p:cNvCxnSpPr>
            <p:nvPr/>
          </p:nvCxnSpPr>
          <p:spPr>
            <a:xfrm>
              <a:off x="8989497" y="4932465"/>
              <a:ext cx="453081" cy="3612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141B1C8E-AB42-9778-F225-80819F0B05D8}"/>
                </a:ext>
              </a:extLst>
            </p:cNvPr>
            <p:cNvCxnSpPr>
              <a:stCxn id="229" idx="6"/>
              <a:endCxn id="230" idx="2"/>
            </p:cNvCxnSpPr>
            <p:nvPr/>
          </p:nvCxnSpPr>
          <p:spPr>
            <a:xfrm flipV="1">
              <a:off x="8981808" y="5293694"/>
              <a:ext cx="460770" cy="4048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C1F18C2D-A00A-C21D-A89D-349206C4A85F}"/>
                </a:ext>
              </a:extLst>
            </p:cNvPr>
            <p:cNvCxnSpPr>
              <a:stCxn id="230" idx="6"/>
            </p:cNvCxnSpPr>
            <p:nvPr/>
          </p:nvCxnSpPr>
          <p:spPr>
            <a:xfrm>
              <a:off x="9910578" y="5293694"/>
              <a:ext cx="3285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53AED7EE-E746-C81E-EEFE-D509D533FF80}"/>
                </a:ext>
              </a:extLst>
            </p:cNvPr>
            <p:cNvCxnSpPr>
              <a:stCxn id="231" idx="3"/>
              <a:endCxn id="228" idx="2"/>
            </p:cNvCxnSpPr>
            <p:nvPr/>
          </p:nvCxnSpPr>
          <p:spPr>
            <a:xfrm>
              <a:off x="7899935" y="4930678"/>
              <a:ext cx="621562" cy="17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1876877-ED63-08AE-E680-82D1466E4D0D}"/>
                </a:ext>
              </a:extLst>
            </p:cNvPr>
            <p:cNvCxnSpPr>
              <a:stCxn id="231" idx="3"/>
              <a:endCxn id="229" idx="2"/>
            </p:cNvCxnSpPr>
            <p:nvPr/>
          </p:nvCxnSpPr>
          <p:spPr>
            <a:xfrm>
              <a:off x="7899935" y="4930678"/>
              <a:ext cx="613873" cy="76786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7B880AF-4342-BB82-442B-E73354DBF4F5}"/>
                </a:ext>
              </a:extLst>
            </p:cNvPr>
            <p:cNvCxnSpPr>
              <a:stCxn id="232" idx="3"/>
              <a:endCxn id="229" idx="2"/>
            </p:cNvCxnSpPr>
            <p:nvPr/>
          </p:nvCxnSpPr>
          <p:spPr>
            <a:xfrm>
              <a:off x="7865817" y="5695018"/>
              <a:ext cx="647991" cy="35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7A9B3D4-2502-2273-F6EC-7E9FAFC467E3}"/>
                </a:ext>
              </a:extLst>
            </p:cNvPr>
            <p:cNvCxnSpPr>
              <a:stCxn id="232" idx="3"/>
              <a:endCxn id="228" idx="2"/>
            </p:cNvCxnSpPr>
            <p:nvPr/>
          </p:nvCxnSpPr>
          <p:spPr>
            <a:xfrm flipV="1">
              <a:off x="7865817" y="4932465"/>
              <a:ext cx="655680" cy="76255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AC6F98C4-E53C-E550-6D6B-7B7660CC48A2}"/>
                </a:ext>
              </a:extLst>
            </p:cNvPr>
            <p:cNvSpPr txBox="1"/>
            <p:nvPr/>
          </p:nvSpPr>
          <p:spPr>
            <a:xfrm>
              <a:off x="8189481" y="4648011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BC24113-00A0-B55B-41F7-4E22BA99DCC3}"/>
                </a:ext>
              </a:extLst>
            </p:cNvPr>
            <p:cNvSpPr txBox="1"/>
            <p:nvPr/>
          </p:nvSpPr>
          <p:spPr>
            <a:xfrm>
              <a:off x="8093871" y="5373791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5</a:t>
              </a:r>
              <a:endParaRPr lang="x-none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50367CE4-20E6-99D8-C4C9-8750E5AE9DF7}"/>
                </a:ext>
              </a:extLst>
            </p:cNvPr>
            <p:cNvSpPr txBox="1"/>
            <p:nvPr/>
          </p:nvSpPr>
          <p:spPr>
            <a:xfrm>
              <a:off x="8306437" y="5015202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BE57AA37-2CAA-DA59-01D8-7F42995EB63E}"/>
                </a:ext>
              </a:extLst>
            </p:cNvPr>
            <p:cNvSpPr txBox="1"/>
            <p:nvPr/>
          </p:nvSpPr>
          <p:spPr>
            <a:xfrm>
              <a:off x="8232091" y="5645286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  <a:endParaRPr lang="x-none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78D4F28E-8232-B35F-2B1A-53B1CDA7013E}"/>
                </a:ext>
              </a:extLst>
            </p:cNvPr>
            <p:cNvSpPr txBox="1"/>
            <p:nvPr/>
          </p:nvSpPr>
          <p:spPr>
            <a:xfrm>
              <a:off x="9086589" y="4814372"/>
              <a:ext cx="402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AB233E2C-E315-DEF1-F21A-4FD6822FDBC7}"/>
                </a:ext>
              </a:extLst>
            </p:cNvPr>
            <p:cNvSpPr txBox="1"/>
            <p:nvPr/>
          </p:nvSpPr>
          <p:spPr>
            <a:xfrm>
              <a:off x="9122027" y="5423978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97D702D5-CB61-5636-89D3-AE0C27067A77}"/>
                    </a:ext>
                  </a:extLst>
                </p:cNvPr>
                <p:cNvSpPr txBox="1"/>
                <p:nvPr/>
              </p:nvSpPr>
              <p:spPr>
                <a:xfrm>
                  <a:off x="10239153" y="5124417"/>
                  <a:ext cx="364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x-none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97D702D5-CB61-5636-89D3-AE0C27067A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9153" y="5124417"/>
                  <a:ext cx="364972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6667" r="-1666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4" name="Right Arrow 253">
            <a:extLst>
              <a:ext uri="{FF2B5EF4-FFF2-40B4-BE49-F238E27FC236}">
                <a16:creationId xmlns:a16="http://schemas.microsoft.com/office/drawing/2014/main" id="{03A3DF0C-FA7D-BA80-3659-86D882FE1433}"/>
              </a:ext>
            </a:extLst>
          </p:cNvPr>
          <p:cNvSpPr/>
          <p:nvPr/>
        </p:nvSpPr>
        <p:spPr>
          <a:xfrm rot="5400000">
            <a:off x="8387734" y="3568002"/>
            <a:ext cx="638634" cy="316153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3" name="Right Arrow 253">
            <a:extLst>
              <a:ext uri="{FF2B5EF4-FFF2-40B4-BE49-F238E27FC236}">
                <a16:creationId xmlns:a16="http://schemas.microsoft.com/office/drawing/2014/main" id="{5B8FC132-CF05-459E-B61F-238E2785AA63}"/>
              </a:ext>
            </a:extLst>
          </p:cNvPr>
          <p:cNvSpPr/>
          <p:nvPr/>
        </p:nvSpPr>
        <p:spPr>
          <a:xfrm rot="21085145">
            <a:off x="5499593" y="2615652"/>
            <a:ext cx="638634" cy="316153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BDD51C7-5989-4D27-B5FD-7799DBFD433C}"/>
              </a:ext>
            </a:extLst>
          </p:cNvPr>
          <p:cNvSpPr txBox="1"/>
          <p:nvPr/>
        </p:nvSpPr>
        <p:spPr>
          <a:xfrm>
            <a:off x="7412649" y="5629358"/>
            <a:ext cx="77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6BA324BB-C68F-4C3A-9480-8373DABBBB49}"/>
              </a:ext>
            </a:extLst>
          </p:cNvPr>
          <p:cNvCxnSpPr/>
          <p:nvPr/>
        </p:nvCxnSpPr>
        <p:spPr>
          <a:xfrm>
            <a:off x="7805406" y="5419065"/>
            <a:ext cx="0" cy="29477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22F224C5-C239-48A4-947E-FCBDD46A5D48}"/>
              </a:ext>
            </a:extLst>
          </p:cNvPr>
          <p:cNvSpPr txBox="1"/>
          <p:nvPr/>
        </p:nvSpPr>
        <p:spPr>
          <a:xfrm>
            <a:off x="9223821" y="5495033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E6DEA0FC-D998-4DC5-AE4C-1180FB26AACB}"/>
              </a:ext>
            </a:extLst>
          </p:cNvPr>
          <p:cNvCxnSpPr/>
          <p:nvPr/>
        </p:nvCxnSpPr>
        <p:spPr>
          <a:xfrm>
            <a:off x="9616578" y="5284740"/>
            <a:ext cx="0" cy="29477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51175133-F9AB-448F-B17F-5E32131E47CA}"/>
              </a:ext>
            </a:extLst>
          </p:cNvPr>
          <p:cNvSpPr txBox="1"/>
          <p:nvPr/>
        </p:nvSpPr>
        <p:spPr>
          <a:xfrm>
            <a:off x="8255524" y="5730572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589800AF-54B1-449E-A4EF-B4F031F2B566}"/>
              </a:ext>
            </a:extLst>
          </p:cNvPr>
          <p:cNvCxnSpPr/>
          <p:nvPr/>
        </p:nvCxnSpPr>
        <p:spPr>
          <a:xfrm>
            <a:off x="8648281" y="5520279"/>
            <a:ext cx="0" cy="29477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506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Freeform: Shape 208">
            <a:extLst>
              <a:ext uri="{FF2B5EF4-FFF2-40B4-BE49-F238E27FC236}">
                <a16:creationId xmlns:a16="http://schemas.microsoft.com/office/drawing/2014/main" id="{2841988C-A852-46E6-A49C-ED95996BDFCE}"/>
              </a:ext>
            </a:extLst>
          </p:cNvPr>
          <p:cNvSpPr/>
          <p:nvPr/>
        </p:nvSpPr>
        <p:spPr>
          <a:xfrm>
            <a:off x="6237269" y="3054902"/>
            <a:ext cx="1301214" cy="1240061"/>
          </a:xfrm>
          <a:custGeom>
            <a:avLst/>
            <a:gdLst>
              <a:gd name="connsiteX0" fmla="*/ 648966 w 1276444"/>
              <a:gd name="connsiteY0" fmla="*/ 387743 h 1270278"/>
              <a:gd name="connsiteX1" fmla="*/ 402610 w 1276444"/>
              <a:gd name="connsiteY1" fmla="*/ 628682 h 1270278"/>
              <a:gd name="connsiteX2" fmla="*/ 648966 w 1276444"/>
              <a:gd name="connsiteY2" fmla="*/ 869621 h 1270278"/>
              <a:gd name="connsiteX3" fmla="*/ 895322 w 1276444"/>
              <a:gd name="connsiteY3" fmla="*/ 628682 h 1270278"/>
              <a:gd name="connsiteX4" fmla="*/ 648966 w 1276444"/>
              <a:gd name="connsiteY4" fmla="*/ 387743 h 1270278"/>
              <a:gd name="connsiteX5" fmla="*/ 638222 w 1276444"/>
              <a:gd name="connsiteY5" fmla="*/ 0 h 1270278"/>
              <a:gd name="connsiteX6" fmla="*/ 1276444 w 1276444"/>
              <a:gd name="connsiteY6" fmla="*/ 635139 h 1270278"/>
              <a:gd name="connsiteX7" fmla="*/ 638222 w 1276444"/>
              <a:gd name="connsiteY7" fmla="*/ 1270278 h 1270278"/>
              <a:gd name="connsiteX8" fmla="*/ 0 w 1276444"/>
              <a:gd name="connsiteY8" fmla="*/ 635139 h 1270278"/>
              <a:gd name="connsiteX9" fmla="*/ 638222 w 1276444"/>
              <a:gd name="connsiteY9" fmla="*/ 0 h 127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6444" h="1270278">
                <a:moveTo>
                  <a:pt x="648966" y="387743"/>
                </a:moveTo>
                <a:cubicBezTo>
                  <a:pt x="512907" y="387743"/>
                  <a:pt x="402610" y="495615"/>
                  <a:pt x="402610" y="628682"/>
                </a:cubicBezTo>
                <a:cubicBezTo>
                  <a:pt x="402610" y="761749"/>
                  <a:pt x="512907" y="869621"/>
                  <a:pt x="648966" y="869621"/>
                </a:cubicBezTo>
                <a:cubicBezTo>
                  <a:pt x="785025" y="869621"/>
                  <a:pt x="895322" y="761749"/>
                  <a:pt x="895322" y="628682"/>
                </a:cubicBezTo>
                <a:cubicBezTo>
                  <a:pt x="895322" y="495615"/>
                  <a:pt x="785025" y="387743"/>
                  <a:pt x="648966" y="387743"/>
                </a:cubicBezTo>
                <a:close/>
                <a:moveTo>
                  <a:pt x="638222" y="0"/>
                </a:moveTo>
                <a:cubicBezTo>
                  <a:pt x="990702" y="0"/>
                  <a:pt x="1276444" y="284361"/>
                  <a:pt x="1276444" y="635139"/>
                </a:cubicBezTo>
                <a:cubicBezTo>
                  <a:pt x="1276444" y="985917"/>
                  <a:pt x="990702" y="1270278"/>
                  <a:pt x="638222" y="1270278"/>
                </a:cubicBezTo>
                <a:cubicBezTo>
                  <a:pt x="285742" y="1270278"/>
                  <a:pt x="0" y="985917"/>
                  <a:pt x="0" y="635139"/>
                </a:cubicBezTo>
                <a:cubicBezTo>
                  <a:pt x="0" y="284361"/>
                  <a:pt x="285742" y="0"/>
                  <a:pt x="638222" y="0"/>
                </a:cubicBezTo>
                <a:close/>
              </a:path>
            </a:pathLst>
          </a:custGeom>
          <a:solidFill>
            <a:srgbClr val="FF0000">
              <a:alpha val="3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AA58D-DB52-91D9-9162-EC6740DC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Formation</a:t>
            </a:r>
            <a:r>
              <a:rPr lang="en-US" dirty="0"/>
              <a:t> with more flexibility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E404-4D61-3BB9-DF06-DD7B10F6F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Adding nodes in hidden layer</a:t>
            </a:r>
            <a:endParaRPr lang="x-none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EBA53-65DB-0947-C48D-71381DC6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E9A4B-B335-271D-FE77-88888F86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8179F-1443-C06D-0DFC-F6895A6B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13</a:t>
            </a:fld>
            <a:endParaRPr lang="x-none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6C0A6D5-F3B7-4CB8-BF9B-F7E5F626ED99}"/>
              </a:ext>
            </a:extLst>
          </p:cNvPr>
          <p:cNvGrpSpPr>
            <a:grpSpLocks noChangeAspect="1"/>
          </p:cNvGrpSpPr>
          <p:nvPr/>
        </p:nvGrpSpPr>
        <p:grpSpPr>
          <a:xfrm>
            <a:off x="2573079" y="1959974"/>
            <a:ext cx="1609219" cy="1224477"/>
            <a:chOff x="2222205" y="2204523"/>
            <a:chExt cx="2594344" cy="19740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CF32C11-E87C-44E8-B15C-8A1D84BB0693}"/>
                </a:ext>
              </a:extLst>
            </p:cNvPr>
            <p:cNvCxnSpPr/>
            <p:nvPr/>
          </p:nvCxnSpPr>
          <p:spPr>
            <a:xfrm>
              <a:off x="2488019" y="2317898"/>
              <a:ext cx="0" cy="186069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193EE3A-5C44-4963-9909-1B6B9C9E1E86}"/>
                </a:ext>
              </a:extLst>
            </p:cNvPr>
            <p:cNvCxnSpPr/>
            <p:nvPr/>
          </p:nvCxnSpPr>
          <p:spPr>
            <a:xfrm>
              <a:off x="2222205" y="3955312"/>
              <a:ext cx="25943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1DE0CC-ADC3-43C0-964A-DE412CE9AEF2}"/>
                </a:ext>
              </a:extLst>
            </p:cNvPr>
            <p:cNvSpPr/>
            <p:nvPr/>
          </p:nvSpPr>
          <p:spPr>
            <a:xfrm>
              <a:off x="3327991" y="299040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BCF467D-9378-45EE-96E9-E66E40B290DB}"/>
                </a:ext>
              </a:extLst>
            </p:cNvPr>
            <p:cNvSpPr/>
            <p:nvPr/>
          </p:nvSpPr>
          <p:spPr>
            <a:xfrm>
              <a:off x="3369635" y="280788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956CD6-E771-49C5-840B-AD936A10311D}"/>
                </a:ext>
              </a:extLst>
            </p:cNvPr>
            <p:cNvSpPr/>
            <p:nvPr/>
          </p:nvSpPr>
          <p:spPr>
            <a:xfrm>
              <a:off x="3527352" y="2768010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01612F-EC78-47E8-AFDA-0356F70E848E}"/>
                </a:ext>
              </a:extLst>
            </p:cNvPr>
            <p:cNvSpPr/>
            <p:nvPr/>
          </p:nvSpPr>
          <p:spPr>
            <a:xfrm>
              <a:off x="3485708" y="2937216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40D52D-4DA4-4398-AE51-3ABF778122BC}"/>
                </a:ext>
              </a:extLst>
            </p:cNvPr>
            <p:cNvSpPr/>
            <p:nvPr/>
          </p:nvSpPr>
          <p:spPr>
            <a:xfrm>
              <a:off x="3656716" y="2897344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C9A901A-8183-44F8-A322-E44533527DDA}"/>
                </a:ext>
              </a:extLst>
            </p:cNvPr>
            <p:cNvSpPr/>
            <p:nvPr/>
          </p:nvSpPr>
          <p:spPr>
            <a:xfrm>
              <a:off x="3470645" y="31396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AB32146-09CA-4E86-9B30-C19F18A511F5}"/>
                </a:ext>
              </a:extLst>
            </p:cNvPr>
            <p:cNvSpPr/>
            <p:nvPr/>
          </p:nvSpPr>
          <p:spPr>
            <a:xfrm>
              <a:off x="3623045" y="32920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B84E318-727F-4A06-8165-C67DFC6DD8DB}"/>
                </a:ext>
              </a:extLst>
            </p:cNvPr>
            <p:cNvSpPr/>
            <p:nvPr/>
          </p:nvSpPr>
          <p:spPr>
            <a:xfrm>
              <a:off x="3823293" y="300818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966BC7-6C9F-4A8F-8A1C-F6340BFFAC0C}"/>
                </a:ext>
              </a:extLst>
            </p:cNvPr>
            <p:cNvSpPr/>
            <p:nvPr/>
          </p:nvSpPr>
          <p:spPr>
            <a:xfrm rot="233279">
              <a:off x="3646969" y="3072789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3F5C33-9C12-4D6C-BB75-BD4D6D41771D}"/>
                </a:ext>
              </a:extLst>
            </p:cNvPr>
            <p:cNvSpPr/>
            <p:nvPr/>
          </p:nvSpPr>
          <p:spPr>
            <a:xfrm>
              <a:off x="3781649" y="280794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0889113-224A-4146-A896-6B27F1664583}"/>
                </a:ext>
              </a:extLst>
            </p:cNvPr>
            <p:cNvSpPr/>
            <p:nvPr/>
          </p:nvSpPr>
          <p:spPr>
            <a:xfrm>
              <a:off x="3781649" y="3180791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46F5A2F-62FF-47FF-AC05-D629618EBC76}"/>
                </a:ext>
              </a:extLst>
            </p:cNvPr>
            <p:cNvSpPr/>
            <p:nvPr/>
          </p:nvSpPr>
          <p:spPr>
            <a:xfrm>
              <a:off x="3670007" y="2678085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6DA57B1-2DD0-442A-8E33-E27DF636C2B0}"/>
                </a:ext>
              </a:extLst>
            </p:cNvPr>
            <p:cNvSpPr/>
            <p:nvPr/>
          </p:nvSpPr>
          <p:spPr>
            <a:xfrm>
              <a:off x="2866361" y="27680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BCEB6B6-8461-4968-85D2-0EBB238C5DB9}"/>
                </a:ext>
              </a:extLst>
            </p:cNvPr>
            <p:cNvSpPr/>
            <p:nvPr/>
          </p:nvSpPr>
          <p:spPr>
            <a:xfrm>
              <a:off x="3116229" y="267808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BC1147A-C11F-48E0-89B4-35695E16D62D}"/>
                </a:ext>
              </a:extLst>
            </p:cNvPr>
            <p:cNvSpPr/>
            <p:nvPr/>
          </p:nvSpPr>
          <p:spPr>
            <a:xfrm>
              <a:off x="3273942" y="243710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4B5DA76-7BA2-489B-B45F-4D15309301B1}"/>
                </a:ext>
              </a:extLst>
            </p:cNvPr>
            <p:cNvSpPr/>
            <p:nvPr/>
          </p:nvSpPr>
          <p:spPr>
            <a:xfrm>
              <a:off x="3781649" y="248586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4BD6FFA-5978-4BAE-947D-AA4381DE9AE0}"/>
                </a:ext>
              </a:extLst>
            </p:cNvPr>
            <p:cNvSpPr/>
            <p:nvPr/>
          </p:nvSpPr>
          <p:spPr>
            <a:xfrm>
              <a:off x="3607984" y="240207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BB876BC-5BCE-4EBD-92B5-9EA7E3B66BF4}"/>
                </a:ext>
              </a:extLst>
            </p:cNvPr>
            <p:cNvSpPr/>
            <p:nvPr/>
          </p:nvSpPr>
          <p:spPr>
            <a:xfrm>
              <a:off x="3106921" y="2399717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74136FF-FEC9-484B-9B97-8BC377BD52BA}"/>
                </a:ext>
              </a:extLst>
            </p:cNvPr>
            <p:cNvSpPr/>
            <p:nvPr/>
          </p:nvSpPr>
          <p:spPr>
            <a:xfrm>
              <a:off x="3444064" y="236220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4EC20EB-7199-49F1-8C42-9ACE0064AD28}"/>
                </a:ext>
              </a:extLst>
            </p:cNvPr>
            <p:cNvSpPr/>
            <p:nvPr/>
          </p:nvSpPr>
          <p:spPr>
            <a:xfrm>
              <a:off x="3270399" y="22784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84CEE0C-D7CA-499A-B58A-EDFD394ECD4F}"/>
                </a:ext>
              </a:extLst>
            </p:cNvPr>
            <p:cNvSpPr/>
            <p:nvPr/>
          </p:nvSpPr>
          <p:spPr>
            <a:xfrm>
              <a:off x="3051546" y="317027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1FDE70F-E20C-45D7-A412-F04B54DFFC80}"/>
                </a:ext>
              </a:extLst>
            </p:cNvPr>
            <p:cNvSpPr/>
            <p:nvPr/>
          </p:nvSpPr>
          <p:spPr>
            <a:xfrm>
              <a:off x="2990406" y="29770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5AAD00E-567F-4753-8FE8-59795B299A62}"/>
                </a:ext>
              </a:extLst>
            </p:cNvPr>
            <p:cNvSpPr/>
            <p:nvPr/>
          </p:nvSpPr>
          <p:spPr>
            <a:xfrm>
              <a:off x="2982866" y="252928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3D8A573-0E7C-4BE2-B5E3-AB1B1F8B5A43}"/>
                </a:ext>
              </a:extLst>
            </p:cNvPr>
            <p:cNvSpPr/>
            <p:nvPr/>
          </p:nvSpPr>
          <p:spPr>
            <a:xfrm>
              <a:off x="3376725" y="34905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C464630-A38C-459D-BE65-93D0B13A9312}"/>
                </a:ext>
              </a:extLst>
            </p:cNvPr>
            <p:cNvSpPr/>
            <p:nvPr/>
          </p:nvSpPr>
          <p:spPr>
            <a:xfrm>
              <a:off x="3585837" y="353435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320CC61-8009-4181-B56C-C23EDA218F5C}"/>
                </a:ext>
              </a:extLst>
            </p:cNvPr>
            <p:cNvSpPr/>
            <p:nvPr/>
          </p:nvSpPr>
          <p:spPr>
            <a:xfrm>
              <a:off x="3244703" y="332226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4F5A162-E815-4DA7-A603-2516536BC14F}"/>
                </a:ext>
              </a:extLst>
            </p:cNvPr>
            <p:cNvSpPr/>
            <p:nvPr/>
          </p:nvSpPr>
          <p:spPr>
            <a:xfrm>
              <a:off x="3093190" y="336582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AB8D114-B59C-4C5A-9E47-60B8F356F857}"/>
                </a:ext>
              </a:extLst>
            </p:cNvPr>
            <p:cNvSpPr/>
            <p:nvPr/>
          </p:nvSpPr>
          <p:spPr>
            <a:xfrm>
              <a:off x="3711651" y="22590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70F6E84-17E4-4529-94D3-111E049AD95A}"/>
                </a:ext>
              </a:extLst>
            </p:cNvPr>
            <p:cNvSpPr/>
            <p:nvPr/>
          </p:nvSpPr>
          <p:spPr>
            <a:xfrm>
              <a:off x="3823293" y="348689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0A29105-C1CB-4F70-8051-CF2CB21EA858}"/>
                </a:ext>
              </a:extLst>
            </p:cNvPr>
            <p:cNvSpPr/>
            <p:nvPr/>
          </p:nvSpPr>
          <p:spPr>
            <a:xfrm>
              <a:off x="4257896" y="328925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8239379-A160-425C-BE72-CF646187E1E9}"/>
                </a:ext>
              </a:extLst>
            </p:cNvPr>
            <p:cNvSpPr/>
            <p:nvPr/>
          </p:nvSpPr>
          <p:spPr>
            <a:xfrm>
              <a:off x="3528240" y="22045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6404A5C-8B12-4DD5-8A81-DBBA035C4634}"/>
                </a:ext>
              </a:extLst>
            </p:cNvPr>
            <p:cNvSpPr/>
            <p:nvPr/>
          </p:nvSpPr>
          <p:spPr>
            <a:xfrm>
              <a:off x="3810004" y="36733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341CB87-77EA-4CD8-A5C1-809609201FEA}"/>
                </a:ext>
              </a:extLst>
            </p:cNvPr>
            <p:cNvSpPr/>
            <p:nvPr/>
          </p:nvSpPr>
          <p:spPr>
            <a:xfrm>
              <a:off x="4132964" y="24421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01A78E2-9BC9-40F9-B216-01DA33182766}"/>
                </a:ext>
              </a:extLst>
            </p:cNvPr>
            <p:cNvSpPr/>
            <p:nvPr/>
          </p:nvSpPr>
          <p:spPr>
            <a:xfrm>
              <a:off x="4369098" y="282716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CE8691E-54D8-4A08-A663-7AF82A22F2DC}"/>
                </a:ext>
              </a:extLst>
            </p:cNvPr>
            <p:cNvSpPr/>
            <p:nvPr/>
          </p:nvSpPr>
          <p:spPr>
            <a:xfrm>
              <a:off x="4037717" y="330188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CDBC6A2-8D62-44BD-A3BA-7FDFD4DA26AD}"/>
                </a:ext>
              </a:extLst>
            </p:cNvPr>
            <p:cNvSpPr/>
            <p:nvPr/>
          </p:nvSpPr>
          <p:spPr>
            <a:xfrm>
              <a:off x="4056325" y="355794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AC32685-AD27-4229-93FF-1D9A906AADE7}"/>
                </a:ext>
              </a:extLst>
            </p:cNvPr>
            <p:cNvSpPr/>
            <p:nvPr/>
          </p:nvSpPr>
          <p:spPr>
            <a:xfrm>
              <a:off x="3823293" y="233686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0D9AB9F-218E-4DA6-AC55-88C5AD91FDE2}"/>
                </a:ext>
              </a:extLst>
            </p:cNvPr>
            <p:cNvSpPr/>
            <p:nvPr/>
          </p:nvSpPr>
          <p:spPr>
            <a:xfrm>
              <a:off x="4094866" y="286704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7D0644A-DE49-40C2-8D1C-7F31B7A77311}"/>
                </a:ext>
              </a:extLst>
            </p:cNvPr>
            <p:cNvSpPr/>
            <p:nvPr/>
          </p:nvSpPr>
          <p:spPr>
            <a:xfrm>
              <a:off x="4174608" y="314609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5DA5AF1-ADCE-4BB1-8C9E-05A7A4AAD17D}"/>
                </a:ext>
              </a:extLst>
            </p:cNvPr>
            <p:cNvSpPr/>
            <p:nvPr/>
          </p:nvSpPr>
          <p:spPr>
            <a:xfrm>
              <a:off x="4257896" y="299040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C54B115-0645-48E0-B076-58D1A23462FD}"/>
                </a:ext>
              </a:extLst>
            </p:cNvPr>
            <p:cNvSpPr/>
            <p:nvPr/>
          </p:nvSpPr>
          <p:spPr>
            <a:xfrm>
              <a:off x="4174608" y="2688266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4C15AA3-65CB-4026-AA4F-922CD9AF331F}"/>
                </a:ext>
              </a:extLst>
            </p:cNvPr>
            <p:cNvSpPr/>
            <p:nvPr/>
          </p:nvSpPr>
          <p:spPr>
            <a:xfrm>
              <a:off x="3958858" y="26691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BACF3C5-267E-4502-87C3-197DAC14A710}"/>
              </a:ext>
            </a:extLst>
          </p:cNvPr>
          <p:cNvGrpSpPr>
            <a:grpSpLocks noChangeAspect="1"/>
          </p:cNvGrpSpPr>
          <p:nvPr/>
        </p:nvGrpSpPr>
        <p:grpSpPr>
          <a:xfrm>
            <a:off x="2568682" y="3355699"/>
            <a:ext cx="1609219" cy="1224477"/>
            <a:chOff x="2222205" y="2204523"/>
            <a:chExt cx="2594344" cy="1974072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19030BF-4C03-46CE-B7A1-2B842B4EF1C1}"/>
                </a:ext>
              </a:extLst>
            </p:cNvPr>
            <p:cNvCxnSpPr/>
            <p:nvPr/>
          </p:nvCxnSpPr>
          <p:spPr>
            <a:xfrm>
              <a:off x="2488019" y="2317898"/>
              <a:ext cx="0" cy="186069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DE3EC16-E5FA-47E3-B447-B6E41E916EFE}"/>
                </a:ext>
              </a:extLst>
            </p:cNvPr>
            <p:cNvCxnSpPr/>
            <p:nvPr/>
          </p:nvCxnSpPr>
          <p:spPr>
            <a:xfrm>
              <a:off x="2222205" y="3955312"/>
              <a:ext cx="25943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0383837-6E71-4C47-B739-0EF56820114C}"/>
                </a:ext>
              </a:extLst>
            </p:cNvPr>
            <p:cNvSpPr/>
            <p:nvPr/>
          </p:nvSpPr>
          <p:spPr>
            <a:xfrm>
              <a:off x="3327991" y="299040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0C5E24A-2FFD-45D9-90BF-65B40644D5D4}"/>
                </a:ext>
              </a:extLst>
            </p:cNvPr>
            <p:cNvSpPr/>
            <p:nvPr/>
          </p:nvSpPr>
          <p:spPr>
            <a:xfrm>
              <a:off x="3369635" y="280788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2D693EF-9607-4211-AAA0-0859934D6FD3}"/>
                </a:ext>
              </a:extLst>
            </p:cNvPr>
            <p:cNvSpPr/>
            <p:nvPr/>
          </p:nvSpPr>
          <p:spPr>
            <a:xfrm>
              <a:off x="3527352" y="2768010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346BF90-4AC7-4A1F-8E53-FB3D674C555D}"/>
                </a:ext>
              </a:extLst>
            </p:cNvPr>
            <p:cNvSpPr/>
            <p:nvPr/>
          </p:nvSpPr>
          <p:spPr>
            <a:xfrm>
              <a:off x="3485708" y="2937216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D5F3A44-C703-414B-8D47-6AD6ECDBC8F2}"/>
                </a:ext>
              </a:extLst>
            </p:cNvPr>
            <p:cNvSpPr/>
            <p:nvPr/>
          </p:nvSpPr>
          <p:spPr>
            <a:xfrm>
              <a:off x="3656716" y="2897344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C62DD72-D56F-4BB5-82DB-0B852085AC27}"/>
                </a:ext>
              </a:extLst>
            </p:cNvPr>
            <p:cNvSpPr/>
            <p:nvPr/>
          </p:nvSpPr>
          <p:spPr>
            <a:xfrm>
              <a:off x="3470645" y="31396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7DA8021-200A-463B-B026-22305EBA1CB0}"/>
                </a:ext>
              </a:extLst>
            </p:cNvPr>
            <p:cNvSpPr/>
            <p:nvPr/>
          </p:nvSpPr>
          <p:spPr>
            <a:xfrm>
              <a:off x="3623045" y="32920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7C119D0-5D22-42AA-A349-E00AE88B557B}"/>
                </a:ext>
              </a:extLst>
            </p:cNvPr>
            <p:cNvSpPr/>
            <p:nvPr/>
          </p:nvSpPr>
          <p:spPr>
            <a:xfrm>
              <a:off x="3823293" y="300818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5C97671-6232-45DD-B6E7-96E29865FADB}"/>
                </a:ext>
              </a:extLst>
            </p:cNvPr>
            <p:cNvSpPr/>
            <p:nvPr/>
          </p:nvSpPr>
          <p:spPr>
            <a:xfrm rot="233279">
              <a:off x="3646969" y="3072789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FFB35C1E-E8B4-4F85-A210-24700D3929DF}"/>
                </a:ext>
              </a:extLst>
            </p:cNvPr>
            <p:cNvSpPr/>
            <p:nvPr/>
          </p:nvSpPr>
          <p:spPr>
            <a:xfrm>
              <a:off x="3781649" y="280794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C200557-C23A-4113-890F-0A878C6EDF41}"/>
                </a:ext>
              </a:extLst>
            </p:cNvPr>
            <p:cNvSpPr/>
            <p:nvPr/>
          </p:nvSpPr>
          <p:spPr>
            <a:xfrm>
              <a:off x="3781649" y="3180791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9171BC5-5B54-484A-9EA7-DFB9A9F2DC05}"/>
                </a:ext>
              </a:extLst>
            </p:cNvPr>
            <p:cNvSpPr/>
            <p:nvPr/>
          </p:nvSpPr>
          <p:spPr>
            <a:xfrm>
              <a:off x="3670007" y="2678085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3A133CC-45E1-4F5B-9CD3-A80E9C2DCA8F}"/>
                </a:ext>
              </a:extLst>
            </p:cNvPr>
            <p:cNvSpPr/>
            <p:nvPr/>
          </p:nvSpPr>
          <p:spPr>
            <a:xfrm>
              <a:off x="2866361" y="27680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4C9848E-5D38-4131-8D51-0DF327D31437}"/>
                </a:ext>
              </a:extLst>
            </p:cNvPr>
            <p:cNvSpPr/>
            <p:nvPr/>
          </p:nvSpPr>
          <p:spPr>
            <a:xfrm>
              <a:off x="3116229" y="267808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D48F5BC-45EF-4888-881F-A447F8659417}"/>
                </a:ext>
              </a:extLst>
            </p:cNvPr>
            <p:cNvSpPr/>
            <p:nvPr/>
          </p:nvSpPr>
          <p:spPr>
            <a:xfrm>
              <a:off x="3273942" y="243710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D7B11AE-8C95-4928-B0D7-D24C7DA83660}"/>
                </a:ext>
              </a:extLst>
            </p:cNvPr>
            <p:cNvSpPr/>
            <p:nvPr/>
          </p:nvSpPr>
          <p:spPr>
            <a:xfrm>
              <a:off x="3781649" y="248586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E7E7BC2-3350-4D71-8F0D-7191E76A5440}"/>
                </a:ext>
              </a:extLst>
            </p:cNvPr>
            <p:cNvSpPr/>
            <p:nvPr/>
          </p:nvSpPr>
          <p:spPr>
            <a:xfrm>
              <a:off x="3607984" y="240207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F06713C-2124-4B5B-9849-BB7308347241}"/>
                </a:ext>
              </a:extLst>
            </p:cNvPr>
            <p:cNvSpPr/>
            <p:nvPr/>
          </p:nvSpPr>
          <p:spPr>
            <a:xfrm>
              <a:off x="3106921" y="2399717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1CDC324-ACBC-4AFA-8C3C-D2D8EA9557F3}"/>
                </a:ext>
              </a:extLst>
            </p:cNvPr>
            <p:cNvSpPr/>
            <p:nvPr/>
          </p:nvSpPr>
          <p:spPr>
            <a:xfrm>
              <a:off x="3444064" y="236220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7E9549A-6594-484A-8CD4-26B57FE55C8F}"/>
                </a:ext>
              </a:extLst>
            </p:cNvPr>
            <p:cNvSpPr/>
            <p:nvPr/>
          </p:nvSpPr>
          <p:spPr>
            <a:xfrm>
              <a:off x="3270399" y="22784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8668CECA-73F4-46DC-BA03-96B66AB5E53E}"/>
                </a:ext>
              </a:extLst>
            </p:cNvPr>
            <p:cNvSpPr/>
            <p:nvPr/>
          </p:nvSpPr>
          <p:spPr>
            <a:xfrm>
              <a:off x="3051546" y="317027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03A1C18-EF60-48E3-B68D-10A5B312FFEF}"/>
                </a:ext>
              </a:extLst>
            </p:cNvPr>
            <p:cNvSpPr/>
            <p:nvPr/>
          </p:nvSpPr>
          <p:spPr>
            <a:xfrm>
              <a:off x="2990406" y="29770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6237B53-30CD-4618-8129-08D71A6FD3A9}"/>
                </a:ext>
              </a:extLst>
            </p:cNvPr>
            <p:cNvSpPr/>
            <p:nvPr/>
          </p:nvSpPr>
          <p:spPr>
            <a:xfrm>
              <a:off x="2982866" y="252928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378E880-799A-4746-95DD-C5616E6AF897}"/>
                </a:ext>
              </a:extLst>
            </p:cNvPr>
            <p:cNvSpPr/>
            <p:nvPr/>
          </p:nvSpPr>
          <p:spPr>
            <a:xfrm>
              <a:off x="3376725" y="34905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CC15CAB-62D5-4437-8679-510AF6C917C4}"/>
                </a:ext>
              </a:extLst>
            </p:cNvPr>
            <p:cNvSpPr/>
            <p:nvPr/>
          </p:nvSpPr>
          <p:spPr>
            <a:xfrm>
              <a:off x="3585837" y="353435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6AC2962-8A05-4998-860B-5DF9BC75AC0B}"/>
                </a:ext>
              </a:extLst>
            </p:cNvPr>
            <p:cNvSpPr/>
            <p:nvPr/>
          </p:nvSpPr>
          <p:spPr>
            <a:xfrm>
              <a:off x="3244703" y="332226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231D47E-C6C3-41F0-9D2E-0EB836C89F45}"/>
                </a:ext>
              </a:extLst>
            </p:cNvPr>
            <p:cNvSpPr/>
            <p:nvPr/>
          </p:nvSpPr>
          <p:spPr>
            <a:xfrm>
              <a:off x="3093190" y="336582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19730DD-9D9C-48D2-B5C5-CFE57843A8F9}"/>
                </a:ext>
              </a:extLst>
            </p:cNvPr>
            <p:cNvSpPr/>
            <p:nvPr/>
          </p:nvSpPr>
          <p:spPr>
            <a:xfrm>
              <a:off x="3711651" y="22590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73A7CE1-58D9-44FB-9D66-8488556F206A}"/>
                </a:ext>
              </a:extLst>
            </p:cNvPr>
            <p:cNvSpPr/>
            <p:nvPr/>
          </p:nvSpPr>
          <p:spPr>
            <a:xfrm>
              <a:off x="3823293" y="348689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DCE7B29-F46A-4F47-A4B9-54566AF9FF5B}"/>
                </a:ext>
              </a:extLst>
            </p:cNvPr>
            <p:cNvSpPr/>
            <p:nvPr/>
          </p:nvSpPr>
          <p:spPr>
            <a:xfrm>
              <a:off x="4257896" y="328925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2DCD048-A793-4274-A6F8-19A1D456AACD}"/>
                </a:ext>
              </a:extLst>
            </p:cNvPr>
            <p:cNvSpPr/>
            <p:nvPr/>
          </p:nvSpPr>
          <p:spPr>
            <a:xfrm>
              <a:off x="3528240" y="22045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355A4EB-CE16-4A31-869F-93CDDD0C99D0}"/>
                </a:ext>
              </a:extLst>
            </p:cNvPr>
            <p:cNvSpPr/>
            <p:nvPr/>
          </p:nvSpPr>
          <p:spPr>
            <a:xfrm>
              <a:off x="3810004" y="36733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91EE25A-7041-4981-A326-A29A19D66003}"/>
                </a:ext>
              </a:extLst>
            </p:cNvPr>
            <p:cNvSpPr/>
            <p:nvPr/>
          </p:nvSpPr>
          <p:spPr>
            <a:xfrm>
              <a:off x="4132964" y="24421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AF3246C-3D65-4E2D-A9B9-9FE087508E4A}"/>
                </a:ext>
              </a:extLst>
            </p:cNvPr>
            <p:cNvSpPr/>
            <p:nvPr/>
          </p:nvSpPr>
          <p:spPr>
            <a:xfrm>
              <a:off x="4369098" y="282716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6F01466-F3B5-47C4-AEAF-53B8693369C5}"/>
                </a:ext>
              </a:extLst>
            </p:cNvPr>
            <p:cNvSpPr/>
            <p:nvPr/>
          </p:nvSpPr>
          <p:spPr>
            <a:xfrm>
              <a:off x="4037717" y="330188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CC37EAD-5F4D-4EF5-9E3F-0DDFC524CA76}"/>
                </a:ext>
              </a:extLst>
            </p:cNvPr>
            <p:cNvSpPr/>
            <p:nvPr/>
          </p:nvSpPr>
          <p:spPr>
            <a:xfrm>
              <a:off x="4056325" y="355794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72D16EC-7751-45EA-964F-15C6F8046226}"/>
                </a:ext>
              </a:extLst>
            </p:cNvPr>
            <p:cNvSpPr/>
            <p:nvPr/>
          </p:nvSpPr>
          <p:spPr>
            <a:xfrm>
              <a:off x="3823293" y="233686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CE5286B-278E-4ED7-B0F0-A5330F767685}"/>
                </a:ext>
              </a:extLst>
            </p:cNvPr>
            <p:cNvSpPr/>
            <p:nvPr/>
          </p:nvSpPr>
          <p:spPr>
            <a:xfrm>
              <a:off x="4094866" y="286704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E87DFCC-A824-4A9A-86E3-AAAADF2AAD77}"/>
                </a:ext>
              </a:extLst>
            </p:cNvPr>
            <p:cNvSpPr/>
            <p:nvPr/>
          </p:nvSpPr>
          <p:spPr>
            <a:xfrm>
              <a:off x="4174608" y="314609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50D5B60-D517-446A-8ACA-D470B5091476}"/>
                </a:ext>
              </a:extLst>
            </p:cNvPr>
            <p:cNvSpPr/>
            <p:nvPr/>
          </p:nvSpPr>
          <p:spPr>
            <a:xfrm>
              <a:off x="4257896" y="299040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9AFB818-EF29-4DC0-ABEC-5B189D4A3D79}"/>
                </a:ext>
              </a:extLst>
            </p:cNvPr>
            <p:cNvSpPr/>
            <p:nvPr/>
          </p:nvSpPr>
          <p:spPr>
            <a:xfrm>
              <a:off x="4174608" y="2688266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0E735E3-B577-4A35-B62C-3E6242557717}"/>
                </a:ext>
              </a:extLst>
            </p:cNvPr>
            <p:cNvSpPr/>
            <p:nvPr/>
          </p:nvSpPr>
          <p:spPr>
            <a:xfrm>
              <a:off x="3958858" y="26691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DBCF039-4A44-4AC3-BDFD-3BAFC8331BB7}"/>
              </a:ext>
            </a:extLst>
          </p:cNvPr>
          <p:cNvGrpSpPr>
            <a:grpSpLocks noChangeAspect="1"/>
          </p:cNvGrpSpPr>
          <p:nvPr/>
        </p:nvGrpSpPr>
        <p:grpSpPr>
          <a:xfrm>
            <a:off x="2568682" y="4742065"/>
            <a:ext cx="1609219" cy="1224477"/>
            <a:chOff x="2222205" y="2204523"/>
            <a:chExt cx="2594344" cy="1974072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E8640CD-8CF0-4CD9-B82A-7603E5D6D0F1}"/>
                </a:ext>
              </a:extLst>
            </p:cNvPr>
            <p:cNvCxnSpPr/>
            <p:nvPr/>
          </p:nvCxnSpPr>
          <p:spPr>
            <a:xfrm>
              <a:off x="2488019" y="2317898"/>
              <a:ext cx="0" cy="186069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7FF5BA9-EB7D-4390-9429-FE3083C4F796}"/>
                </a:ext>
              </a:extLst>
            </p:cNvPr>
            <p:cNvCxnSpPr/>
            <p:nvPr/>
          </p:nvCxnSpPr>
          <p:spPr>
            <a:xfrm>
              <a:off x="2222205" y="3955312"/>
              <a:ext cx="25943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12EA989-51D7-4F66-A557-C3106BB22283}"/>
                </a:ext>
              </a:extLst>
            </p:cNvPr>
            <p:cNvSpPr/>
            <p:nvPr/>
          </p:nvSpPr>
          <p:spPr>
            <a:xfrm>
              <a:off x="3327991" y="299040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FD033CC-84B5-47D4-A0CB-B718864B67F5}"/>
                </a:ext>
              </a:extLst>
            </p:cNvPr>
            <p:cNvSpPr/>
            <p:nvPr/>
          </p:nvSpPr>
          <p:spPr>
            <a:xfrm>
              <a:off x="3369635" y="280788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8CCCE0E-0940-4B64-8599-3A55A2BA5259}"/>
                </a:ext>
              </a:extLst>
            </p:cNvPr>
            <p:cNvSpPr/>
            <p:nvPr/>
          </p:nvSpPr>
          <p:spPr>
            <a:xfrm>
              <a:off x="3527352" y="2768010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941F41C2-7C5E-440B-B7FC-FD9F2BBC4AA5}"/>
                </a:ext>
              </a:extLst>
            </p:cNvPr>
            <p:cNvSpPr/>
            <p:nvPr/>
          </p:nvSpPr>
          <p:spPr>
            <a:xfrm>
              <a:off x="3485708" y="2937216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BFB25E2-7A38-46E3-82B8-F4324285F752}"/>
                </a:ext>
              </a:extLst>
            </p:cNvPr>
            <p:cNvSpPr/>
            <p:nvPr/>
          </p:nvSpPr>
          <p:spPr>
            <a:xfrm>
              <a:off x="3656716" y="2897344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35FC41F-3B4C-43BF-AC8F-ADFD2A7DC1B0}"/>
                </a:ext>
              </a:extLst>
            </p:cNvPr>
            <p:cNvSpPr/>
            <p:nvPr/>
          </p:nvSpPr>
          <p:spPr>
            <a:xfrm>
              <a:off x="3470645" y="31396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1F994D-336A-4E20-BFB1-40990BF253EE}"/>
                </a:ext>
              </a:extLst>
            </p:cNvPr>
            <p:cNvSpPr/>
            <p:nvPr/>
          </p:nvSpPr>
          <p:spPr>
            <a:xfrm>
              <a:off x="3623045" y="32920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82B2786-B0DE-4F30-984D-2EB643F54108}"/>
                </a:ext>
              </a:extLst>
            </p:cNvPr>
            <p:cNvSpPr/>
            <p:nvPr/>
          </p:nvSpPr>
          <p:spPr>
            <a:xfrm>
              <a:off x="3823293" y="300818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368A2FC-D4EE-42AB-BC7B-3FE16DEDB4C5}"/>
                </a:ext>
              </a:extLst>
            </p:cNvPr>
            <p:cNvSpPr/>
            <p:nvPr/>
          </p:nvSpPr>
          <p:spPr>
            <a:xfrm rot="233279">
              <a:off x="3646969" y="3072789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8EFC812E-53BD-4269-92E7-9B8465B51DE7}"/>
                </a:ext>
              </a:extLst>
            </p:cNvPr>
            <p:cNvSpPr/>
            <p:nvPr/>
          </p:nvSpPr>
          <p:spPr>
            <a:xfrm>
              <a:off x="3781649" y="280794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8C26419-24B0-4767-AC38-4049B33A39BD}"/>
                </a:ext>
              </a:extLst>
            </p:cNvPr>
            <p:cNvSpPr/>
            <p:nvPr/>
          </p:nvSpPr>
          <p:spPr>
            <a:xfrm>
              <a:off x="3781649" y="3180791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740FBE5-2D3C-4C03-A647-0F15F0F58549}"/>
                </a:ext>
              </a:extLst>
            </p:cNvPr>
            <p:cNvSpPr/>
            <p:nvPr/>
          </p:nvSpPr>
          <p:spPr>
            <a:xfrm>
              <a:off x="3670007" y="2678085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90F0E07-F081-4556-AB62-992D1A6D1962}"/>
                </a:ext>
              </a:extLst>
            </p:cNvPr>
            <p:cNvSpPr/>
            <p:nvPr/>
          </p:nvSpPr>
          <p:spPr>
            <a:xfrm>
              <a:off x="2866361" y="27680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DF1C36F1-A814-4CBD-A490-5B87CD39B608}"/>
                </a:ext>
              </a:extLst>
            </p:cNvPr>
            <p:cNvSpPr/>
            <p:nvPr/>
          </p:nvSpPr>
          <p:spPr>
            <a:xfrm>
              <a:off x="3116229" y="267808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151638C7-6604-470F-90EE-D9E9CABC6C82}"/>
                </a:ext>
              </a:extLst>
            </p:cNvPr>
            <p:cNvSpPr/>
            <p:nvPr/>
          </p:nvSpPr>
          <p:spPr>
            <a:xfrm>
              <a:off x="3273942" y="243710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1BDBE8E-F313-4553-842E-EEF59AD5060B}"/>
                </a:ext>
              </a:extLst>
            </p:cNvPr>
            <p:cNvSpPr/>
            <p:nvPr/>
          </p:nvSpPr>
          <p:spPr>
            <a:xfrm>
              <a:off x="3781649" y="248586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D38BD87-8874-4797-BD28-93E04BDC67B3}"/>
                </a:ext>
              </a:extLst>
            </p:cNvPr>
            <p:cNvSpPr/>
            <p:nvPr/>
          </p:nvSpPr>
          <p:spPr>
            <a:xfrm>
              <a:off x="3607984" y="240207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A701FA07-B291-4B3D-AB45-D0019458E539}"/>
                </a:ext>
              </a:extLst>
            </p:cNvPr>
            <p:cNvSpPr/>
            <p:nvPr/>
          </p:nvSpPr>
          <p:spPr>
            <a:xfrm>
              <a:off x="3106921" y="2399717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7367CEC1-ECFA-44A3-B969-3F6BCAA14F93}"/>
                </a:ext>
              </a:extLst>
            </p:cNvPr>
            <p:cNvSpPr/>
            <p:nvPr/>
          </p:nvSpPr>
          <p:spPr>
            <a:xfrm>
              <a:off x="3444064" y="236220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BAF4E6A-1426-4FCC-BCFD-76231F39BC84}"/>
                </a:ext>
              </a:extLst>
            </p:cNvPr>
            <p:cNvSpPr/>
            <p:nvPr/>
          </p:nvSpPr>
          <p:spPr>
            <a:xfrm>
              <a:off x="3270399" y="22784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7AE2688-8F34-4E14-A130-A26231D70B7C}"/>
                </a:ext>
              </a:extLst>
            </p:cNvPr>
            <p:cNvSpPr/>
            <p:nvPr/>
          </p:nvSpPr>
          <p:spPr>
            <a:xfrm>
              <a:off x="3051546" y="317027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4A26C64-4B16-4555-9EFE-110F36B71FB7}"/>
                </a:ext>
              </a:extLst>
            </p:cNvPr>
            <p:cNvSpPr/>
            <p:nvPr/>
          </p:nvSpPr>
          <p:spPr>
            <a:xfrm>
              <a:off x="2990406" y="29770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CEDE695-2717-4413-92DB-FBA0F55F8725}"/>
                </a:ext>
              </a:extLst>
            </p:cNvPr>
            <p:cNvSpPr/>
            <p:nvPr/>
          </p:nvSpPr>
          <p:spPr>
            <a:xfrm>
              <a:off x="2982866" y="252928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5A85B38E-042C-4587-BDF8-5805C9B89D4A}"/>
                </a:ext>
              </a:extLst>
            </p:cNvPr>
            <p:cNvSpPr/>
            <p:nvPr/>
          </p:nvSpPr>
          <p:spPr>
            <a:xfrm>
              <a:off x="3376725" y="34905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632EFCC7-76D0-4C56-B6B2-C3C2A76B3B37}"/>
                </a:ext>
              </a:extLst>
            </p:cNvPr>
            <p:cNvSpPr/>
            <p:nvPr/>
          </p:nvSpPr>
          <p:spPr>
            <a:xfrm>
              <a:off x="3585837" y="353435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5FB87C3-83AA-4F41-A47D-753A305FA525}"/>
                </a:ext>
              </a:extLst>
            </p:cNvPr>
            <p:cNvSpPr/>
            <p:nvPr/>
          </p:nvSpPr>
          <p:spPr>
            <a:xfrm>
              <a:off x="3244703" y="332226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37306924-1CC1-4645-A218-711A7CDD4C07}"/>
                </a:ext>
              </a:extLst>
            </p:cNvPr>
            <p:cNvSpPr/>
            <p:nvPr/>
          </p:nvSpPr>
          <p:spPr>
            <a:xfrm>
              <a:off x="3093190" y="336582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E7EE13E-179E-4D39-A828-AD13266AF36B}"/>
                </a:ext>
              </a:extLst>
            </p:cNvPr>
            <p:cNvSpPr/>
            <p:nvPr/>
          </p:nvSpPr>
          <p:spPr>
            <a:xfrm>
              <a:off x="3711651" y="22590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9BE5353-BEE9-43EE-ACBF-75A33556C1E2}"/>
                </a:ext>
              </a:extLst>
            </p:cNvPr>
            <p:cNvSpPr/>
            <p:nvPr/>
          </p:nvSpPr>
          <p:spPr>
            <a:xfrm>
              <a:off x="3823293" y="348689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AECEEC50-A139-4B1F-A8E4-70C961C8D3D1}"/>
                </a:ext>
              </a:extLst>
            </p:cNvPr>
            <p:cNvSpPr/>
            <p:nvPr/>
          </p:nvSpPr>
          <p:spPr>
            <a:xfrm>
              <a:off x="4257896" y="328925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EBD50FE-1D54-4859-9A58-26F6CF71B43D}"/>
                </a:ext>
              </a:extLst>
            </p:cNvPr>
            <p:cNvSpPr/>
            <p:nvPr/>
          </p:nvSpPr>
          <p:spPr>
            <a:xfrm>
              <a:off x="3528240" y="22045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5902913-7345-4EF7-8CF2-90529F780721}"/>
                </a:ext>
              </a:extLst>
            </p:cNvPr>
            <p:cNvSpPr/>
            <p:nvPr/>
          </p:nvSpPr>
          <p:spPr>
            <a:xfrm>
              <a:off x="3810004" y="36733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BC5AC76-62C8-4512-B754-E4491E59FFC6}"/>
                </a:ext>
              </a:extLst>
            </p:cNvPr>
            <p:cNvSpPr/>
            <p:nvPr/>
          </p:nvSpPr>
          <p:spPr>
            <a:xfrm>
              <a:off x="4132964" y="24421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C6207B9-5AF6-47C4-909C-3CD43609638F}"/>
                </a:ext>
              </a:extLst>
            </p:cNvPr>
            <p:cNvSpPr/>
            <p:nvPr/>
          </p:nvSpPr>
          <p:spPr>
            <a:xfrm>
              <a:off x="4369098" y="282716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D8FB5544-1BA3-49EB-BC43-BF9B87761A9B}"/>
                </a:ext>
              </a:extLst>
            </p:cNvPr>
            <p:cNvSpPr/>
            <p:nvPr/>
          </p:nvSpPr>
          <p:spPr>
            <a:xfrm>
              <a:off x="4037717" y="330188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939C63B-3024-4AFC-A52F-29A145CD1DA5}"/>
                </a:ext>
              </a:extLst>
            </p:cNvPr>
            <p:cNvSpPr/>
            <p:nvPr/>
          </p:nvSpPr>
          <p:spPr>
            <a:xfrm>
              <a:off x="4056325" y="355794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C019213C-7059-4AC3-87AA-79AEE5A6D479}"/>
                </a:ext>
              </a:extLst>
            </p:cNvPr>
            <p:cNvSpPr/>
            <p:nvPr/>
          </p:nvSpPr>
          <p:spPr>
            <a:xfrm>
              <a:off x="3823293" y="233686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331F661-9AE9-4A55-AD47-18D5F33C5A06}"/>
                </a:ext>
              </a:extLst>
            </p:cNvPr>
            <p:cNvSpPr/>
            <p:nvPr/>
          </p:nvSpPr>
          <p:spPr>
            <a:xfrm>
              <a:off x="4094866" y="286704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94AD7E7-D4D0-4916-9809-ED66F79585CB}"/>
                </a:ext>
              </a:extLst>
            </p:cNvPr>
            <p:cNvSpPr/>
            <p:nvPr/>
          </p:nvSpPr>
          <p:spPr>
            <a:xfrm>
              <a:off x="4174608" y="314609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1ABA7CB4-431C-464D-9D8A-B0CED2B62D27}"/>
                </a:ext>
              </a:extLst>
            </p:cNvPr>
            <p:cNvSpPr/>
            <p:nvPr/>
          </p:nvSpPr>
          <p:spPr>
            <a:xfrm>
              <a:off x="4257896" y="299040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9686BE14-9182-496B-B296-A2A8CF7D20C5}"/>
                </a:ext>
              </a:extLst>
            </p:cNvPr>
            <p:cNvSpPr/>
            <p:nvPr/>
          </p:nvSpPr>
          <p:spPr>
            <a:xfrm>
              <a:off x="4174608" y="2688266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FE60F1F-09FC-4DF6-8849-BBF6F65FAC5F}"/>
                </a:ext>
              </a:extLst>
            </p:cNvPr>
            <p:cNvSpPr/>
            <p:nvPr/>
          </p:nvSpPr>
          <p:spPr>
            <a:xfrm>
              <a:off x="3958858" y="26691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5478685-D18F-4CF7-B73F-2F79E4412FBD}"/>
              </a:ext>
            </a:extLst>
          </p:cNvPr>
          <p:cNvCxnSpPr/>
          <p:nvPr/>
        </p:nvCxnSpPr>
        <p:spPr>
          <a:xfrm flipH="1">
            <a:off x="3284807" y="1733107"/>
            <a:ext cx="501508" cy="145134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107CDCA-B5AD-4742-95AE-2B648F322A71}"/>
              </a:ext>
            </a:extLst>
          </p:cNvPr>
          <p:cNvSpPr/>
          <p:nvPr/>
        </p:nvSpPr>
        <p:spPr>
          <a:xfrm rot="1140000">
            <a:off x="3533906" y="1928366"/>
            <a:ext cx="614382" cy="1263405"/>
          </a:xfrm>
          <a:prstGeom prst="rect">
            <a:avLst/>
          </a:prstGeom>
          <a:solidFill>
            <a:srgbClr val="00B0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3A9736B-548B-420C-B23A-287888A3E5EA}"/>
              </a:ext>
            </a:extLst>
          </p:cNvPr>
          <p:cNvSpPr/>
          <p:nvPr/>
        </p:nvSpPr>
        <p:spPr>
          <a:xfrm rot="1140000">
            <a:off x="2919544" y="1726571"/>
            <a:ext cx="614382" cy="1255888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47B9BFC-4792-4FE6-93EE-C122D1F2C087}"/>
              </a:ext>
            </a:extLst>
          </p:cNvPr>
          <p:cNvCxnSpPr/>
          <p:nvPr/>
        </p:nvCxnSpPr>
        <p:spPr>
          <a:xfrm>
            <a:off x="3019901" y="3257368"/>
            <a:ext cx="841707" cy="132280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11253E0-39AB-4A15-A8F8-3BA9756FB829}"/>
              </a:ext>
            </a:extLst>
          </p:cNvPr>
          <p:cNvSpPr/>
          <p:nvPr/>
        </p:nvSpPr>
        <p:spPr>
          <a:xfrm rot="8882245">
            <a:off x="3401752" y="3108838"/>
            <a:ext cx="590168" cy="1338664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DFBD595-E17F-4AD6-AF0E-676B6608A67C}"/>
              </a:ext>
            </a:extLst>
          </p:cNvPr>
          <p:cNvSpPr/>
          <p:nvPr/>
        </p:nvSpPr>
        <p:spPr>
          <a:xfrm rot="8877601">
            <a:off x="2994772" y="3349920"/>
            <a:ext cx="460391" cy="1338664"/>
          </a:xfrm>
          <a:prstGeom prst="rect">
            <a:avLst/>
          </a:prstGeom>
          <a:solidFill>
            <a:srgbClr val="00B0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1696FFA-AD70-43B4-8E31-6AF2F182FD84}"/>
              </a:ext>
            </a:extLst>
          </p:cNvPr>
          <p:cNvCxnSpPr/>
          <p:nvPr/>
        </p:nvCxnSpPr>
        <p:spPr>
          <a:xfrm flipV="1">
            <a:off x="2544213" y="5116316"/>
            <a:ext cx="1777835" cy="44590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A420F49-9780-4F66-9E79-5EADAD9D08CD}"/>
              </a:ext>
            </a:extLst>
          </p:cNvPr>
          <p:cNvSpPr/>
          <p:nvPr/>
        </p:nvSpPr>
        <p:spPr>
          <a:xfrm rot="15358542">
            <a:off x="3308205" y="4894437"/>
            <a:ext cx="491279" cy="1338664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ED5F608-307B-4B7C-BBAC-0AC80B89688F}"/>
              </a:ext>
            </a:extLst>
          </p:cNvPr>
          <p:cNvSpPr/>
          <p:nvPr/>
        </p:nvSpPr>
        <p:spPr>
          <a:xfrm rot="15358542">
            <a:off x="3158429" y="4399547"/>
            <a:ext cx="491279" cy="1338664"/>
          </a:xfrm>
          <a:prstGeom prst="rect">
            <a:avLst/>
          </a:prstGeom>
          <a:solidFill>
            <a:srgbClr val="00B0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77AEAB8-46DA-4292-AADE-1E82994BB76B}"/>
              </a:ext>
            </a:extLst>
          </p:cNvPr>
          <p:cNvGrpSpPr>
            <a:grpSpLocks noChangeAspect="1"/>
          </p:cNvGrpSpPr>
          <p:nvPr/>
        </p:nvGrpSpPr>
        <p:grpSpPr>
          <a:xfrm>
            <a:off x="6023504" y="3173364"/>
            <a:ext cx="1609219" cy="1224477"/>
            <a:chOff x="2222205" y="2204523"/>
            <a:chExt cx="2594344" cy="1974072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F57347-4B11-4045-984C-505925C82F83}"/>
                </a:ext>
              </a:extLst>
            </p:cNvPr>
            <p:cNvCxnSpPr/>
            <p:nvPr/>
          </p:nvCxnSpPr>
          <p:spPr>
            <a:xfrm>
              <a:off x="2488019" y="2317898"/>
              <a:ext cx="0" cy="186069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129DF36-0C29-429F-BEB8-78A019B37609}"/>
                </a:ext>
              </a:extLst>
            </p:cNvPr>
            <p:cNvCxnSpPr/>
            <p:nvPr/>
          </p:nvCxnSpPr>
          <p:spPr>
            <a:xfrm>
              <a:off x="2222205" y="3955312"/>
              <a:ext cx="25943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5F83BC45-0796-4392-BA49-695C50036D16}"/>
                </a:ext>
              </a:extLst>
            </p:cNvPr>
            <p:cNvSpPr/>
            <p:nvPr/>
          </p:nvSpPr>
          <p:spPr>
            <a:xfrm>
              <a:off x="3327991" y="299040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DC11ECF1-D9BA-4A02-9647-60B2684CC9D4}"/>
                </a:ext>
              </a:extLst>
            </p:cNvPr>
            <p:cNvSpPr/>
            <p:nvPr/>
          </p:nvSpPr>
          <p:spPr>
            <a:xfrm>
              <a:off x="3369635" y="280788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55299E-A7E8-43A2-A739-DEDA780C5121}"/>
                </a:ext>
              </a:extLst>
            </p:cNvPr>
            <p:cNvSpPr/>
            <p:nvPr/>
          </p:nvSpPr>
          <p:spPr>
            <a:xfrm>
              <a:off x="3527352" y="2768010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908AAE28-0907-4E57-B92A-A12465532F88}"/>
                </a:ext>
              </a:extLst>
            </p:cNvPr>
            <p:cNvSpPr/>
            <p:nvPr/>
          </p:nvSpPr>
          <p:spPr>
            <a:xfrm>
              <a:off x="3485708" y="2937216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4C657CCB-635C-49EB-8DFF-74FEF58E86D0}"/>
                </a:ext>
              </a:extLst>
            </p:cNvPr>
            <p:cNvSpPr/>
            <p:nvPr/>
          </p:nvSpPr>
          <p:spPr>
            <a:xfrm>
              <a:off x="3656716" y="2897344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5CCBEF68-0ED1-41B2-B9E1-65FD6E9FC0FD}"/>
                </a:ext>
              </a:extLst>
            </p:cNvPr>
            <p:cNvSpPr/>
            <p:nvPr/>
          </p:nvSpPr>
          <p:spPr>
            <a:xfrm>
              <a:off x="3470645" y="31396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AF57D21-FA75-4BDD-92DC-EDFC4B8D43D1}"/>
                </a:ext>
              </a:extLst>
            </p:cNvPr>
            <p:cNvSpPr/>
            <p:nvPr/>
          </p:nvSpPr>
          <p:spPr>
            <a:xfrm>
              <a:off x="3623045" y="329204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0CB4E45-C540-4FEF-BD6C-B61F36189422}"/>
                </a:ext>
              </a:extLst>
            </p:cNvPr>
            <p:cNvSpPr/>
            <p:nvPr/>
          </p:nvSpPr>
          <p:spPr>
            <a:xfrm>
              <a:off x="3823293" y="3008188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FD89853B-8C33-4E75-A0EA-63B73972AF66}"/>
                </a:ext>
              </a:extLst>
            </p:cNvPr>
            <p:cNvSpPr/>
            <p:nvPr/>
          </p:nvSpPr>
          <p:spPr>
            <a:xfrm rot="233279">
              <a:off x="3646969" y="3072789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8016BC3-9F1D-438B-8865-E467A97B505E}"/>
                </a:ext>
              </a:extLst>
            </p:cNvPr>
            <p:cNvSpPr/>
            <p:nvPr/>
          </p:nvSpPr>
          <p:spPr>
            <a:xfrm>
              <a:off x="3781649" y="2807942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FA6ED5DA-7ECC-4C0D-A71F-898A4AFE5B20}"/>
                </a:ext>
              </a:extLst>
            </p:cNvPr>
            <p:cNvSpPr/>
            <p:nvPr/>
          </p:nvSpPr>
          <p:spPr>
            <a:xfrm>
              <a:off x="3781649" y="3180791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CFE8B5A-5A90-4707-A4EE-517F8AA000AE}"/>
                </a:ext>
              </a:extLst>
            </p:cNvPr>
            <p:cNvSpPr/>
            <p:nvPr/>
          </p:nvSpPr>
          <p:spPr>
            <a:xfrm>
              <a:off x="3670007" y="2678085"/>
              <a:ext cx="83288" cy="7974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E9EC80E1-F0DC-478B-9653-DA2EE2CEE7AA}"/>
                </a:ext>
              </a:extLst>
            </p:cNvPr>
            <p:cNvSpPr/>
            <p:nvPr/>
          </p:nvSpPr>
          <p:spPr>
            <a:xfrm>
              <a:off x="2866361" y="27680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B02017D1-A845-4E0C-AA86-1F1BD1271101}"/>
                </a:ext>
              </a:extLst>
            </p:cNvPr>
            <p:cNvSpPr/>
            <p:nvPr/>
          </p:nvSpPr>
          <p:spPr>
            <a:xfrm>
              <a:off x="3116229" y="267808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C68E2389-E69B-47DD-AC73-CCC2D08EAF6B}"/>
                </a:ext>
              </a:extLst>
            </p:cNvPr>
            <p:cNvSpPr/>
            <p:nvPr/>
          </p:nvSpPr>
          <p:spPr>
            <a:xfrm>
              <a:off x="3273942" y="243710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FBDEE96-C627-46B2-B3FF-CB5ED330BA6E}"/>
                </a:ext>
              </a:extLst>
            </p:cNvPr>
            <p:cNvSpPr/>
            <p:nvPr/>
          </p:nvSpPr>
          <p:spPr>
            <a:xfrm>
              <a:off x="3781649" y="248586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F8C07DF9-FA82-46B3-BFBC-58940E798BF1}"/>
                </a:ext>
              </a:extLst>
            </p:cNvPr>
            <p:cNvSpPr/>
            <p:nvPr/>
          </p:nvSpPr>
          <p:spPr>
            <a:xfrm>
              <a:off x="3607984" y="240207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0A240FEC-53EC-40B8-9DF4-2AAC9EE6FC65}"/>
                </a:ext>
              </a:extLst>
            </p:cNvPr>
            <p:cNvSpPr/>
            <p:nvPr/>
          </p:nvSpPr>
          <p:spPr>
            <a:xfrm>
              <a:off x="3106921" y="2399717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CAF04825-2D5C-4F47-8158-89DFDA68C64A}"/>
                </a:ext>
              </a:extLst>
            </p:cNvPr>
            <p:cNvSpPr/>
            <p:nvPr/>
          </p:nvSpPr>
          <p:spPr>
            <a:xfrm>
              <a:off x="3444064" y="236220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7950B3C4-BA0D-4B37-8D1F-5FB4DA06C282}"/>
                </a:ext>
              </a:extLst>
            </p:cNvPr>
            <p:cNvSpPr/>
            <p:nvPr/>
          </p:nvSpPr>
          <p:spPr>
            <a:xfrm>
              <a:off x="3270399" y="227841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04865731-A882-40F9-9D5E-9543B577D077}"/>
                </a:ext>
              </a:extLst>
            </p:cNvPr>
            <p:cNvSpPr/>
            <p:nvPr/>
          </p:nvSpPr>
          <p:spPr>
            <a:xfrm>
              <a:off x="3051546" y="3170275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AD013957-4F21-4FC6-9C38-01A474D2C58E}"/>
                </a:ext>
              </a:extLst>
            </p:cNvPr>
            <p:cNvSpPr/>
            <p:nvPr/>
          </p:nvSpPr>
          <p:spPr>
            <a:xfrm>
              <a:off x="2990406" y="29770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E6C59DDD-C870-4198-B96B-3BEC85C01AB6}"/>
                </a:ext>
              </a:extLst>
            </p:cNvPr>
            <p:cNvSpPr/>
            <p:nvPr/>
          </p:nvSpPr>
          <p:spPr>
            <a:xfrm>
              <a:off x="2982866" y="252928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E68BDB61-5D11-4C0B-8497-DFB82F77578A}"/>
                </a:ext>
              </a:extLst>
            </p:cNvPr>
            <p:cNvSpPr/>
            <p:nvPr/>
          </p:nvSpPr>
          <p:spPr>
            <a:xfrm>
              <a:off x="3376725" y="34905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30B73866-B68D-4D69-BCBE-97827FD1BB87}"/>
                </a:ext>
              </a:extLst>
            </p:cNvPr>
            <p:cNvSpPr/>
            <p:nvPr/>
          </p:nvSpPr>
          <p:spPr>
            <a:xfrm>
              <a:off x="3585837" y="353435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B33E1F3C-979A-4C8F-8B88-BFBE162D7EC8}"/>
                </a:ext>
              </a:extLst>
            </p:cNvPr>
            <p:cNvSpPr/>
            <p:nvPr/>
          </p:nvSpPr>
          <p:spPr>
            <a:xfrm>
              <a:off x="3244703" y="332226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0A07D508-7827-40FE-B27E-96E61E366443}"/>
                </a:ext>
              </a:extLst>
            </p:cNvPr>
            <p:cNvSpPr/>
            <p:nvPr/>
          </p:nvSpPr>
          <p:spPr>
            <a:xfrm>
              <a:off x="3093190" y="336582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0FC18B49-C82F-476F-99CF-FCE91E5930E1}"/>
                </a:ext>
              </a:extLst>
            </p:cNvPr>
            <p:cNvSpPr/>
            <p:nvPr/>
          </p:nvSpPr>
          <p:spPr>
            <a:xfrm>
              <a:off x="3711651" y="2259022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200D2226-1FC7-42FE-B2AE-E78F5B19685A}"/>
                </a:ext>
              </a:extLst>
            </p:cNvPr>
            <p:cNvSpPr/>
            <p:nvPr/>
          </p:nvSpPr>
          <p:spPr>
            <a:xfrm>
              <a:off x="3823293" y="348689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10064AB-C38E-4501-99A4-6A93EE37B908}"/>
                </a:ext>
              </a:extLst>
            </p:cNvPr>
            <p:cNvSpPr/>
            <p:nvPr/>
          </p:nvSpPr>
          <p:spPr>
            <a:xfrm>
              <a:off x="4257896" y="328925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E4935317-9B44-4669-8F87-3F9033AC97F6}"/>
                </a:ext>
              </a:extLst>
            </p:cNvPr>
            <p:cNvSpPr/>
            <p:nvPr/>
          </p:nvSpPr>
          <p:spPr>
            <a:xfrm>
              <a:off x="3528240" y="22045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AB075A7B-36F8-4F4B-9423-65A86B3C2BE5}"/>
                </a:ext>
              </a:extLst>
            </p:cNvPr>
            <p:cNvSpPr/>
            <p:nvPr/>
          </p:nvSpPr>
          <p:spPr>
            <a:xfrm>
              <a:off x="3810004" y="36733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86559C13-E04A-4656-8FD2-0E7187C2F973}"/>
                </a:ext>
              </a:extLst>
            </p:cNvPr>
            <p:cNvSpPr/>
            <p:nvPr/>
          </p:nvSpPr>
          <p:spPr>
            <a:xfrm>
              <a:off x="4132964" y="244212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266727DC-78EC-40CA-A625-F038D41123E3}"/>
                </a:ext>
              </a:extLst>
            </p:cNvPr>
            <p:cNvSpPr/>
            <p:nvPr/>
          </p:nvSpPr>
          <p:spPr>
            <a:xfrm>
              <a:off x="4369098" y="2827169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661316E-44E9-4FD9-801F-8F47BA71DEF8}"/>
                </a:ext>
              </a:extLst>
            </p:cNvPr>
            <p:cNvSpPr/>
            <p:nvPr/>
          </p:nvSpPr>
          <p:spPr>
            <a:xfrm>
              <a:off x="4037717" y="3301883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795C2FB2-7E48-4A97-BAF0-AFCFC31924D0}"/>
                </a:ext>
              </a:extLst>
            </p:cNvPr>
            <p:cNvSpPr/>
            <p:nvPr/>
          </p:nvSpPr>
          <p:spPr>
            <a:xfrm>
              <a:off x="4056325" y="3557944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00E7E0EB-DCDD-4740-9A96-4981CB415223}"/>
                </a:ext>
              </a:extLst>
            </p:cNvPr>
            <p:cNvSpPr/>
            <p:nvPr/>
          </p:nvSpPr>
          <p:spPr>
            <a:xfrm>
              <a:off x="3823293" y="233686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EFFCC572-6B7C-4697-9676-EB986A5E7245}"/>
                </a:ext>
              </a:extLst>
            </p:cNvPr>
            <p:cNvSpPr/>
            <p:nvPr/>
          </p:nvSpPr>
          <p:spPr>
            <a:xfrm>
              <a:off x="4094866" y="2867041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35AF7C11-02B0-405C-BAC8-4E42F53B65D3}"/>
                </a:ext>
              </a:extLst>
            </p:cNvPr>
            <p:cNvSpPr/>
            <p:nvPr/>
          </p:nvSpPr>
          <p:spPr>
            <a:xfrm>
              <a:off x="4174608" y="3146090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60771305-8D4A-4B6A-ACC0-ECFAF36A5487}"/>
                </a:ext>
              </a:extLst>
            </p:cNvPr>
            <p:cNvSpPr/>
            <p:nvPr/>
          </p:nvSpPr>
          <p:spPr>
            <a:xfrm>
              <a:off x="4257896" y="299040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0BC581CA-C07F-45FD-B458-B48045B9328C}"/>
                </a:ext>
              </a:extLst>
            </p:cNvPr>
            <p:cNvSpPr/>
            <p:nvPr/>
          </p:nvSpPr>
          <p:spPr>
            <a:xfrm>
              <a:off x="4174608" y="2688266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78E0B646-A3DF-4E4C-92B8-6139B2BC206F}"/>
                </a:ext>
              </a:extLst>
            </p:cNvPr>
            <p:cNvSpPr/>
            <p:nvPr/>
          </p:nvSpPr>
          <p:spPr>
            <a:xfrm>
              <a:off x="3958858" y="2669188"/>
              <a:ext cx="83288" cy="797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Oval 209">
            <a:extLst>
              <a:ext uri="{FF2B5EF4-FFF2-40B4-BE49-F238E27FC236}">
                <a16:creationId xmlns:a16="http://schemas.microsoft.com/office/drawing/2014/main" id="{3DD0F63E-7B39-4EF3-81AC-466FD8673885}"/>
              </a:ext>
            </a:extLst>
          </p:cNvPr>
          <p:cNvSpPr/>
          <p:nvPr/>
        </p:nvSpPr>
        <p:spPr>
          <a:xfrm>
            <a:off x="6676140" y="3442855"/>
            <a:ext cx="447531" cy="435911"/>
          </a:xfrm>
          <a:prstGeom prst="ellipse">
            <a:avLst/>
          </a:prstGeom>
          <a:solidFill>
            <a:srgbClr val="00B0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BFA80B37-053B-4420-9C83-0B3C9C5FD3F5}"/>
              </a:ext>
            </a:extLst>
          </p:cNvPr>
          <p:cNvSpPr txBox="1"/>
          <p:nvPr/>
        </p:nvSpPr>
        <p:spPr>
          <a:xfrm>
            <a:off x="372140" y="2565533"/>
            <a:ext cx="82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26954C1-59BE-4DA2-8EA9-7E15982075FB}"/>
              </a:ext>
            </a:extLst>
          </p:cNvPr>
          <p:cNvSpPr txBox="1"/>
          <p:nvPr/>
        </p:nvSpPr>
        <p:spPr>
          <a:xfrm>
            <a:off x="568765" y="382413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IQ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7681E84-5ABE-4FDC-B02F-0BF2C83200B2}"/>
              </a:ext>
            </a:extLst>
          </p:cNvPr>
          <p:cNvCxnSpPr>
            <a:stCxn id="211" idx="3"/>
          </p:cNvCxnSpPr>
          <p:nvPr/>
        </p:nvCxnSpPr>
        <p:spPr>
          <a:xfrm flipV="1">
            <a:off x="1193712" y="2346189"/>
            <a:ext cx="1197907" cy="404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2AB3C94C-4645-4795-81B9-89F8E783A61C}"/>
              </a:ext>
            </a:extLst>
          </p:cNvPr>
          <p:cNvCxnSpPr>
            <a:stCxn id="211" idx="3"/>
          </p:cNvCxnSpPr>
          <p:nvPr/>
        </p:nvCxnSpPr>
        <p:spPr>
          <a:xfrm>
            <a:off x="1193712" y="2750199"/>
            <a:ext cx="1197008" cy="942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A2D32A68-A89B-4961-B758-4C04477FC8A8}"/>
              </a:ext>
            </a:extLst>
          </p:cNvPr>
          <p:cNvCxnSpPr>
            <a:stCxn id="211" idx="3"/>
          </p:cNvCxnSpPr>
          <p:nvPr/>
        </p:nvCxnSpPr>
        <p:spPr>
          <a:xfrm>
            <a:off x="1193712" y="2750199"/>
            <a:ext cx="1272746" cy="2555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186BE3C1-5A8B-4B37-986F-217CF586DC01}"/>
              </a:ext>
            </a:extLst>
          </p:cNvPr>
          <p:cNvCxnSpPr>
            <a:stCxn id="212" idx="3"/>
          </p:cNvCxnSpPr>
          <p:nvPr/>
        </p:nvCxnSpPr>
        <p:spPr>
          <a:xfrm flipV="1">
            <a:off x="997087" y="2370921"/>
            <a:ext cx="1376824" cy="1637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E06795F5-10EC-49E6-9DD6-DAE39E55BA5E}"/>
              </a:ext>
            </a:extLst>
          </p:cNvPr>
          <p:cNvCxnSpPr>
            <a:stCxn id="212" idx="3"/>
          </p:cNvCxnSpPr>
          <p:nvPr/>
        </p:nvCxnSpPr>
        <p:spPr>
          <a:xfrm flipV="1">
            <a:off x="997087" y="3677302"/>
            <a:ext cx="1373907" cy="331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CB99BC78-AD14-404B-8396-2DEA9E90716F}"/>
              </a:ext>
            </a:extLst>
          </p:cNvPr>
          <p:cNvCxnSpPr>
            <a:stCxn id="212" idx="3"/>
          </p:cNvCxnSpPr>
          <p:nvPr/>
        </p:nvCxnSpPr>
        <p:spPr>
          <a:xfrm>
            <a:off x="997087" y="4008804"/>
            <a:ext cx="1415572" cy="1296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23129D91-CD4F-4604-9DE5-B5450B9E0218}"/>
              </a:ext>
            </a:extLst>
          </p:cNvPr>
          <p:cNvCxnSpPr/>
          <p:nvPr/>
        </p:nvCxnSpPr>
        <p:spPr>
          <a:xfrm>
            <a:off x="4338312" y="2472175"/>
            <a:ext cx="1524421" cy="1082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81C76C00-2A59-4C54-83AE-CE4E84BB306A}"/>
              </a:ext>
            </a:extLst>
          </p:cNvPr>
          <p:cNvCxnSpPr/>
          <p:nvPr/>
        </p:nvCxnSpPr>
        <p:spPr>
          <a:xfrm flipV="1">
            <a:off x="4582937" y="3820764"/>
            <a:ext cx="1223701" cy="33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A64D6D6-CF60-4EC5-B236-EC5842B33524}"/>
              </a:ext>
            </a:extLst>
          </p:cNvPr>
          <p:cNvCxnSpPr/>
          <p:nvPr/>
        </p:nvCxnSpPr>
        <p:spPr>
          <a:xfrm flipV="1">
            <a:off x="4517782" y="4018255"/>
            <a:ext cx="1300156" cy="1211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EB19564A-4D50-4CCB-96AC-506CF7A3CF77}"/>
              </a:ext>
            </a:extLst>
          </p:cNvPr>
          <p:cNvSpPr txBox="1"/>
          <p:nvPr/>
        </p:nvSpPr>
        <p:spPr>
          <a:xfrm>
            <a:off x="397645" y="5661380"/>
            <a:ext cx="77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263422D-1624-4485-8A36-7E137B984422}"/>
              </a:ext>
            </a:extLst>
          </p:cNvPr>
          <p:cNvSpPr txBox="1"/>
          <p:nvPr/>
        </p:nvSpPr>
        <p:spPr>
          <a:xfrm>
            <a:off x="6409118" y="5717337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2FF5D52-609B-42EB-98D3-A3B09BDAC3BB}"/>
              </a:ext>
            </a:extLst>
          </p:cNvPr>
          <p:cNvSpPr txBox="1"/>
          <p:nvPr/>
        </p:nvSpPr>
        <p:spPr>
          <a:xfrm>
            <a:off x="2599367" y="5964289"/>
            <a:ext cx="1960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B51043C-3084-438D-8A3D-118754E693E7}"/>
              </a:ext>
            </a:extLst>
          </p:cNvPr>
          <p:cNvSpPr txBox="1"/>
          <p:nvPr/>
        </p:nvSpPr>
        <p:spPr>
          <a:xfrm>
            <a:off x="7286202" y="1388096"/>
            <a:ext cx="3473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Additional and more complex non-linearity can be captured</a:t>
            </a:r>
          </a:p>
        </p:txBody>
      </p:sp>
    </p:spTree>
    <p:extLst>
      <p:ext uri="{BB962C8B-B14F-4D97-AF65-F5344CB8AC3E}">
        <p14:creationId xmlns:p14="http://schemas.microsoft.com/office/powerpoint/2010/main" val="262986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AE56-7115-A6C1-6AED-7295E3EF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Formation</a:t>
            </a:r>
            <a:r>
              <a:rPr lang="en-US" dirty="0"/>
              <a:t> with more flexibility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94847-7B16-433C-B80A-8C7670134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Adding nodes in input layer (with extra features)</a:t>
            </a:r>
            <a:endParaRPr lang="x-none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602BF-5F78-EF23-EA11-83E3FC1E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A13DF-592E-AC6C-2391-5C7D2132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36B8-F46A-D986-FC82-337D5508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14</a:t>
            </a:fld>
            <a:endParaRPr lang="x-none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4B1AE3-8DE0-441E-B100-B2F30456805A}"/>
              </a:ext>
            </a:extLst>
          </p:cNvPr>
          <p:cNvGrpSpPr>
            <a:grpSpLocks noChangeAspect="1"/>
          </p:cNvGrpSpPr>
          <p:nvPr/>
        </p:nvGrpSpPr>
        <p:grpSpPr>
          <a:xfrm>
            <a:off x="3183564" y="1964282"/>
            <a:ext cx="2029047" cy="1547966"/>
            <a:chOff x="1552353" y="1770321"/>
            <a:chExt cx="3296094" cy="25146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516D324-9A18-4414-B4FB-F2536FF99FD1}"/>
                </a:ext>
              </a:extLst>
            </p:cNvPr>
            <p:cNvCxnSpPr/>
            <p:nvPr/>
          </p:nvCxnSpPr>
          <p:spPr>
            <a:xfrm>
              <a:off x="2371061" y="1770321"/>
              <a:ext cx="0" cy="165867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9362951-12BA-4ECE-ADBB-E04AA5D1A5CA}"/>
                </a:ext>
              </a:extLst>
            </p:cNvPr>
            <p:cNvCxnSpPr/>
            <p:nvPr/>
          </p:nvCxnSpPr>
          <p:spPr>
            <a:xfrm>
              <a:off x="2360428" y="3429000"/>
              <a:ext cx="248801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931D9F-9326-43A6-8071-A265DA8B5387}"/>
                </a:ext>
              </a:extLst>
            </p:cNvPr>
            <p:cNvCxnSpPr/>
            <p:nvPr/>
          </p:nvCxnSpPr>
          <p:spPr>
            <a:xfrm flipH="1">
              <a:off x="1552353" y="3429000"/>
              <a:ext cx="818708" cy="85592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530CB97-5BF6-4165-AC7A-5018783BAC7E}"/>
              </a:ext>
            </a:extLst>
          </p:cNvPr>
          <p:cNvSpPr/>
          <p:nvPr/>
        </p:nvSpPr>
        <p:spPr>
          <a:xfrm rot="758393">
            <a:off x="2881424" y="2237668"/>
            <a:ext cx="1913861" cy="776177"/>
          </a:xfrm>
          <a:prstGeom prst="rect">
            <a:avLst/>
          </a:prstGeom>
          <a:solidFill>
            <a:schemeClr val="accent1">
              <a:alpha val="40000"/>
            </a:schemeClr>
          </a:solidFill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1AE3E7-7DE1-4351-8816-013ED797504E}"/>
              </a:ext>
            </a:extLst>
          </p:cNvPr>
          <p:cNvGrpSpPr>
            <a:grpSpLocks noChangeAspect="1"/>
          </p:cNvGrpSpPr>
          <p:nvPr/>
        </p:nvGrpSpPr>
        <p:grpSpPr>
          <a:xfrm>
            <a:off x="3183564" y="4159445"/>
            <a:ext cx="2029047" cy="1547966"/>
            <a:chOff x="1552353" y="1770321"/>
            <a:chExt cx="3296094" cy="25146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80FC77-042B-403C-821D-05D73560881E}"/>
                </a:ext>
              </a:extLst>
            </p:cNvPr>
            <p:cNvCxnSpPr/>
            <p:nvPr/>
          </p:nvCxnSpPr>
          <p:spPr>
            <a:xfrm>
              <a:off x="2371061" y="1770321"/>
              <a:ext cx="0" cy="165867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A8E5B89-162A-49DE-B6FC-6AA2537016A1}"/>
                </a:ext>
              </a:extLst>
            </p:cNvPr>
            <p:cNvCxnSpPr/>
            <p:nvPr/>
          </p:nvCxnSpPr>
          <p:spPr>
            <a:xfrm>
              <a:off x="2360428" y="3429000"/>
              <a:ext cx="248801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5754837-7440-42C1-A792-D9FB4443B15D}"/>
                </a:ext>
              </a:extLst>
            </p:cNvPr>
            <p:cNvCxnSpPr/>
            <p:nvPr/>
          </p:nvCxnSpPr>
          <p:spPr>
            <a:xfrm flipH="1">
              <a:off x="1552353" y="3429000"/>
              <a:ext cx="818708" cy="85592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F8A9CFB-B2A6-42B2-97A2-12B7CDCD24FA}"/>
              </a:ext>
            </a:extLst>
          </p:cNvPr>
          <p:cNvSpPr/>
          <p:nvPr/>
        </p:nvSpPr>
        <p:spPr>
          <a:xfrm rot="758393">
            <a:off x="2881424" y="4432831"/>
            <a:ext cx="1913861" cy="776177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7C8F61-C787-4EE7-950A-F90C6D721D6E}"/>
              </a:ext>
            </a:extLst>
          </p:cNvPr>
          <p:cNvGrpSpPr>
            <a:grpSpLocks noChangeAspect="1"/>
          </p:cNvGrpSpPr>
          <p:nvPr/>
        </p:nvGrpSpPr>
        <p:grpSpPr>
          <a:xfrm>
            <a:off x="6838509" y="2919018"/>
            <a:ext cx="2029047" cy="1547966"/>
            <a:chOff x="1552353" y="1770321"/>
            <a:chExt cx="3296094" cy="2514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F1997CC-D288-4B65-948C-BBABF1E427B1}"/>
                </a:ext>
              </a:extLst>
            </p:cNvPr>
            <p:cNvCxnSpPr/>
            <p:nvPr/>
          </p:nvCxnSpPr>
          <p:spPr>
            <a:xfrm>
              <a:off x="2371061" y="1770321"/>
              <a:ext cx="0" cy="165867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764ED5-5C7D-428B-AD58-94CC4AA4AD6A}"/>
                </a:ext>
              </a:extLst>
            </p:cNvPr>
            <p:cNvCxnSpPr/>
            <p:nvPr/>
          </p:nvCxnSpPr>
          <p:spPr>
            <a:xfrm>
              <a:off x="2360428" y="3429000"/>
              <a:ext cx="248801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6B65D8B-CD2B-4584-BCBB-E62A1560D5CE}"/>
                </a:ext>
              </a:extLst>
            </p:cNvPr>
            <p:cNvCxnSpPr/>
            <p:nvPr/>
          </p:nvCxnSpPr>
          <p:spPr>
            <a:xfrm flipH="1">
              <a:off x="1552353" y="3429000"/>
              <a:ext cx="818708" cy="85592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6C2319A-B5B5-4BDE-BD0E-B8E92BA08CD8}"/>
              </a:ext>
            </a:extLst>
          </p:cNvPr>
          <p:cNvSpPr/>
          <p:nvPr/>
        </p:nvSpPr>
        <p:spPr>
          <a:xfrm>
            <a:off x="6938387" y="2956420"/>
            <a:ext cx="1535965" cy="1251217"/>
          </a:xfrm>
          <a:custGeom>
            <a:avLst/>
            <a:gdLst>
              <a:gd name="connsiteX0" fmla="*/ 35002 w 2129616"/>
              <a:gd name="connsiteY0" fmla="*/ 797442 h 1828903"/>
              <a:gd name="connsiteX1" fmla="*/ 35002 w 2129616"/>
              <a:gd name="connsiteY1" fmla="*/ 797442 h 1828903"/>
              <a:gd name="connsiteX2" fmla="*/ 3104 w 2129616"/>
              <a:gd name="connsiteY2" fmla="*/ 956930 h 1828903"/>
              <a:gd name="connsiteX3" fmla="*/ 35002 w 2129616"/>
              <a:gd name="connsiteY3" fmla="*/ 1318437 h 1828903"/>
              <a:gd name="connsiteX4" fmla="*/ 130695 w 2129616"/>
              <a:gd name="connsiteY4" fmla="*/ 1446028 h 1828903"/>
              <a:gd name="connsiteX5" fmla="*/ 237020 w 2129616"/>
              <a:gd name="connsiteY5" fmla="*/ 1584251 h 1828903"/>
              <a:gd name="connsiteX6" fmla="*/ 375244 w 2129616"/>
              <a:gd name="connsiteY6" fmla="*/ 1679944 h 1828903"/>
              <a:gd name="connsiteX7" fmla="*/ 513467 w 2129616"/>
              <a:gd name="connsiteY7" fmla="*/ 1765005 h 1828903"/>
              <a:gd name="connsiteX8" fmla="*/ 694220 w 2129616"/>
              <a:gd name="connsiteY8" fmla="*/ 1818168 h 1828903"/>
              <a:gd name="connsiteX9" fmla="*/ 906871 w 2129616"/>
              <a:gd name="connsiteY9" fmla="*/ 1828800 h 1828903"/>
              <a:gd name="connsiteX10" fmla="*/ 2129616 w 2129616"/>
              <a:gd name="connsiteY10" fmla="*/ 999461 h 1828903"/>
              <a:gd name="connsiteX11" fmla="*/ 2118983 w 2129616"/>
              <a:gd name="connsiteY11" fmla="*/ 988828 h 1828903"/>
              <a:gd name="connsiteX12" fmla="*/ 1778741 w 2129616"/>
              <a:gd name="connsiteY12" fmla="*/ 946298 h 1828903"/>
              <a:gd name="connsiteX13" fmla="*/ 1629885 w 2129616"/>
              <a:gd name="connsiteY13" fmla="*/ 818707 h 1828903"/>
              <a:gd name="connsiteX14" fmla="*/ 1597988 w 2129616"/>
              <a:gd name="connsiteY14" fmla="*/ 786809 h 1828903"/>
              <a:gd name="connsiteX15" fmla="*/ 1555458 w 2129616"/>
              <a:gd name="connsiteY15" fmla="*/ 733647 h 1828903"/>
              <a:gd name="connsiteX16" fmla="*/ 1491662 w 2129616"/>
              <a:gd name="connsiteY16" fmla="*/ 637954 h 1828903"/>
              <a:gd name="connsiteX17" fmla="*/ 1427867 w 2129616"/>
              <a:gd name="connsiteY17" fmla="*/ 510363 h 1828903"/>
              <a:gd name="connsiteX18" fmla="*/ 1417234 w 2129616"/>
              <a:gd name="connsiteY18" fmla="*/ 467833 h 1828903"/>
              <a:gd name="connsiteX19" fmla="*/ 1406602 w 2129616"/>
              <a:gd name="connsiteY19" fmla="*/ 435935 h 1828903"/>
              <a:gd name="connsiteX20" fmla="*/ 1385337 w 2129616"/>
              <a:gd name="connsiteY20" fmla="*/ 287079 h 1828903"/>
              <a:gd name="connsiteX21" fmla="*/ 1395969 w 2129616"/>
              <a:gd name="connsiteY21" fmla="*/ 0 h 1828903"/>
              <a:gd name="connsiteX22" fmla="*/ 35002 w 2129616"/>
              <a:gd name="connsiteY22" fmla="*/ 797442 h 1828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129616" h="1828903">
                <a:moveTo>
                  <a:pt x="35002" y="797442"/>
                </a:moveTo>
                <a:lnTo>
                  <a:pt x="35002" y="797442"/>
                </a:lnTo>
                <a:cubicBezTo>
                  <a:pt x="24369" y="850605"/>
                  <a:pt x="5683" y="902776"/>
                  <a:pt x="3104" y="956930"/>
                </a:cubicBezTo>
                <a:cubicBezTo>
                  <a:pt x="-778" y="1038460"/>
                  <a:pt x="-8401" y="1214267"/>
                  <a:pt x="35002" y="1318437"/>
                </a:cubicBezTo>
                <a:cubicBezTo>
                  <a:pt x="56622" y="1370325"/>
                  <a:pt x="96281" y="1402229"/>
                  <a:pt x="130695" y="1446028"/>
                </a:cubicBezTo>
                <a:cubicBezTo>
                  <a:pt x="173557" y="1500579"/>
                  <a:pt x="188300" y="1535531"/>
                  <a:pt x="237020" y="1584251"/>
                </a:cubicBezTo>
                <a:cubicBezTo>
                  <a:pt x="301829" y="1649060"/>
                  <a:pt x="298395" y="1630541"/>
                  <a:pt x="375244" y="1679944"/>
                </a:cubicBezTo>
                <a:cubicBezTo>
                  <a:pt x="444305" y="1724340"/>
                  <a:pt x="441674" y="1737085"/>
                  <a:pt x="513467" y="1765005"/>
                </a:cubicBezTo>
                <a:cubicBezTo>
                  <a:pt x="552145" y="1780046"/>
                  <a:pt x="639850" y="1812127"/>
                  <a:pt x="694220" y="1818168"/>
                </a:cubicBezTo>
                <a:cubicBezTo>
                  <a:pt x="807032" y="1830703"/>
                  <a:pt x="813156" y="1828800"/>
                  <a:pt x="906871" y="1828800"/>
                </a:cubicBezTo>
                <a:lnTo>
                  <a:pt x="2129616" y="999461"/>
                </a:lnTo>
                <a:lnTo>
                  <a:pt x="2118983" y="988828"/>
                </a:lnTo>
                <a:cubicBezTo>
                  <a:pt x="2060880" y="986302"/>
                  <a:pt x="1861167" y="1000054"/>
                  <a:pt x="1778741" y="946298"/>
                </a:cubicBezTo>
                <a:cubicBezTo>
                  <a:pt x="1724002" y="910599"/>
                  <a:pt x="1676095" y="864918"/>
                  <a:pt x="1629885" y="818707"/>
                </a:cubicBezTo>
                <a:cubicBezTo>
                  <a:pt x="1619253" y="808074"/>
                  <a:pt x="1607890" y="798125"/>
                  <a:pt x="1597988" y="786809"/>
                </a:cubicBezTo>
                <a:cubicBezTo>
                  <a:pt x="1583044" y="769730"/>
                  <a:pt x="1568648" y="752113"/>
                  <a:pt x="1555458" y="733647"/>
                </a:cubicBezTo>
                <a:cubicBezTo>
                  <a:pt x="1533175" y="702452"/>
                  <a:pt x="1508806" y="672243"/>
                  <a:pt x="1491662" y="637954"/>
                </a:cubicBezTo>
                <a:cubicBezTo>
                  <a:pt x="1470397" y="595424"/>
                  <a:pt x="1439400" y="556493"/>
                  <a:pt x="1427867" y="510363"/>
                </a:cubicBezTo>
                <a:cubicBezTo>
                  <a:pt x="1424323" y="496186"/>
                  <a:pt x="1421248" y="481884"/>
                  <a:pt x="1417234" y="467833"/>
                </a:cubicBezTo>
                <a:cubicBezTo>
                  <a:pt x="1414155" y="457056"/>
                  <a:pt x="1409033" y="446876"/>
                  <a:pt x="1406602" y="435935"/>
                </a:cubicBezTo>
                <a:cubicBezTo>
                  <a:pt x="1397839" y="396503"/>
                  <a:pt x="1389937" y="323882"/>
                  <a:pt x="1385337" y="287079"/>
                </a:cubicBezTo>
                <a:lnTo>
                  <a:pt x="1395969" y="0"/>
                </a:lnTo>
                <a:lnTo>
                  <a:pt x="35002" y="797442"/>
                </a:lnTo>
                <a:close/>
              </a:path>
            </a:pathLst>
          </a:custGeom>
          <a:solidFill>
            <a:srgbClr val="5E2177">
              <a:alpha val="3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D4D301-620A-4E8D-B84A-0996D22E0836}"/>
              </a:ext>
            </a:extLst>
          </p:cNvPr>
          <p:cNvSpPr txBox="1"/>
          <p:nvPr/>
        </p:nvSpPr>
        <p:spPr>
          <a:xfrm>
            <a:off x="683131" y="2037675"/>
            <a:ext cx="82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31A3E-A60F-4227-B00F-14B3FF99111F}"/>
              </a:ext>
            </a:extLst>
          </p:cNvPr>
          <p:cNvSpPr txBox="1"/>
          <p:nvPr/>
        </p:nvSpPr>
        <p:spPr>
          <a:xfrm>
            <a:off x="879756" y="32962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DD942B-3CA3-4B88-8142-C6E5084A3322}"/>
              </a:ext>
            </a:extLst>
          </p:cNvPr>
          <p:cNvSpPr txBox="1"/>
          <p:nvPr/>
        </p:nvSpPr>
        <p:spPr>
          <a:xfrm>
            <a:off x="687646" y="4669979"/>
            <a:ext cx="1071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Contest rating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384D7D-BDCB-447D-8251-55D95D52ABA7}"/>
              </a:ext>
            </a:extLst>
          </p:cNvPr>
          <p:cNvCxnSpPr/>
          <p:nvPr/>
        </p:nvCxnSpPr>
        <p:spPr>
          <a:xfrm>
            <a:off x="1650231" y="2222341"/>
            <a:ext cx="13268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FD7E2E2-C979-420A-8DD3-3BBBB1BE97DE}"/>
              </a:ext>
            </a:extLst>
          </p:cNvPr>
          <p:cNvCxnSpPr/>
          <p:nvPr/>
        </p:nvCxnSpPr>
        <p:spPr>
          <a:xfrm>
            <a:off x="1669312" y="2222341"/>
            <a:ext cx="1350335" cy="2770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7CE6C1-651F-4D7D-8429-3B9A85AE576B}"/>
              </a:ext>
            </a:extLst>
          </p:cNvPr>
          <p:cNvCxnSpPr/>
          <p:nvPr/>
        </p:nvCxnSpPr>
        <p:spPr>
          <a:xfrm flipV="1">
            <a:off x="1453606" y="2810740"/>
            <a:ext cx="1366086" cy="68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89A143-37E0-495C-B84B-4C27BBEF03C2}"/>
              </a:ext>
            </a:extLst>
          </p:cNvPr>
          <p:cNvCxnSpPr>
            <a:cxnSpLocks/>
          </p:cNvCxnSpPr>
          <p:nvPr/>
        </p:nvCxnSpPr>
        <p:spPr>
          <a:xfrm>
            <a:off x="1483674" y="3464876"/>
            <a:ext cx="1686527" cy="1276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B42634-AF93-49EB-9219-F86B7676608A}"/>
              </a:ext>
            </a:extLst>
          </p:cNvPr>
          <p:cNvCxnSpPr/>
          <p:nvPr/>
        </p:nvCxnSpPr>
        <p:spPr>
          <a:xfrm flipV="1">
            <a:off x="1603674" y="3028182"/>
            <a:ext cx="1239468" cy="2038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6A11B6-9261-4EB0-A4A4-4CBD1F7388E8}"/>
              </a:ext>
            </a:extLst>
          </p:cNvPr>
          <p:cNvCxnSpPr/>
          <p:nvPr/>
        </p:nvCxnSpPr>
        <p:spPr>
          <a:xfrm>
            <a:off x="1624769" y="5095817"/>
            <a:ext cx="14090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FE64F1-43E8-4BDC-8907-03A9CF79F366}"/>
              </a:ext>
            </a:extLst>
          </p:cNvPr>
          <p:cNvCxnSpPr/>
          <p:nvPr/>
        </p:nvCxnSpPr>
        <p:spPr>
          <a:xfrm>
            <a:off x="5507665" y="2474816"/>
            <a:ext cx="1254642" cy="821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1815840-4218-4F2A-B463-D3563B867046}"/>
              </a:ext>
            </a:extLst>
          </p:cNvPr>
          <p:cNvCxnSpPr/>
          <p:nvPr/>
        </p:nvCxnSpPr>
        <p:spPr>
          <a:xfrm flipV="1">
            <a:off x="5472436" y="3940086"/>
            <a:ext cx="1239469" cy="801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22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653C-DBA4-F64E-9136-6CB2BFA9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Formation</a:t>
            </a:r>
            <a:r>
              <a:rPr lang="en-US" dirty="0"/>
              <a:t> with more flexibility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BDF09-3D5F-1082-56E7-17EA3D62E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nodes in output layer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7C66A-AE7F-CD88-354C-1D952A38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6835-21B1-CF78-A247-0D34C5BE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CEBF-E580-2B59-9209-F4DE1A4C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15</a:t>
            </a:fld>
            <a:endParaRPr lang="x-non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222781-E51A-4AEA-9485-75B27A5B1D74}"/>
              </a:ext>
            </a:extLst>
          </p:cNvPr>
          <p:cNvSpPr/>
          <p:nvPr/>
        </p:nvSpPr>
        <p:spPr>
          <a:xfrm>
            <a:off x="4518837" y="2307264"/>
            <a:ext cx="457200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5FE684-F504-4182-B709-7BD693A23240}"/>
              </a:ext>
            </a:extLst>
          </p:cNvPr>
          <p:cNvSpPr/>
          <p:nvPr/>
        </p:nvSpPr>
        <p:spPr>
          <a:xfrm>
            <a:off x="4518837" y="3200400"/>
            <a:ext cx="457200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414AE6-A7C0-4DDF-8047-58AD5FEAABBF}"/>
              </a:ext>
            </a:extLst>
          </p:cNvPr>
          <p:cNvSpPr/>
          <p:nvPr/>
        </p:nvSpPr>
        <p:spPr>
          <a:xfrm>
            <a:off x="4518837" y="4096608"/>
            <a:ext cx="457200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1EA944-5C68-4F4C-AB3E-1BDD0326CD5C}"/>
              </a:ext>
            </a:extLst>
          </p:cNvPr>
          <p:cNvSpPr/>
          <p:nvPr/>
        </p:nvSpPr>
        <p:spPr>
          <a:xfrm>
            <a:off x="6266120" y="2307264"/>
            <a:ext cx="457200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D9D5FB-8148-407F-BCDD-526ECADC445E}"/>
              </a:ext>
            </a:extLst>
          </p:cNvPr>
          <p:cNvSpPr/>
          <p:nvPr/>
        </p:nvSpPr>
        <p:spPr>
          <a:xfrm>
            <a:off x="6266120" y="3200400"/>
            <a:ext cx="457200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6C71C7-4731-428D-9810-C24FA96551A9}"/>
              </a:ext>
            </a:extLst>
          </p:cNvPr>
          <p:cNvSpPr/>
          <p:nvPr/>
        </p:nvSpPr>
        <p:spPr>
          <a:xfrm>
            <a:off x="6266120" y="4096608"/>
            <a:ext cx="457200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0112A-AD3D-4658-8A66-F8A0E56D3723}"/>
              </a:ext>
            </a:extLst>
          </p:cNvPr>
          <p:cNvSpPr txBox="1"/>
          <p:nvPr/>
        </p:nvSpPr>
        <p:spPr>
          <a:xfrm>
            <a:off x="2641438" y="2764464"/>
            <a:ext cx="82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E8F1D-87C5-4D82-B9A6-1ED64897E5ED}"/>
              </a:ext>
            </a:extLst>
          </p:cNvPr>
          <p:cNvSpPr txBox="1"/>
          <p:nvPr/>
        </p:nvSpPr>
        <p:spPr>
          <a:xfrm>
            <a:off x="2838063" y="402306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IQ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4B2004-D1C6-4ADF-8918-DE618A51587F}"/>
              </a:ext>
            </a:extLst>
          </p:cNvPr>
          <p:cNvCxnSpPr>
            <a:stCxn id="13" idx="3"/>
            <a:endCxn id="7" idx="2"/>
          </p:cNvCxnSpPr>
          <p:nvPr/>
        </p:nvCxnSpPr>
        <p:spPr>
          <a:xfrm flipV="1">
            <a:off x="3463010" y="2535864"/>
            <a:ext cx="1055827" cy="4132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253E6E-E344-4BB9-A33C-C500C5A35CA7}"/>
              </a:ext>
            </a:extLst>
          </p:cNvPr>
          <p:cNvCxnSpPr>
            <a:stCxn id="13" idx="3"/>
            <a:endCxn id="8" idx="2"/>
          </p:cNvCxnSpPr>
          <p:nvPr/>
        </p:nvCxnSpPr>
        <p:spPr>
          <a:xfrm>
            <a:off x="3463010" y="2949130"/>
            <a:ext cx="1055827" cy="479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B24A65-9E82-40A8-935E-F43F3F5F43E2}"/>
              </a:ext>
            </a:extLst>
          </p:cNvPr>
          <p:cNvCxnSpPr>
            <a:stCxn id="13" idx="3"/>
            <a:endCxn id="9" idx="2"/>
          </p:cNvCxnSpPr>
          <p:nvPr/>
        </p:nvCxnSpPr>
        <p:spPr>
          <a:xfrm>
            <a:off x="3463010" y="2949130"/>
            <a:ext cx="1055827" cy="13760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0E7733-2D2F-407F-9D2D-6DAAA01A1AD4}"/>
              </a:ext>
            </a:extLst>
          </p:cNvPr>
          <p:cNvCxnSpPr>
            <a:stCxn id="14" idx="3"/>
            <a:endCxn id="7" idx="2"/>
          </p:cNvCxnSpPr>
          <p:nvPr/>
        </p:nvCxnSpPr>
        <p:spPr>
          <a:xfrm flipV="1">
            <a:off x="3266385" y="2535864"/>
            <a:ext cx="1252452" cy="1671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241DF2-7DC6-4303-879C-15CC07A5B700}"/>
              </a:ext>
            </a:extLst>
          </p:cNvPr>
          <p:cNvCxnSpPr>
            <a:stCxn id="14" idx="3"/>
            <a:endCxn id="8" idx="2"/>
          </p:cNvCxnSpPr>
          <p:nvPr/>
        </p:nvCxnSpPr>
        <p:spPr>
          <a:xfrm flipV="1">
            <a:off x="3266385" y="3429000"/>
            <a:ext cx="1252452" cy="7787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2F6843-F1E3-4E4E-A122-DD47A650E80E}"/>
              </a:ext>
            </a:extLst>
          </p:cNvPr>
          <p:cNvCxnSpPr>
            <a:stCxn id="14" idx="3"/>
            <a:endCxn id="9" idx="2"/>
          </p:cNvCxnSpPr>
          <p:nvPr/>
        </p:nvCxnSpPr>
        <p:spPr>
          <a:xfrm>
            <a:off x="3266385" y="4207735"/>
            <a:ext cx="1252452" cy="1174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087BB-38C2-495D-8F19-508CE5561E8F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4976037" y="2535864"/>
            <a:ext cx="12900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42670B-7095-40C1-A9E7-2B0751D16DC6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4976037" y="2535864"/>
            <a:ext cx="1290083" cy="8931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67597D-2596-4CC4-A138-5C07DAFFCB33}"/>
              </a:ext>
            </a:extLst>
          </p:cNvPr>
          <p:cNvCxnSpPr>
            <a:stCxn id="7" idx="6"/>
            <a:endCxn id="12" idx="2"/>
          </p:cNvCxnSpPr>
          <p:nvPr/>
        </p:nvCxnSpPr>
        <p:spPr>
          <a:xfrm>
            <a:off x="4976037" y="2535864"/>
            <a:ext cx="1290083" cy="1789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81B4DF3-FD9F-478D-8738-C71448D4A4D7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4976037" y="2535864"/>
            <a:ext cx="1290083" cy="8931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38AE39-D93E-4372-A7E8-2257F04AC004}"/>
              </a:ext>
            </a:extLst>
          </p:cNvPr>
          <p:cNvCxnSpPr>
            <a:stCxn id="8" idx="6"/>
            <a:endCxn id="11" idx="2"/>
          </p:cNvCxnSpPr>
          <p:nvPr/>
        </p:nvCxnSpPr>
        <p:spPr>
          <a:xfrm>
            <a:off x="4976037" y="3429000"/>
            <a:ext cx="12900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281DE1-2A56-4530-BD2F-D7D887127447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4976037" y="3429000"/>
            <a:ext cx="1290083" cy="8962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D48DE2-7AF5-4A01-811D-3135AE5BCC75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4976037" y="2535864"/>
            <a:ext cx="1290083" cy="1789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6617CF1-3556-4EF4-9C9C-0C77CD6A3DD5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4976037" y="3429000"/>
            <a:ext cx="1290083" cy="8962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3333F81-1997-4226-B61B-4AF057EB9DCD}"/>
              </a:ext>
            </a:extLst>
          </p:cNvPr>
          <p:cNvCxnSpPr>
            <a:stCxn id="9" idx="6"/>
            <a:endCxn id="12" idx="2"/>
          </p:cNvCxnSpPr>
          <p:nvPr/>
        </p:nvCxnSpPr>
        <p:spPr>
          <a:xfrm>
            <a:off x="4976037" y="4325208"/>
            <a:ext cx="12900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284959-FE05-4BED-830C-B6F9CA15AF62}"/>
              </a:ext>
            </a:extLst>
          </p:cNvPr>
          <p:cNvCxnSpPr>
            <a:stCxn id="10" idx="6"/>
          </p:cNvCxnSpPr>
          <p:nvPr/>
        </p:nvCxnSpPr>
        <p:spPr>
          <a:xfrm>
            <a:off x="6723320" y="2535864"/>
            <a:ext cx="453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DE9909-722F-43D9-9E0C-062EF57EC947}"/>
              </a:ext>
            </a:extLst>
          </p:cNvPr>
          <p:cNvCxnSpPr>
            <a:stCxn id="11" idx="6"/>
          </p:cNvCxnSpPr>
          <p:nvPr/>
        </p:nvCxnSpPr>
        <p:spPr>
          <a:xfrm>
            <a:off x="6723320" y="3429000"/>
            <a:ext cx="464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D8FA046-2725-4A2C-9831-84D980BEC2CB}"/>
              </a:ext>
            </a:extLst>
          </p:cNvPr>
          <p:cNvCxnSpPr>
            <a:stCxn id="12" idx="6"/>
          </p:cNvCxnSpPr>
          <p:nvPr/>
        </p:nvCxnSpPr>
        <p:spPr>
          <a:xfrm>
            <a:off x="6723320" y="4325208"/>
            <a:ext cx="453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8C7263A-4B56-45B3-BC49-E809ED5DAC08}"/>
              </a:ext>
            </a:extLst>
          </p:cNvPr>
          <p:cNvSpPr txBox="1"/>
          <p:nvPr/>
        </p:nvSpPr>
        <p:spPr>
          <a:xfrm>
            <a:off x="2641438" y="5021439"/>
            <a:ext cx="77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390A1B-1C25-4F14-83EC-6856362C61F5}"/>
              </a:ext>
            </a:extLst>
          </p:cNvPr>
          <p:cNvSpPr txBox="1"/>
          <p:nvPr/>
        </p:nvSpPr>
        <p:spPr>
          <a:xfrm>
            <a:off x="6034501" y="5072998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F99C02-2D13-47D7-9419-B789DA0F0A2F}"/>
              </a:ext>
            </a:extLst>
          </p:cNvPr>
          <p:cNvSpPr txBox="1"/>
          <p:nvPr/>
        </p:nvSpPr>
        <p:spPr>
          <a:xfrm>
            <a:off x="4287218" y="5050779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7D6465-6059-453A-BCC5-9CA11EF93F15}"/>
              </a:ext>
            </a:extLst>
          </p:cNvPr>
          <p:cNvSpPr txBox="1"/>
          <p:nvPr/>
        </p:nvSpPr>
        <p:spPr>
          <a:xfrm>
            <a:off x="8016949" y="3200400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in multi-class classification.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Object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879697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5709-69A9-A9EA-F057-202556DF4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MLP: Formation</a:t>
            </a:r>
            <a:r>
              <a:rPr lang="en-US" dirty="0"/>
              <a:t> with more flexibility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8EAEC-09DD-CD47-3499-F940333C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656" y="1151886"/>
            <a:ext cx="10871044" cy="4967923"/>
          </a:xfrm>
        </p:spPr>
        <p:txBody>
          <a:bodyPr>
            <a:normAutofit/>
          </a:bodyPr>
          <a:lstStyle/>
          <a:p>
            <a:r>
              <a:rPr lang="en-US" sz="2400" dirty="0"/>
              <a:t>Adding more hidden layers (Deep Neural Network, a.k.a. Universal Function approximator)</a:t>
            </a:r>
            <a:endParaRPr lang="x-none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1583-47E5-19FE-6BA4-53B6C92D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A787-5D00-C8C4-B533-3F6ABDBD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77F8-5BAA-B8C5-80F4-41E814DD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16</a:t>
            </a:fld>
            <a:endParaRPr lang="x-none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BC519D6-DDC9-4FC9-9042-2C23C4BC6E92}"/>
              </a:ext>
            </a:extLst>
          </p:cNvPr>
          <p:cNvGrpSpPr>
            <a:grpSpLocks noChangeAspect="1"/>
          </p:cNvGrpSpPr>
          <p:nvPr/>
        </p:nvGrpSpPr>
        <p:grpSpPr>
          <a:xfrm>
            <a:off x="2785729" y="1953952"/>
            <a:ext cx="1935125" cy="1561396"/>
            <a:chOff x="2626242" y="1713521"/>
            <a:chExt cx="2541181" cy="205040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7ED8D2-62F3-4494-B7C8-CD083CE2E5E6}"/>
                </a:ext>
              </a:extLst>
            </p:cNvPr>
            <p:cNvCxnSpPr/>
            <p:nvPr/>
          </p:nvCxnSpPr>
          <p:spPr>
            <a:xfrm>
              <a:off x="2838893" y="2158409"/>
              <a:ext cx="0" cy="16055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C01161-7B99-4F63-A2AA-BBE445073695}"/>
                </a:ext>
              </a:extLst>
            </p:cNvPr>
            <p:cNvCxnSpPr/>
            <p:nvPr/>
          </p:nvCxnSpPr>
          <p:spPr>
            <a:xfrm>
              <a:off x="2626242" y="3604437"/>
              <a:ext cx="254118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DD44B50-9FAF-43DB-8181-879BD9C8B8B4}"/>
                </a:ext>
              </a:extLst>
            </p:cNvPr>
            <p:cNvSpPr/>
            <p:nvPr/>
          </p:nvSpPr>
          <p:spPr>
            <a:xfrm>
              <a:off x="3494779" y="21119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FCF0985-1EC0-426C-96A9-084BD4916EB6}"/>
                </a:ext>
              </a:extLst>
            </p:cNvPr>
            <p:cNvSpPr/>
            <p:nvPr/>
          </p:nvSpPr>
          <p:spPr>
            <a:xfrm>
              <a:off x="3886412" y="22630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C3CD809-D649-429B-8623-9E03DFDE4601}"/>
                </a:ext>
              </a:extLst>
            </p:cNvPr>
            <p:cNvSpPr/>
            <p:nvPr/>
          </p:nvSpPr>
          <p:spPr>
            <a:xfrm>
              <a:off x="4085666" y="264912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F4E4D22-8949-47F4-AF0B-70F9128CC32E}"/>
                </a:ext>
              </a:extLst>
            </p:cNvPr>
            <p:cNvSpPr/>
            <p:nvPr/>
          </p:nvSpPr>
          <p:spPr>
            <a:xfrm>
              <a:off x="3739718" y="25515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8C9AD2-41E9-423F-A169-4C5619CA7560}"/>
                </a:ext>
              </a:extLst>
            </p:cNvPr>
            <p:cNvSpPr/>
            <p:nvPr/>
          </p:nvSpPr>
          <p:spPr>
            <a:xfrm>
              <a:off x="4510221" y="180733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E0D555C-723A-41E3-8F88-F53B39901D78}"/>
                </a:ext>
              </a:extLst>
            </p:cNvPr>
            <p:cNvSpPr/>
            <p:nvPr/>
          </p:nvSpPr>
          <p:spPr>
            <a:xfrm>
              <a:off x="4029349" y="301288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EF39BC5-AD41-4506-8A59-8333F861E93B}"/>
                </a:ext>
              </a:extLst>
            </p:cNvPr>
            <p:cNvSpPr/>
            <p:nvPr/>
          </p:nvSpPr>
          <p:spPr>
            <a:xfrm>
              <a:off x="4218180" y="191949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E9B6C1E-2A47-401B-97C6-47EB42B15F41}"/>
                </a:ext>
              </a:extLst>
            </p:cNvPr>
            <p:cNvSpPr/>
            <p:nvPr/>
          </p:nvSpPr>
          <p:spPr>
            <a:xfrm>
              <a:off x="3523346" y="264443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F41F61-81B1-424F-8421-4BB0DE0B1D3A}"/>
                </a:ext>
              </a:extLst>
            </p:cNvPr>
            <p:cNvSpPr/>
            <p:nvPr/>
          </p:nvSpPr>
          <p:spPr>
            <a:xfrm>
              <a:off x="3608584" y="230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57F95B6-72F0-4600-AF96-8994CCCD394C}"/>
                </a:ext>
              </a:extLst>
            </p:cNvPr>
            <p:cNvSpPr/>
            <p:nvPr/>
          </p:nvSpPr>
          <p:spPr>
            <a:xfrm>
              <a:off x="3491236" y="281535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D1C63FA-48CB-4CD0-99C7-E0F64C2DEF5B}"/>
                </a:ext>
              </a:extLst>
            </p:cNvPr>
            <p:cNvSpPr/>
            <p:nvPr/>
          </p:nvSpPr>
          <p:spPr>
            <a:xfrm>
              <a:off x="3804116" y="2878871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9B20527-C36D-4A70-AAF6-27277775114D}"/>
                </a:ext>
              </a:extLst>
            </p:cNvPr>
            <p:cNvSpPr/>
            <p:nvPr/>
          </p:nvSpPr>
          <p:spPr>
            <a:xfrm>
              <a:off x="4142973" y="284811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0913A54-CE0F-486C-88A5-85FCA711B02D}"/>
                </a:ext>
              </a:extLst>
            </p:cNvPr>
            <p:cNvSpPr/>
            <p:nvPr/>
          </p:nvSpPr>
          <p:spPr>
            <a:xfrm>
              <a:off x="3186436" y="224242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C94CF5E-626E-4419-8A24-E84AC4946923}"/>
                </a:ext>
              </a:extLst>
            </p:cNvPr>
            <p:cNvSpPr/>
            <p:nvPr/>
          </p:nvSpPr>
          <p:spPr>
            <a:xfrm>
              <a:off x="3433181" y="244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7E59F7-5C96-41BC-974C-C7AD77E173BD}"/>
                </a:ext>
              </a:extLst>
            </p:cNvPr>
            <p:cNvSpPr/>
            <p:nvPr/>
          </p:nvSpPr>
          <p:spPr>
            <a:xfrm>
              <a:off x="3241265" y="245136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645AE90-554D-4A20-A3FD-F5A840A71545}"/>
                </a:ext>
              </a:extLst>
            </p:cNvPr>
            <p:cNvSpPr/>
            <p:nvPr/>
          </p:nvSpPr>
          <p:spPr>
            <a:xfrm>
              <a:off x="3608584" y="306838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7C95D40-BEFC-4798-84F9-FE6B67822179}"/>
                </a:ext>
              </a:extLst>
            </p:cNvPr>
            <p:cNvSpPr/>
            <p:nvPr/>
          </p:nvSpPr>
          <p:spPr>
            <a:xfrm>
              <a:off x="4345168" y="251038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8419E57-5058-482F-84B2-2613B4F67175}"/>
                </a:ext>
              </a:extLst>
            </p:cNvPr>
            <p:cNvSpPr/>
            <p:nvPr/>
          </p:nvSpPr>
          <p:spPr>
            <a:xfrm>
              <a:off x="4469073" y="280118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B1BF5E2-7460-4B32-8C99-41B3B01D6207}"/>
                </a:ext>
              </a:extLst>
            </p:cNvPr>
            <p:cNvSpPr/>
            <p:nvPr/>
          </p:nvSpPr>
          <p:spPr>
            <a:xfrm>
              <a:off x="4490754" y="2306714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AE05B8B-6A0A-4A13-BCAE-29C3BF021343}"/>
                </a:ext>
              </a:extLst>
            </p:cNvPr>
            <p:cNvSpPr/>
            <p:nvPr/>
          </p:nvSpPr>
          <p:spPr>
            <a:xfrm>
              <a:off x="4732261" y="24698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85D301-3BE5-4242-AFA6-53387DF3EE23}"/>
                </a:ext>
              </a:extLst>
            </p:cNvPr>
            <p:cNvSpPr/>
            <p:nvPr/>
          </p:nvSpPr>
          <p:spPr>
            <a:xfrm>
              <a:off x="4921837" y="242481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C3CA67F-6ACB-418C-91A6-D68D4E28D2C0}"/>
                </a:ext>
              </a:extLst>
            </p:cNvPr>
            <p:cNvSpPr/>
            <p:nvPr/>
          </p:nvSpPr>
          <p:spPr>
            <a:xfrm>
              <a:off x="4757291" y="27702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077DBDA-BBC4-43C0-A059-492195C25CD9}"/>
                </a:ext>
              </a:extLst>
            </p:cNvPr>
            <p:cNvSpPr/>
            <p:nvPr/>
          </p:nvSpPr>
          <p:spPr>
            <a:xfrm>
              <a:off x="4674350" y="2125063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219087D-9980-40D1-956A-12B7A67E43D3}"/>
                </a:ext>
              </a:extLst>
            </p:cNvPr>
            <p:cNvSpPr/>
            <p:nvPr/>
          </p:nvSpPr>
          <p:spPr>
            <a:xfrm>
              <a:off x="5059686" y="2714130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554A091-07DC-41DB-A881-0571EE9CAA38}"/>
                </a:ext>
              </a:extLst>
            </p:cNvPr>
            <p:cNvSpPr/>
            <p:nvPr/>
          </p:nvSpPr>
          <p:spPr>
            <a:xfrm>
              <a:off x="4813014" y="22563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D4D37A7-622A-406A-84C7-3A3E2C1C6CE4}"/>
                </a:ext>
              </a:extLst>
            </p:cNvPr>
            <p:cNvSpPr/>
            <p:nvPr/>
          </p:nvSpPr>
          <p:spPr>
            <a:xfrm>
              <a:off x="4880689" y="1944099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A0FFAA0-73FF-4B06-A1B8-D748AE265297}"/>
                </a:ext>
              </a:extLst>
            </p:cNvPr>
            <p:cNvSpPr/>
            <p:nvPr/>
          </p:nvSpPr>
          <p:spPr>
            <a:xfrm>
              <a:off x="3854903" y="18705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0C69314-E328-4DA9-BDAB-C4C841BEF1A5}"/>
                </a:ext>
              </a:extLst>
            </p:cNvPr>
            <p:cNvSpPr/>
            <p:nvPr/>
          </p:nvSpPr>
          <p:spPr>
            <a:xfrm>
              <a:off x="3392033" y="192706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CF886DF-A09C-4B32-A868-F9ABA929FD48}"/>
                </a:ext>
              </a:extLst>
            </p:cNvPr>
            <p:cNvSpPr/>
            <p:nvPr/>
          </p:nvSpPr>
          <p:spPr>
            <a:xfrm>
              <a:off x="4402848" y="19940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061E6E2-46EC-4BF9-81B5-6BD89DE1E42D}"/>
                </a:ext>
              </a:extLst>
            </p:cNvPr>
            <p:cNvSpPr/>
            <p:nvPr/>
          </p:nvSpPr>
          <p:spPr>
            <a:xfrm>
              <a:off x="4038812" y="24154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B854A8F-5247-4EC3-8EAE-5E41FA0AA584}"/>
                </a:ext>
              </a:extLst>
            </p:cNvPr>
            <p:cNvSpPr/>
            <p:nvPr/>
          </p:nvSpPr>
          <p:spPr>
            <a:xfrm>
              <a:off x="4007303" y="20229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3D5DC9A-7220-4FC7-B5FD-CCF1105F06DA}"/>
                </a:ext>
              </a:extLst>
            </p:cNvPr>
            <p:cNvSpPr/>
            <p:nvPr/>
          </p:nvSpPr>
          <p:spPr>
            <a:xfrm>
              <a:off x="4121108" y="221648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C2F59C4-76B3-4B46-B9DA-489437D6D2D6}"/>
                </a:ext>
              </a:extLst>
            </p:cNvPr>
            <p:cNvSpPr/>
            <p:nvPr/>
          </p:nvSpPr>
          <p:spPr>
            <a:xfrm>
              <a:off x="4734614" y="17135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E969083-BB7F-466E-9EFC-9EAB20B8EDA3}"/>
                </a:ext>
              </a:extLst>
            </p:cNvPr>
            <p:cNvSpPr/>
            <p:nvPr/>
          </p:nvSpPr>
          <p:spPr>
            <a:xfrm>
              <a:off x="4248076" y="31656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E0D6B35-82D0-4A91-89CC-A20AECA42F75}"/>
                </a:ext>
              </a:extLst>
            </p:cNvPr>
            <p:cNvSpPr/>
            <p:nvPr/>
          </p:nvSpPr>
          <p:spPr>
            <a:xfrm>
              <a:off x="4361700" y="300090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EE2A112-C1C0-4A07-9E18-644982FA3CB3}"/>
                </a:ext>
              </a:extLst>
            </p:cNvPr>
            <p:cNvSpPr/>
            <p:nvPr/>
          </p:nvSpPr>
          <p:spPr>
            <a:xfrm>
              <a:off x="4638114" y="2992367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AC62B08-86A5-48E5-B08C-C781E2117256}"/>
                </a:ext>
              </a:extLst>
            </p:cNvPr>
            <p:cNvSpPr/>
            <p:nvPr/>
          </p:nvSpPr>
          <p:spPr>
            <a:xfrm>
              <a:off x="4473568" y="333782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A9D6C1-0562-4AE9-9D0C-7B154507DDAB}"/>
                </a:ext>
              </a:extLst>
            </p:cNvPr>
            <p:cNvSpPr/>
            <p:nvPr/>
          </p:nvSpPr>
          <p:spPr>
            <a:xfrm>
              <a:off x="4775963" y="328168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8089E70-248F-497F-A7B5-E750964EE124}"/>
              </a:ext>
            </a:extLst>
          </p:cNvPr>
          <p:cNvGrpSpPr>
            <a:grpSpLocks noChangeAspect="1"/>
          </p:cNvGrpSpPr>
          <p:nvPr/>
        </p:nvGrpSpPr>
        <p:grpSpPr>
          <a:xfrm>
            <a:off x="2831585" y="3947179"/>
            <a:ext cx="1935125" cy="1561396"/>
            <a:chOff x="2626242" y="1713521"/>
            <a:chExt cx="2541181" cy="205040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A7655A1-E8A4-409A-94C5-AAD9D6A34CC7}"/>
                </a:ext>
              </a:extLst>
            </p:cNvPr>
            <p:cNvCxnSpPr/>
            <p:nvPr/>
          </p:nvCxnSpPr>
          <p:spPr>
            <a:xfrm>
              <a:off x="2838893" y="2158409"/>
              <a:ext cx="0" cy="16055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C4221F1-493D-429A-81BD-0D39529660DF}"/>
                </a:ext>
              </a:extLst>
            </p:cNvPr>
            <p:cNvCxnSpPr/>
            <p:nvPr/>
          </p:nvCxnSpPr>
          <p:spPr>
            <a:xfrm>
              <a:off x="2626242" y="3604437"/>
              <a:ext cx="254118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B172880-C020-4FA2-A8FA-79D2B448A9CE}"/>
                </a:ext>
              </a:extLst>
            </p:cNvPr>
            <p:cNvSpPr/>
            <p:nvPr/>
          </p:nvSpPr>
          <p:spPr>
            <a:xfrm>
              <a:off x="3494779" y="21119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2647897-A20F-4380-A3A7-3785CB187704}"/>
                </a:ext>
              </a:extLst>
            </p:cNvPr>
            <p:cNvSpPr/>
            <p:nvPr/>
          </p:nvSpPr>
          <p:spPr>
            <a:xfrm>
              <a:off x="3886412" y="22630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4179E92-755E-41A0-8C80-D0C404483E63}"/>
                </a:ext>
              </a:extLst>
            </p:cNvPr>
            <p:cNvSpPr/>
            <p:nvPr/>
          </p:nvSpPr>
          <p:spPr>
            <a:xfrm>
              <a:off x="4085666" y="264912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ACEAA2E-4B6F-4166-A28A-CF574793ED31}"/>
                </a:ext>
              </a:extLst>
            </p:cNvPr>
            <p:cNvSpPr/>
            <p:nvPr/>
          </p:nvSpPr>
          <p:spPr>
            <a:xfrm>
              <a:off x="3739718" y="25515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40A4B21-B318-4A0B-9942-913E16528599}"/>
                </a:ext>
              </a:extLst>
            </p:cNvPr>
            <p:cNvSpPr/>
            <p:nvPr/>
          </p:nvSpPr>
          <p:spPr>
            <a:xfrm>
              <a:off x="4510221" y="180733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F297563-479B-4C1F-A04E-D63B50DC7C9F}"/>
                </a:ext>
              </a:extLst>
            </p:cNvPr>
            <p:cNvSpPr/>
            <p:nvPr/>
          </p:nvSpPr>
          <p:spPr>
            <a:xfrm>
              <a:off x="4029349" y="301288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8DF9D15-3AEC-40D8-B12D-5F8C1FFA0E2A}"/>
                </a:ext>
              </a:extLst>
            </p:cNvPr>
            <p:cNvSpPr/>
            <p:nvPr/>
          </p:nvSpPr>
          <p:spPr>
            <a:xfrm>
              <a:off x="4218180" y="191949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6DE6E1B-8274-4B69-BAB0-9395511B8553}"/>
                </a:ext>
              </a:extLst>
            </p:cNvPr>
            <p:cNvSpPr/>
            <p:nvPr/>
          </p:nvSpPr>
          <p:spPr>
            <a:xfrm>
              <a:off x="3523346" y="264443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BA6A454-428B-4AAE-BE0C-C199FD436914}"/>
                </a:ext>
              </a:extLst>
            </p:cNvPr>
            <p:cNvSpPr/>
            <p:nvPr/>
          </p:nvSpPr>
          <p:spPr>
            <a:xfrm>
              <a:off x="3608584" y="230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DCB12F3-093A-49F9-A812-0587AEA0BDA8}"/>
                </a:ext>
              </a:extLst>
            </p:cNvPr>
            <p:cNvSpPr/>
            <p:nvPr/>
          </p:nvSpPr>
          <p:spPr>
            <a:xfrm>
              <a:off x="3491236" y="281535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D8D24F6-94E9-4692-B47B-C45A45CFD181}"/>
                </a:ext>
              </a:extLst>
            </p:cNvPr>
            <p:cNvSpPr/>
            <p:nvPr/>
          </p:nvSpPr>
          <p:spPr>
            <a:xfrm>
              <a:off x="3804116" y="2878871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626E865-94CE-442D-958C-140764DFDD31}"/>
                </a:ext>
              </a:extLst>
            </p:cNvPr>
            <p:cNvSpPr/>
            <p:nvPr/>
          </p:nvSpPr>
          <p:spPr>
            <a:xfrm>
              <a:off x="4142973" y="284811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3155ADF-E109-44E0-B582-D03CE60B8A68}"/>
                </a:ext>
              </a:extLst>
            </p:cNvPr>
            <p:cNvSpPr/>
            <p:nvPr/>
          </p:nvSpPr>
          <p:spPr>
            <a:xfrm>
              <a:off x="3186436" y="224242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8A53A21-31AE-4CE8-B85A-134D0C36589F}"/>
                </a:ext>
              </a:extLst>
            </p:cNvPr>
            <p:cNvSpPr/>
            <p:nvPr/>
          </p:nvSpPr>
          <p:spPr>
            <a:xfrm>
              <a:off x="3433181" y="244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9306916-4DFC-45B2-B249-7336A0C2332B}"/>
                </a:ext>
              </a:extLst>
            </p:cNvPr>
            <p:cNvSpPr/>
            <p:nvPr/>
          </p:nvSpPr>
          <p:spPr>
            <a:xfrm>
              <a:off x="3241265" y="245136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F2A1408-1ABD-4590-8E04-CA0D0FEE7C4E}"/>
                </a:ext>
              </a:extLst>
            </p:cNvPr>
            <p:cNvSpPr/>
            <p:nvPr/>
          </p:nvSpPr>
          <p:spPr>
            <a:xfrm>
              <a:off x="3608584" y="306838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9D09A70-1FBB-4A73-ADC2-A855B1C64C3E}"/>
                </a:ext>
              </a:extLst>
            </p:cNvPr>
            <p:cNvSpPr/>
            <p:nvPr/>
          </p:nvSpPr>
          <p:spPr>
            <a:xfrm>
              <a:off x="4345168" y="251038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6E6D842-A4B3-487E-9CB1-FE785F2E05BF}"/>
                </a:ext>
              </a:extLst>
            </p:cNvPr>
            <p:cNvSpPr/>
            <p:nvPr/>
          </p:nvSpPr>
          <p:spPr>
            <a:xfrm>
              <a:off x="4469073" y="280118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7FE3DC2-AE47-4B02-A8E0-3FCCDFA8210E}"/>
                </a:ext>
              </a:extLst>
            </p:cNvPr>
            <p:cNvSpPr/>
            <p:nvPr/>
          </p:nvSpPr>
          <p:spPr>
            <a:xfrm>
              <a:off x="4490754" y="2306714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286A1FC-019E-4E7C-A7D4-D039225CB1EE}"/>
                </a:ext>
              </a:extLst>
            </p:cNvPr>
            <p:cNvSpPr/>
            <p:nvPr/>
          </p:nvSpPr>
          <p:spPr>
            <a:xfrm>
              <a:off x="4732261" y="24698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9B86E32-DCD6-46E6-9DB3-C556A3693736}"/>
                </a:ext>
              </a:extLst>
            </p:cNvPr>
            <p:cNvSpPr/>
            <p:nvPr/>
          </p:nvSpPr>
          <p:spPr>
            <a:xfrm>
              <a:off x="4921837" y="242481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2554518-D438-44A6-BC94-481C5568D378}"/>
                </a:ext>
              </a:extLst>
            </p:cNvPr>
            <p:cNvSpPr/>
            <p:nvPr/>
          </p:nvSpPr>
          <p:spPr>
            <a:xfrm>
              <a:off x="4757291" y="27702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4856105-4F2A-4BC8-BF93-0BC059782E25}"/>
                </a:ext>
              </a:extLst>
            </p:cNvPr>
            <p:cNvSpPr/>
            <p:nvPr/>
          </p:nvSpPr>
          <p:spPr>
            <a:xfrm>
              <a:off x="4674350" y="2125063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0E6FEC4-3C75-4FE4-B27F-81949336CE44}"/>
                </a:ext>
              </a:extLst>
            </p:cNvPr>
            <p:cNvSpPr/>
            <p:nvPr/>
          </p:nvSpPr>
          <p:spPr>
            <a:xfrm>
              <a:off x="5059686" y="2714130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CC222C5-3652-4613-B8CD-C2DE971AEBD9}"/>
                </a:ext>
              </a:extLst>
            </p:cNvPr>
            <p:cNvSpPr/>
            <p:nvPr/>
          </p:nvSpPr>
          <p:spPr>
            <a:xfrm>
              <a:off x="4813014" y="22563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49B01B7-5381-4ACB-80DC-5BFE43EAE260}"/>
                </a:ext>
              </a:extLst>
            </p:cNvPr>
            <p:cNvSpPr/>
            <p:nvPr/>
          </p:nvSpPr>
          <p:spPr>
            <a:xfrm>
              <a:off x="4880689" y="1944099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4692AC2-6063-4891-8EC6-982D6DB80EDD}"/>
                </a:ext>
              </a:extLst>
            </p:cNvPr>
            <p:cNvSpPr/>
            <p:nvPr/>
          </p:nvSpPr>
          <p:spPr>
            <a:xfrm>
              <a:off x="3854903" y="18705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39020AE-E3FB-493C-A464-118EBAE7B95C}"/>
                </a:ext>
              </a:extLst>
            </p:cNvPr>
            <p:cNvSpPr/>
            <p:nvPr/>
          </p:nvSpPr>
          <p:spPr>
            <a:xfrm>
              <a:off x="3392033" y="192706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4E03F35-4565-4E51-8E56-69008732B499}"/>
                </a:ext>
              </a:extLst>
            </p:cNvPr>
            <p:cNvSpPr/>
            <p:nvPr/>
          </p:nvSpPr>
          <p:spPr>
            <a:xfrm>
              <a:off x="4402848" y="19940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AD28927-9C92-4810-A0FE-57DFF129E521}"/>
                </a:ext>
              </a:extLst>
            </p:cNvPr>
            <p:cNvSpPr/>
            <p:nvPr/>
          </p:nvSpPr>
          <p:spPr>
            <a:xfrm>
              <a:off x="4038812" y="24154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C63AB6B-CA98-4A75-B249-A66C3921AF97}"/>
                </a:ext>
              </a:extLst>
            </p:cNvPr>
            <p:cNvSpPr/>
            <p:nvPr/>
          </p:nvSpPr>
          <p:spPr>
            <a:xfrm>
              <a:off x="4007303" y="20229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D896CE7-8F2C-4417-864E-6517586D41FE}"/>
                </a:ext>
              </a:extLst>
            </p:cNvPr>
            <p:cNvSpPr/>
            <p:nvPr/>
          </p:nvSpPr>
          <p:spPr>
            <a:xfrm>
              <a:off x="4121108" y="221648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EFC6738-4F89-403E-A456-78D218A742FE}"/>
                </a:ext>
              </a:extLst>
            </p:cNvPr>
            <p:cNvSpPr/>
            <p:nvPr/>
          </p:nvSpPr>
          <p:spPr>
            <a:xfrm>
              <a:off x="4734614" y="17135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C0F65D2C-1630-4949-BF49-866687509263}"/>
                </a:ext>
              </a:extLst>
            </p:cNvPr>
            <p:cNvSpPr/>
            <p:nvPr/>
          </p:nvSpPr>
          <p:spPr>
            <a:xfrm>
              <a:off x="4248076" y="31656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0550E5E-7F62-4C74-BD77-6D95F6ED38C3}"/>
                </a:ext>
              </a:extLst>
            </p:cNvPr>
            <p:cNvSpPr/>
            <p:nvPr/>
          </p:nvSpPr>
          <p:spPr>
            <a:xfrm>
              <a:off x="4361700" y="300090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9007EB9-8B3A-47FA-BF12-6B2068DA5B38}"/>
                </a:ext>
              </a:extLst>
            </p:cNvPr>
            <p:cNvSpPr/>
            <p:nvPr/>
          </p:nvSpPr>
          <p:spPr>
            <a:xfrm>
              <a:off x="4638114" y="2992367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9893563-66B6-43F3-AF6B-49A5989642EA}"/>
                </a:ext>
              </a:extLst>
            </p:cNvPr>
            <p:cNvSpPr/>
            <p:nvPr/>
          </p:nvSpPr>
          <p:spPr>
            <a:xfrm>
              <a:off x="4473568" y="333782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2FC9EDF-96EE-40C9-8B86-7118469F2140}"/>
                </a:ext>
              </a:extLst>
            </p:cNvPr>
            <p:cNvSpPr/>
            <p:nvPr/>
          </p:nvSpPr>
          <p:spPr>
            <a:xfrm>
              <a:off x="4775963" y="328168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475FF19-BFCD-4B11-BB08-958217626259}"/>
              </a:ext>
            </a:extLst>
          </p:cNvPr>
          <p:cNvGrpSpPr>
            <a:grpSpLocks noChangeAspect="1"/>
          </p:cNvGrpSpPr>
          <p:nvPr/>
        </p:nvGrpSpPr>
        <p:grpSpPr>
          <a:xfrm>
            <a:off x="6222479" y="3961149"/>
            <a:ext cx="1935125" cy="1561396"/>
            <a:chOff x="2626242" y="1713521"/>
            <a:chExt cx="2541181" cy="2050405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5412E43-DF45-43A1-A4E3-F875365770C3}"/>
                </a:ext>
              </a:extLst>
            </p:cNvPr>
            <p:cNvCxnSpPr/>
            <p:nvPr/>
          </p:nvCxnSpPr>
          <p:spPr>
            <a:xfrm>
              <a:off x="2838893" y="2158409"/>
              <a:ext cx="0" cy="16055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EA4088B-F667-4047-B4B8-DBA20651FDE4}"/>
                </a:ext>
              </a:extLst>
            </p:cNvPr>
            <p:cNvCxnSpPr/>
            <p:nvPr/>
          </p:nvCxnSpPr>
          <p:spPr>
            <a:xfrm>
              <a:off x="2626242" y="3604437"/>
              <a:ext cx="254118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0C3F8AD-42CB-4CA9-A50A-EAF51F97C44B}"/>
                </a:ext>
              </a:extLst>
            </p:cNvPr>
            <p:cNvSpPr/>
            <p:nvPr/>
          </p:nvSpPr>
          <p:spPr>
            <a:xfrm>
              <a:off x="3494779" y="21119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B1D0B353-F224-4D5F-92AC-9B8296B4270F}"/>
                </a:ext>
              </a:extLst>
            </p:cNvPr>
            <p:cNvSpPr/>
            <p:nvPr/>
          </p:nvSpPr>
          <p:spPr>
            <a:xfrm>
              <a:off x="3886412" y="22630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43C96A5A-52FF-4FB2-909E-FF7D11D2518D}"/>
                </a:ext>
              </a:extLst>
            </p:cNvPr>
            <p:cNvSpPr/>
            <p:nvPr/>
          </p:nvSpPr>
          <p:spPr>
            <a:xfrm>
              <a:off x="4085666" y="264912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9427BB2-2643-49B5-8324-4A7C8A13DFAF}"/>
                </a:ext>
              </a:extLst>
            </p:cNvPr>
            <p:cNvSpPr/>
            <p:nvPr/>
          </p:nvSpPr>
          <p:spPr>
            <a:xfrm>
              <a:off x="3739718" y="25515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BD751E8-24F5-4148-88ED-8DD507C1B1CB}"/>
                </a:ext>
              </a:extLst>
            </p:cNvPr>
            <p:cNvSpPr/>
            <p:nvPr/>
          </p:nvSpPr>
          <p:spPr>
            <a:xfrm>
              <a:off x="4510221" y="180733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08A71AC-A432-482B-A2C8-533E3F6A9B92}"/>
                </a:ext>
              </a:extLst>
            </p:cNvPr>
            <p:cNvSpPr/>
            <p:nvPr/>
          </p:nvSpPr>
          <p:spPr>
            <a:xfrm>
              <a:off x="4029349" y="301288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168B46F-FB34-42AC-BEB1-CF2148F058AD}"/>
                </a:ext>
              </a:extLst>
            </p:cNvPr>
            <p:cNvSpPr/>
            <p:nvPr/>
          </p:nvSpPr>
          <p:spPr>
            <a:xfrm>
              <a:off x="4218180" y="191949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7560005-49D3-4523-8464-DB0FFDE7D3BB}"/>
                </a:ext>
              </a:extLst>
            </p:cNvPr>
            <p:cNvSpPr/>
            <p:nvPr/>
          </p:nvSpPr>
          <p:spPr>
            <a:xfrm>
              <a:off x="3523346" y="264443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F9457F2-BA0D-4584-AE9A-A1774E53F9CF}"/>
                </a:ext>
              </a:extLst>
            </p:cNvPr>
            <p:cNvSpPr/>
            <p:nvPr/>
          </p:nvSpPr>
          <p:spPr>
            <a:xfrm>
              <a:off x="3608584" y="230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308D564-D513-4BC7-8F80-62B0AFBB5E4A}"/>
                </a:ext>
              </a:extLst>
            </p:cNvPr>
            <p:cNvSpPr/>
            <p:nvPr/>
          </p:nvSpPr>
          <p:spPr>
            <a:xfrm>
              <a:off x="3491236" y="281535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0C771328-9AAD-4A76-885E-14D3D7F696A5}"/>
                </a:ext>
              </a:extLst>
            </p:cNvPr>
            <p:cNvSpPr/>
            <p:nvPr/>
          </p:nvSpPr>
          <p:spPr>
            <a:xfrm>
              <a:off x="3804116" y="2878871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074ACC8-F023-4202-8B39-826C9B1C95ED}"/>
                </a:ext>
              </a:extLst>
            </p:cNvPr>
            <p:cNvSpPr/>
            <p:nvPr/>
          </p:nvSpPr>
          <p:spPr>
            <a:xfrm>
              <a:off x="4142973" y="284811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57DF894-4D52-4F19-ABD7-C8634AC1AD1F}"/>
                </a:ext>
              </a:extLst>
            </p:cNvPr>
            <p:cNvSpPr/>
            <p:nvPr/>
          </p:nvSpPr>
          <p:spPr>
            <a:xfrm>
              <a:off x="3186436" y="224242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80CB8AB-1BC1-4E35-9D8A-1651CF00396D}"/>
                </a:ext>
              </a:extLst>
            </p:cNvPr>
            <p:cNvSpPr/>
            <p:nvPr/>
          </p:nvSpPr>
          <p:spPr>
            <a:xfrm>
              <a:off x="3433181" y="244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C288109-620E-4BBC-B13E-13245715E095}"/>
                </a:ext>
              </a:extLst>
            </p:cNvPr>
            <p:cNvSpPr/>
            <p:nvPr/>
          </p:nvSpPr>
          <p:spPr>
            <a:xfrm>
              <a:off x="3241265" y="245136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18DFCA7-85AD-4CD6-90C1-0FA51A981F15}"/>
                </a:ext>
              </a:extLst>
            </p:cNvPr>
            <p:cNvSpPr/>
            <p:nvPr/>
          </p:nvSpPr>
          <p:spPr>
            <a:xfrm>
              <a:off x="3608584" y="306838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C379A1A-FBA5-4EDD-9BFA-56923869D896}"/>
                </a:ext>
              </a:extLst>
            </p:cNvPr>
            <p:cNvSpPr/>
            <p:nvPr/>
          </p:nvSpPr>
          <p:spPr>
            <a:xfrm>
              <a:off x="4345168" y="251038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54799EA4-3FA0-4FA5-8C6A-949531C8B5B1}"/>
                </a:ext>
              </a:extLst>
            </p:cNvPr>
            <p:cNvSpPr/>
            <p:nvPr/>
          </p:nvSpPr>
          <p:spPr>
            <a:xfrm>
              <a:off x="4469073" y="280118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8F1351BA-25D2-4DBE-A902-B3E782EBD332}"/>
                </a:ext>
              </a:extLst>
            </p:cNvPr>
            <p:cNvSpPr/>
            <p:nvPr/>
          </p:nvSpPr>
          <p:spPr>
            <a:xfrm>
              <a:off x="4490754" y="2306714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75E0BFAD-EB3B-4CE3-8D25-07F941CF16EA}"/>
                </a:ext>
              </a:extLst>
            </p:cNvPr>
            <p:cNvSpPr/>
            <p:nvPr/>
          </p:nvSpPr>
          <p:spPr>
            <a:xfrm>
              <a:off x="4732261" y="24698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3771DEF-03A0-429E-84DA-8DE877226B93}"/>
                </a:ext>
              </a:extLst>
            </p:cNvPr>
            <p:cNvSpPr/>
            <p:nvPr/>
          </p:nvSpPr>
          <p:spPr>
            <a:xfrm>
              <a:off x="4921837" y="242481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3C2ACF8-FB62-4987-BA82-08F70951E38D}"/>
                </a:ext>
              </a:extLst>
            </p:cNvPr>
            <p:cNvSpPr/>
            <p:nvPr/>
          </p:nvSpPr>
          <p:spPr>
            <a:xfrm>
              <a:off x="4757291" y="27702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C3CEC44-9ABD-494F-9D46-E1E07D114733}"/>
                </a:ext>
              </a:extLst>
            </p:cNvPr>
            <p:cNvSpPr/>
            <p:nvPr/>
          </p:nvSpPr>
          <p:spPr>
            <a:xfrm>
              <a:off x="4674350" y="2125063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D186831-4B18-4D44-B452-80D01A95784B}"/>
                </a:ext>
              </a:extLst>
            </p:cNvPr>
            <p:cNvSpPr/>
            <p:nvPr/>
          </p:nvSpPr>
          <p:spPr>
            <a:xfrm>
              <a:off x="5059686" y="2714130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35086C0-445C-44CA-853F-626E953D806B}"/>
                </a:ext>
              </a:extLst>
            </p:cNvPr>
            <p:cNvSpPr/>
            <p:nvPr/>
          </p:nvSpPr>
          <p:spPr>
            <a:xfrm>
              <a:off x="4813014" y="22563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82FD78B-1706-4D05-9C6A-B41EBF4E1178}"/>
                </a:ext>
              </a:extLst>
            </p:cNvPr>
            <p:cNvSpPr/>
            <p:nvPr/>
          </p:nvSpPr>
          <p:spPr>
            <a:xfrm>
              <a:off x="4880689" y="1944099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99A0B50D-CEC6-4FE5-A506-E5E43430A389}"/>
                </a:ext>
              </a:extLst>
            </p:cNvPr>
            <p:cNvSpPr/>
            <p:nvPr/>
          </p:nvSpPr>
          <p:spPr>
            <a:xfrm>
              <a:off x="3854903" y="18705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389B7F38-A7B6-4EBB-9778-784FBBAAF2C5}"/>
                </a:ext>
              </a:extLst>
            </p:cNvPr>
            <p:cNvSpPr/>
            <p:nvPr/>
          </p:nvSpPr>
          <p:spPr>
            <a:xfrm>
              <a:off x="3392033" y="192706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3BE8CF9-0D90-4878-99F2-8E87C20B266A}"/>
                </a:ext>
              </a:extLst>
            </p:cNvPr>
            <p:cNvSpPr/>
            <p:nvPr/>
          </p:nvSpPr>
          <p:spPr>
            <a:xfrm>
              <a:off x="4402848" y="19940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5909405-C8FE-44D2-835C-16A07CD625C5}"/>
                </a:ext>
              </a:extLst>
            </p:cNvPr>
            <p:cNvSpPr/>
            <p:nvPr/>
          </p:nvSpPr>
          <p:spPr>
            <a:xfrm>
              <a:off x="4038812" y="24154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73D00E72-1E66-431B-A473-F132700A55BD}"/>
                </a:ext>
              </a:extLst>
            </p:cNvPr>
            <p:cNvSpPr/>
            <p:nvPr/>
          </p:nvSpPr>
          <p:spPr>
            <a:xfrm>
              <a:off x="4007303" y="20229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55C1C702-60E2-40F1-B6BD-EED66BD3484E}"/>
                </a:ext>
              </a:extLst>
            </p:cNvPr>
            <p:cNvSpPr/>
            <p:nvPr/>
          </p:nvSpPr>
          <p:spPr>
            <a:xfrm>
              <a:off x="4121108" y="221648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83E19BAF-91C7-4148-BF2A-6FE4C2C354CB}"/>
                </a:ext>
              </a:extLst>
            </p:cNvPr>
            <p:cNvSpPr/>
            <p:nvPr/>
          </p:nvSpPr>
          <p:spPr>
            <a:xfrm>
              <a:off x="4734614" y="17135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63A1480-7A5C-4E98-A15F-CC0B5BFE17D8}"/>
                </a:ext>
              </a:extLst>
            </p:cNvPr>
            <p:cNvSpPr/>
            <p:nvPr/>
          </p:nvSpPr>
          <p:spPr>
            <a:xfrm>
              <a:off x="4248076" y="31656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A428B2F-B796-4380-909D-0DCDEA24B18C}"/>
                </a:ext>
              </a:extLst>
            </p:cNvPr>
            <p:cNvSpPr/>
            <p:nvPr/>
          </p:nvSpPr>
          <p:spPr>
            <a:xfrm>
              <a:off x="4361700" y="300090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AFC7A20-6DF2-4F49-9AC4-8570B7D6A6C3}"/>
                </a:ext>
              </a:extLst>
            </p:cNvPr>
            <p:cNvSpPr/>
            <p:nvPr/>
          </p:nvSpPr>
          <p:spPr>
            <a:xfrm>
              <a:off x="4638114" y="2992367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5E4EB95-64BA-4D43-A34E-3BE084B9A8B0}"/>
                </a:ext>
              </a:extLst>
            </p:cNvPr>
            <p:cNvSpPr/>
            <p:nvPr/>
          </p:nvSpPr>
          <p:spPr>
            <a:xfrm>
              <a:off x="4473568" y="333782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AEE3E22A-4FAF-434D-90F8-3DF0C1B7BF00}"/>
                </a:ext>
              </a:extLst>
            </p:cNvPr>
            <p:cNvSpPr/>
            <p:nvPr/>
          </p:nvSpPr>
          <p:spPr>
            <a:xfrm>
              <a:off x="4775963" y="328168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60DCCB1-5886-4589-82AD-D46B8764D0B5}"/>
              </a:ext>
            </a:extLst>
          </p:cNvPr>
          <p:cNvGrpSpPr>
            <a:grpSpLocks noChangeAspect="1"/>
          </p:cNvGrpSpPr>
          <p:nvPr/>
        </p:nvGrpSpPr>
        <p:grpSpPr>
          <a:xfrm>
            <a:off x="6199081" y="1985286"/>
            <a:ext cx="1935125" cy="1561396"/>
            <a:chOff x="2626242" y="1713521"/>
            <a:chExt cx="2541181" cy="2050405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F9539884-3D53-4882-A74C-63DF1AA50986}"/>
                </a:ext>
              </a:extLst>
            </p:cNvPr>
            <p:cNvCxnSpPr/>
            <p:nvPr/>
          </p:nvCxnSpPr>
          <p:spPr>
            <a:xfrm>
              <a:off x="2838893" y="2158409"/>
              <a:ext cx="0" cy="16055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3E728C9-8C1E-4083-A5D7-0905EC3F95EF}"/>
                </a:ext>
              </a:extLst>
            </p:cNvPr>
            <p:cNvCxnSpPr/>
            <p:nvPr/>
          </p:nvCxnSpPr>
          <p:spPr>
            <a:xfrm>
              <a:off x="2626242" y="3604437"/>
              <a:ext cx="254118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5BF1A7A-0897-4776-A332-A49CD10F3DE2}"/>
                </a:ext>
              </a:extLst>
            </p:cNvPr>
            <p:cNvSpPr/>
            <p:nvPr/>
          </p:nvSpPr>
          <p:spPr>
            <a:xfrm>
              <a:off x="3494779" y="21119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CC7F438-7D01-445E-B242-D98D2A114236}"/>
                </a:ext>
              </a:extLst>
            </p:cNvPr>
            <p:cNvSpPr/>
            <p:nvPr/>
          </p:nvSpPr>
          <p:spPr>
            <a:xfrm>
              <a:off x="3886412" y="22630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00AD986-7E60-4E17-B23C-09B1D59467CE}"/>
                </a:ext>
              </a:extLst>
            </p:cNvPr>
            <p:cNvSpPr/>
            <p:nvPr/>
          </p:nvSpPr>
          <p:spPr>
            <a:xfrm>
              <a:off x="4085666" y="264912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6A40850-E81F-4E69-95CD-5A894AEA4F9A}"/>
                </a:ext>
              </a:extLst>
            </p:cNvPr>
            <p:cNvSpPr/>
            <p:nvPr/>
          </p:nvSpPr>
          <p:spPr>
            <a:xfrm>
              <a:off x="3739718" y="25515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1C36A6A-9942-44F8-907A-0471C0915B72}"/>
                </a:ext>
              </a:extLst>
            </p:cNvPr>
            <p:cNvSpPr/>
            <p:nvPr/>
          </p:nvSpPr>
          <p:spPr>
            <a:xfrm>
              <a:off x="4510221" y="180733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7C6B9295-EFA2-4D44-A9E4-CC9DD7484A61}"/>
                </a:ext>
              </a:extLst>
            </p:cNvPr>
            <p:cNvSpPr/>
            <p:nvPr/>
          </p:nvSpPr>
          <p:spPr>
            <a:xfrm>
              <a:off x="4029349" y="301288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045E5DF3-A50F-4FCA-B3DD-2696B6554A3C}"/>
                </a:ext>
              </a:extLst>
            </p:cNvPr>
            <p:cNvSpPr/>
            <p:nvPr/>
          </p:nvSpPr>
          <p:spPr>
            <a:xfrm>
              <a:off x="4218180" y="191949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4FC8B712-573B-4DED-90DB-1F9A73D882D0}"/>
                </a:ext>
              </a:extLst>
            </p:cNvPr>
            <p:cNvSpPr/>
            <p:nvPr/>
          </p:nvSpPr>
          <p:spPr>
            <a:xfrm>
              <a:off x="3523346" y="264443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CDA4405-4088-47DF-B4BF-8BB5FFCAF61D}"/>
                </a:ext>
              </a:extLst>
            </p:cNvPr>
            <p:cNvSpPr/>
            <p:nvPr/>
          </p:nvSpPr>
          <p:spPr>
            <a:xfrm>
              <a:off x="3608584" y="230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0315471-7B0A-43A2-90BF-A1634476652A}"/>
                </a:ext>
              </a:extLst>
            </p:cNvPr>
            <p:cNvSpPr/>
            <p:nvPr/>
          </p:nvSpPr>
          <p:spPr>
            <a:xfrm>
              <a:off x="3491236" y="281535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4DD45AAD-81FB-4085-90E8-9A53C053433D}"/>
                </a:ext>
              </a:extLst>
            </p:cNvPr>
            <p:cNvSpPr/>
            <p:nvPr/>
          </p:nvSpPr>
          <p:spPr>
            <a:xfrm>
              <a:off x="3804116" y="2878871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453E17A5-C1EB-47F3-89BE-33957DBA5391}"/>
                </a:ext>
              </a:extLst>
            </p:cNvPr>
            <p:cNvSpPr/>
            <p:nvPr/>
          </p:nvSpPr>
          <p:spPr>
            <a:xfrm>
              <a:off x="4142973" y="284811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144CD80F-16F1-40D5-AB36-D03C04743469}"/>
                </a:ext>
              </a:extLst>
            </p:cNvPr>
            <p:cNvSpPr/>
            <p:nvPr/>
          </p:nvSpPr>
          <p:spPr>
            <a:xfrm>
              <a:off x="3186436" y="224242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AA00415-8FC9-4C1C-BA08-2095922493D6}"/>
                </a:ext>
              </a:extLst>
            </p:cNvPr>
            <p:cNvSpPr/>
            <p:nvPr/>
          </p:nvSpPr>
          <p:spPr>
            <a:xfrm>
              <a:off x="3433181" y="244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285D04B-7F92-44F2-89AF-7B04A4810579}"/>
                </a:ext>
              </a:extLst>
            </p:cNvPr>
            <p:cNvSpPr/>
            <p:nvPr/>
          </p:nvSpPr>
          <p:spPr>
            <a:xfrm>
              <a:off x="3241265" y="245136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EBB47E49-C6A1-4E59-A9B2-4711F65F9955}"/>
                </a:ext>
              </a:extLst>
            </p:cNvPr>
            <p:cNvSpPr/>
            <p:nvPr/>
          </p:nvSpPr>
          <p:spPr>
            <a:xfrm>
              <a:off x="3608584" y="306838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485E775-14F8-4D79-8AE3-BAB3F9EDB0CC}"/>
                </a:ext>
              </a:extLst>
            </p:cNvPr>
            <p:cNvSpPr/>
            <p:nvPr/>
          </p:nvSpPr>
          <p:spPr>
            <a:xfrm>
              <a:off x="4345168" y="251038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29D3D49-2A77-46C9-B225-5B01EC0EDB7B}"/>
                </a:ext>
              </a:extLst>
            </p:cNvPr>
            <p:cNvSpPr/>
            <p:nvPr/>
          </p:nvSpPr>
          <p:spPr>
            <a:xfrm>
              <a:off x="4469073" y="280118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88C11D13-85DD-456A-9591-47C64F033809}"/>
                </a:ext>
              </a:extLst>
            </p:cNvPr>
            <p:cNvSpPr/>
            <p:nvPr/>
          </p:nvSpPr>
          <p:spPr>
            <a:xfrm>
              <a:off x="4490754" y="2306714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D2CC616-A5F6-4AAC-8C40-2C072275B195}"/>
                </a:ext>
              </a:extLst>
            </p:cNvPr>
            <p:cNvSpPr/>
            <p:nvPr/>
          </p:nvSpPr>
          <p:spPr>
            <a:xfrm>
              <a:off x="4732261" y="24698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8E1FB269-A963-44FC-A7FB-0CC672E6987A}"/>
                </a:ext>
              </a:extLst>
            </p:cNvPr>
            <p:cNvSpPr/>
            <p:nvPr/>
          </p:nvSpPr>
          <p:spPr>
            <a:xfrm>
              <a:off x="4921837" y="242481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0CD77E9-A8BC-4EBA-9BA4-C4208E6C11EB}"/>
                </a:ext>
              </a:extLst>
            </p:cNvPr>
            <p:cNvSpPr/>
            <p:nvPr/>
          </p:nvSpPr>
          <p:spPr>
            <a:xfrm>
              <a:off x="4757291" y="27702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A56D9C00-E4CA-48BC-9195-30A539060673}"/>
                </a:ext>
              </a:extLst>
            </p:cNvPr>
            <p:cNvSpPr/>
            <p:nvPr/>
          </p:nvSpPr>
          <p:spPr>
            <a:xfrm>
              <a:off x="4674350" y="2125063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EE90871-7332-449A-8696-0ACA92046283}"/>
                </a:ext>
              </a:extLst>
            </p:cNvPr>
            <p:cNvSpPr/>
            <p:nvPr/>
          </p:nvSpPr>
          <p:spPr>
            <a:xfrm>
              <a:off x="5059686" y="2714130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D906491A-29A9-4DA4-99CD-AB3E48DBC855}"/>
                </a:ext>
              </a:extLst>
            </p:cNvPr>
            <p:cNvSpPr/>
            <p:nvPr/>
          </p:nvSpPr>
          <p:spPr>
            <a:xfrm>
              <a:off x="4813014" y="22563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D5C2474-77F8-4297-922E-AE7FB783D54C}"/>
                </a:ext>
              </a:extLst>
            </p:cNvPr>
            <p:cNvSpPr/>
            <p:nvPr/>
          </p:nvSpPr>
          <p:spPr>
            <a:xfrm>
              <a:off x="4880689" y="1944099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FD5C18E3-0CF2-4420-8CAD-ACB21BC86616}"/>
                </a:ext>
              </a:extLst>
            </p:cNvPr>
            <p:cNvSpPr/>
            <p:nvPr/>
          </p:nvSpPr>
          <p:spPr>
            <a:xfrm>
              <a:off x="3854903" y="18705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2194763F-21B6-41A4-8505-EC2C13ED2CFA}"/>
                </a:ext>
              </a:extLst>
            </p:cNvPr>
            <p:cNvSpPr/>
            <p:nvPr/>
          </p:nvSpPr>
          <p:spPr>
            <a:xfrm>
              <a:off x="3392033" y="192706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49AC9D88-EA95-4E8A-9F99-B004A8E09216}"/>
                </a:ext>
              </a:extLst>
            </p:cNvPr>
            <p:cNvSpPr/>
            <p:nvPr/>
          </p:nvSpPr>
          <p:spPr>
            <a:xfrm>
              <a:off x="4402848" y="19940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B024455D-3245-4260-B95D-5DE03A210A40}"/>
                </a:ext>
              </a:extLst>
            </p:cNvPr>
            <p:cNvSpPr/>
            <p:nvPr/>
          </p:nvSpPr>
          <p:spPr>
            <a:xfrm>
              <a:off x="4038812" y="24154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84F103C-6422-4070-A89B-7E571119078E}"/>
                </a:ext>
              </a:extLst>
            </p:cNvPr>
            <p:cNvSpPr/>
            <p:nvPr/>
          </p:nvSpPr>
          <p:spPr>
            <a:xfrm>
              <a:off x="4007303" y="20229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3BC0C50-7123-4B67-8C6B-21A57C97D08E}"/>
                </a:ext>
              </a:extLst>
            </p:cNvPr>
            <p:cNvSpPr/>
            <p:nvPr/>
          </p:nvSpPr>
          <p:spPr>
            <a:xfrm>
              <a:off x="4121108" y="221648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1FB2D555-39DE-42E1-A9FF-EA09FA973D49}"/>
                </a:ext>
              </a:extLst>
            </p:cNvPr>
            <p:cNvSpPr/>
            <p:nvPr/>
          </p:nvSpPr>
          <p:spPr>
            <a:xfrm>
              <a:off x="4734614" y="17135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73A4A200-DD9E-4002-B617-B267F31390BE}"/>
                </a:ext>
              </a:extLst>
            </p:cNvPr>
            <p:cNvSpPr/>
            <p:nvPr/>
          </p:nvSpPr>
          <p:spPr>
            <a:xfrm>
              <a:off x="4248076" y="31656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44F172BE-DA00-460A-A8C9-4A112849BD82}"/>
                </a:ext>
              </a:extLst>
            </p:cNvPr>
            <p:cNvSpPr/>
            <p:nvPr/>
          </p:nvSpPr>
          <p:spPr>
            <a:xfrm>
              <a:off x="4361700" y="300090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AF543783-F199-4F48-8633-4229EC9EC130}"/>
                </a:ext>
              </a:extLst>
            </p:cNvPr>
            <p:cNvSpPr/>
            <p:nvPr/>
          </p:nvSpPr>
          <p:spPr>
            <a:xfrm>
              <a:off x="4638114" y="2992367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A30CF734-9D1C-44DF-B5A3-0D4E4E0353BD}"/>
                </a:ext>
              </a:extLst>
            </p:cNvPr>
            <p:cNvSpPr/>
            <p:nvPr/>
          </p:nvSpPr>
          <p:spPr>
            <a:xfrm>
              <a:off x="4473568" y="333782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1C86438C-6C38-4D0F-880A-50D5977DA550}"/>
                </a:ext>
              </a:extLst>
            </p:cNvPr>
            <p:cNvSpPr/>
            <p:nvPr/>
          </p:nvSpPr>
          <p:spPr>
            <a:xfrm>
              <a:off x="4775963" y="328168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B113F0B-F5DC-46C5-98E7-087DA5D5AE03}"/>
              </a:ext>
            </a:extLst>
          </p:cNvPr>
          <p:cNvGrpSpPr>
            <a:grpSpLocks noChangeAspect="1"/>
          </p:cNvGrpSpPr>
          <p:nvPr/>
        </p:nvGrpSpPr>
        <p:grpSpPr>
          <a:xfrm>
            <a:off x="9371120" y="2958773"/>
            <a:ext cx="1935125" cy="1561396"/>
            <a:chOff x="2626242" y="1713521"/>
            <a:chExt cx="2541181" cy="2050405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FB1A683-A7E7-4588-9744-58CBD671A598}"/>
                </a:ext>
              </a:extLst>
            </p:cNvPr>
            <p:cNvCxnSpPr/>
            <p:nvPr/>
          </p:nvCxnSpPr>
          <p:spPr>
            <a:xfrm>
              <a:off x="2838893" y="2158409"/>
              <a:ext cx="0" cy="16055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7B937CA-507D-4C60-928C-E9A1382DECD7}"/>
                </a:ext>
              </a:extLst>
            </p:cNvPr>
            <p:cNvCxnSpPr/>
            <p:nvPr/>
          </p:nvCxnSpPr>
          <p:spPr>
            <a:xfrm>
              <a:off x="2626242" y="3604437"/>
              <a:ext cx="254118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DEA30CB4-CC85-4EF6-B7B8-133B6D633EA2}"/>
                </a:ext>
              </a:extLst>
            </p:cNvPr>
            <p:cNvSpPr/>
            <p:nvPr/>
          </p:nvSpPr>
          <p:spPr>
            <a:xfrm>
              <a:off x="3494779" y="21119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2572CE6F-CF23-41AC-9D03-8091915EE306}"/>
                </a:ext>
              </a:extLst>
            </p:cNvPr>
            <p:cNvSpPr/>
            <p:nvPr/>
          </p:nvSpPr>
          <p:spPr>
            <a:xfrm>
              <a:off x="3886412" y="22630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2905F61-CF28-4C84-9BA7-2D3BEF2C1883}"/>
                </a:ext>
              </a:extLst>
            </p:cNvPr>
            <p:cNvSpPr/>
            <p:nvPr/>
          </p:nvSpPr>
          <p:spPr>
            <a:xfrm>
              <a:off x="4085666" y="264912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A355CD4-089E-430F-BE86-5787DA74738F}"/>
                </a:ext>
              </a:extLst>
            </p:cNvPr>
            <p:cNvSpPr/>
            <p:nvPr/>
          </p:nvSpPr>
          <p:spPr>
            <a:xfrm>
              <a:off x="3739718" y="25515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FE9A63F0-1CCC-4E11-9E2A-B885CB814663}"/>
                </a:ext>
              </a:extLst>
            </p:cNvPr>
            <p:cNvSpPr/>
            <p:nvPr/>
          </p:nvSpPr>
          <p:spPr>
            <a:xfrm>
              <a:off x="4510221" y="180733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FC900B58-28A2-403E-9067-43479E238AB4}"/>
                </a:ext>
              </a:extLst>
            </p:cNvPr>
            <p:cNvSpPr/>
            <p:nvPr/>
          </p:nvSpPr>
          <p:spPr>
            <a:xfrm>
              <a:off x="4029349" y="301288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845A8123-4EF4-4CD6-8BEE-314E28452922}"/>
                </a:ext>
              </a:extLst>
            </p:cNvPr>
            <p:cNvSpPr/>
            <p:nvPr/>
          </p:nvSpPr>
          <p:spPr>
            <a:xfrm>
              <a:off x="4218180" y="191949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FC09437-564F-431E-B59F-4102C2D0501B}"/>
                </a:ext>
              </a:extLst>
            </p:cNvPr>
            <p:cNvSpPr/>
            <p:nvPr/>
          </p:nvSpPr>
          <p:spPr>
            <a:xfrm>
              <a:off x="3523346" y="264443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EB2A7E01-1428-4A6F-9351-C97E0340F982}"/>
                </a:ext>
              </a:extLst>
            </p:cNvPr>
            <p:cNvSpPr/>
            <p:nvPr/>
          </p:nvSpPr>
          <p:spPr>
            <a:xfrm>
              <a:off x="3608584" y="230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3313EA5E-6827-4D75-AB7D-C57C3F0866F5}"/>
                </a:ext>
              </a:extLst>
            </p:cNvPr>
            <p:cNvSpPr/>
            <p:nvPr/>
          </p:nvSpPr>
          <p:spPr>
            <a:xfrm>
              <a:off x="3491236" y="2815357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16720BEE-58F0-4A44-9843-7944C86A1BFA}"/>
                </a:ext>
              </a:extLst>
            </p:cNvPr>
            <p:cNvSpPr/>
            <p:nvPr/>
          </p:nvSpPr>
          <p:spPr>
            <a:xfrm>
              <a:off x="3804116" y="2878871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DDC5EFC7-8446-4F0F-83C4-95631577459A}"/>
                </a:ext>
              </a:extLst>
            </p:cNvPr>
            <p:cNvSpPr/>
            <p:nvPr/>
          </p:nvSpPr>
          <p:spPr>
            <a:xfrm>
              <a:off x="4142973" y="284811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0E338CF1-4363-40A7-984D-FBA8B0296A34}"/>
                </a:ext>
              </a:extLst>
            </p:cNvPr>
            <p:cNvSpPr/>
            <p:nvPr/>
          </p:nvSpPr>
          <p:spPr>
            <a:xfrm>
              <a:off x="3186436" y="224242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F21F7594-4AAF-4D59-A9DD-76D068731CEC}"/>
                </a:ext>
              </a:extLst>
            </p:cNvPr>
            <p:cNvSpPr/>
            <p:nvPr/>
          </p:nvSpPr>
          <p:spPr>
            <a:xfrm>
              <a:off x="3433181" y="244554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29F5A2A5-E25C-4DE1-97FB-D92A4C0F0F23}"/>
                </a:ext>
              </a:extLst>
            </p:cNvPr>
            <p:cNvSpPr/>
            <p:nvPr/>
          </p:nvSpPr>
          <p:spPr>
            <a:xfrm>
              <a:off x="3241265" y="245136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615C7D89-16D8-4FCD-843A-88BEBEDD9508}"/>
                </a:ext>
              </a:extLst>
            </p:cNvPr>
            <p:cNvSpPr/>
            <p:nvPr/>
          </p:nvSpPr>
          <p:spPr>
            <a:xfrm>
              <a:off x="3608584" y="306838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81C08953-CCE0-4BE4-ADA1-F1471F3D82BE}"/>
                </a:ext>
              </a:extLst>
            </p:cNvPr>
            <p:cNvSpPr/>
            <p:nvPr/>
          </p:nvSpPr>
          <p:spPr>
            <a:xfrm>
              <a:off x="4345168" y="2510380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8DA37C96-940A-4B02-AD1B-ABA229046A4F}"/>
                </a:ext>
              </a:extLst>
            </p:cNvPr>
            <p:cNvSpPr/>
            <p:nvPr/>
          </p:nvSpPr>
          <p:spPr>
            <a:xfrm>
              <a:off x="4469073" y="2801185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59A2DCB-4F63-416B-A90F-9D3C457D6A13}"/>
                </a:ext>
              </a:extLst>
            </p:cNvPr>
            <p:cNvSpPr/>
            <p:nvPr/>
          </p:nvSpPr>
          <p:spPr>
            <a:xfrm>
              <a:off x="4490754" y="2306714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4E0A084-3596-4D84-9074-0986B4BF2F83}"/>
                </a:ext>
              </a:extLst>
            </p:cNvPr>
            <p:cNvSpPr/>
            <p:nvPr/>
          </p:nvSpPr>
          <p:spPr>
            <a:xfrm>
              <a:off x="4732261" y="24698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77CE43CF-2CE8-4E89-AA01-587532F33129}"/>
                </a:ext>
              </a:extLst>
            </p:cNvPr>
            <p:cNvSpPr/>
            <p:nvPr/>
          </p:nvSpPr>
          <p:spPr>
            <a:xfrm>
              <a:off x="4921837" y="242481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24FDC67A-0E79-4A02-B876-9AD86CA60B50}"/>
                </a:ext>
              </a:extLst>
            </p:cNvPr>
            <p:cNvSpPr/>
            <p:nvPr/>
          </p:nvSpPr>
          <p:spPr>
            <a:xfrm>
              <a:off x="4757291" y="2770275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AA6FF745-EAA6-422B-B335-B102C42D65EC}"/>
                </a:ext>
              </a:extLst>
            </p:cNvPr>
            <p:cNvSpPr/>
            <p:nvPr/>
          </p:nvSpPr>
          <p:spPr>
            <a:xfrm>
              <a:off x="4674350" y="2125063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D4857ABB-36F4-4D96-AC86-E7C48700AD8A}"/>
                </a:ext>
              </a:extLst>
            </p:cNvPr>
            <p:cNvSpPr/>
            <p:nvPr/>
          </p:nvSpPr>
          <p:spPr>
            <a:xfrm>
              <a:off x="5059686" y="2714130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DC6C0C7C-0BF0-4853-9523-2EA17ACF1370}"/>
                </a:ext>
              </a:extLst>
            </p:cNvPr>
            <p:cNvSpPr/>
            <p:nvPr/>
          </p:nvSpPr>
          <p:spPr>
            <a:xfrm>
              <a:off x="4813014" y="22563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F0D5BD47-3E01-44DE-9BEE-84448FABBCCC}"/>
                </a:ext>
              </a:extLst>
            </p:cNvPr>
            <p:cNvSpPr/>
            <p:nvPr/>
          </p:nvSpPr>
          <p:spPr>
            <a:xfrm>
              <a:off x="4880689" y="1944099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FB1C070-C879-4DC6-9EC3-ED20EBF82E05}"/>
                </a:ext>
              </a:extLst>
            </p:cNvPr>
            <p:cNvSpPr/>
            <p:nvPr/>
          </p:nvSpPr>
          <p:spPr>
            <a:xfrm>
              <a:off x="3854903" y="18705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82C27D2-DB21-468C-8AD3-2AF9073DF982}"/>
                </a:ext>
              </a:extLst>
            </p:cNvPr>
            <p:cNvSpPr/>
            <p:nvPr/>
          </p:nvSpPr>
          <p:spPr>
            <a:xfrm>
              <a:off x="3392033" y="192706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25B39DD-9521-41BA-BB1B-DF36CDC34B2D}"/>
                </a:ext>
              </a:extLst>
            </p:cNvPr>
            <p:cNvSpPr/>
            <p:nvPr/>
          </p:nvSpPr>
          <p:spPr>
            <a:xfrm>
              <a:off x="4402848" y="199402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F22E8E05-C661-4547-B855-2514A6A26C98}"/>
                </a:ext>
              </a:extLst>
            </p:cNvPr>
            <p:cNvSpPr/>
            <p:nvPr/>
          </p:nvSpPr>
          <p:spPr>
            <a:xfrm>
              <a:off x="4038812" y="2415476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B7E1CA5E-D759-4B63-B60B-1B2FA260864F}"/>
                </a:ext>
              </a:extLst>
            </p:cNvPr>
            <p:cNvSpPr/>
            <p:nvPr/>
          </p:nvSpPr>
          <p:spPr>
            <a:xfrm>
              <a:off x="4007303" y="2022918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9513D2C8-446D-40F5-A831-B3CDE9103340}"/>
                </a:ext>
              </a:extLst>
            </p:cNvPr>
            <p:cNvSpPr/>
            <p:nvPr/>
          </p:nvSpPr>
          <p:spPr>
            <a:xfrm>
              <a:off x="4121108" y="2216489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73689D0-921E-41B4-9581-3268790ECBDD}"/>
                </a:ext>
              </a:extLst>
            </p:cNvPr>
            <p:cNvSpPr/>
            <p:nvPr/>
          </p:nvSpPr>
          <p:spPr>
            <a:xfrm>
              <a:off x="4734614" y="171352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7F21D6E5-120E-49C1-AB31-3AC94EF89CDC}"/>
                </a:ext>
              </a:extLst>
            </p:cNvPr>
            <p:cNvSpPr/>
            <p:nvPr/>
          </p:nvSpPr>
          <p:spPr>
            <a:xfrm>
              <a:off x="4248076" y="3165674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DE8452EF-01A6-4D7C-A499-7669F6809073}"/>
                </a:ext>
              </a:extLst>
            </p:cNvPr>
            <p:cNvSpPr/>
            <p:nvPr/>
          </p:nvSpPr>
          <p:spPr>
            <a:xfrm>
              <a:off x="4361700" y="3000903"/>
              <a:ext cx="82296" cy="8229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8235FAA-DB70-4429-B5D5-2A1EFB9C5E4A}"/>
                </a:ext>
              </a:extLst>
            </p:cNvPr>
            <p:cNvSpPr/>
            <p:nvPr/>
          </p:nvSpPr>
          <p:spPr>
            <a:xfrm>
              <a:off x="4638114" y="2992367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F3AB0A19-C162-4921-9897-89B71A9BCEF8}"/>
                </a:ext>
              </a:extLst>
            </p:cNvPr>
            <p:cNvSpPr/>
            <p:nvPr/>
          </p:nvSpPr>
          <p:spPr>
            <a:xfrm>
              <a:off x="4473568" y="3337826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3FD2E6E8-DAD7-4704-B141-796974561BDC}"/>
                </a:ext>
              </a:extLst>
            </p:cNvPr>
            <p:cNvSpPr/>
            <p:nvPr/>
          </p:nvSpPr>
          <p:spPr>
            <a:xfrm>
              <a:off x="4775963" y="3281681"/>
              <a:ext cx="82296" cy="8229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5EF7978-2492-425E-8317-D24FDB739CA2}"/>
              </a:ext>
            </a:extLst>
          </p:cNvPr>
          <p:cNvCxnSpPr/>
          <p:nvPr/>
        </p:nvCxnSpPr>
        <p:spPr>
          <a:xfrm flipH="1">
            <a:off x="3767218" y="1828804"/>
            <a:ext cx="448597" cy="176811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94F60BD-AEFF-4B9F-9BD8-BB62996AD967}"/>
              </a:ext>
            </a:extLst>
          </p:cNvPr>
          <p:cNvSpPr/>
          <p:nvPr/>
        </p:nvSpPr>
        <p:spPr>
          <a:xfrm rot="912237">
            <a:off x="4011549" y="2031147"/>
            <a:ext cx="614382" cy="1263405"/>
          </a:xfrm>
          <a:prstGeom prst="rect">
            <a:avLst/>
          </a:prstGeom>
          <a:solidFill>
            <a:srgbClr val="00B0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46AB4971-B46C-49E0-A753-AD54BF71E499}"/>
              </a:ext>
            </a:extLst>
          </p:cNvPr>
          <p:cNvSpPr/>
          <p:nvPr/>
        </p:nvSpPr>
        <p:spPr>
          <a:xfrm rot="822659">
            <a:off x="3398017" y="1850059"/>
            <a:ext cx="614382" cy="1255888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16CDC03-BCB0-44AB-9F3B-D7DD0125815A}"/>
              </a:ext>
            </a:extLst>
          </p:cNvPr>
          <p:cNvCxnSpPr/>
          <p:nvPr/>
        </p:nvCxnSpPr>
        <p:spPr>
          <a:xfrm flipV="1">
            <a:off x="2765950" y="4474648"/>
            <a:ext cx="2210088" cy="76815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E90C6769-1968-42E7-86B6-2F87F018EAF1}"/>
              </a:ext>
            </a:extLst>
          </p:cNvPr>
          <p:cNvSpPr/>
          <p:nvPr/>
        </p:nvSpPr>
        <p:spPr>
          <a:xfrm rot="4332261">
            <a:off x="3505460" y="3747373"/>
            <a:ext cx="857251" cy="1263405"/>
          </a:xfrm>
          <a:prstGeom prst="rect">
            <a:avLst/>
          </a:prstGeom>
          <a:solidFill>
            <a:srgbClr val="00B0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C4AEAEC-3E1E-4AC2-93FA-2435340F4DEE}"/>
              </a:ext>
            </a:extLst>
          </p:cNvPr>
          <p:cNvSpPr/>
          <p:nvPr/>
        </p:nvSpPr>
        <p:spPr>
          <a:xfrm rot="4210459">
            <a:off x="3845292" y="4470362"/>
            <a:ext cx="614382" cy="1255888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Freeform: Shape 221">
            <a:extLst>
              <a:ext uri="{FF2B5EF4-FFF2-40B4-BE49-F238E27FC236}">
                <a16:creationId xmlns:a16="http://schemas.microsoft.com/office/drawing/2014/main" id="{9BB43EAE-F3D7-4471-A0C6-63954F39B344}"/>
              </a:ext>
            </a:extLst>
          </p:cNvPr>
          <p:cNvSpPr/>
          <p:nvPr/>
        </p:nvSpPr>
        <p:spPr>
          <a:xfrm>
            <a:off x="7654976" y="1935130"/>
            <a:ext cx="808540" cy="956930"/>
          </a:xfrm>
          <a:custGeom>
            <a:avLst/>
            <a:gdLst>
              <a:gd name="connsiteX0" fmla="*/ 404503 w 808540"/>
              <a:gd name="connsiteY0" fmla="*/ 0 h 956930"/>
              <a:gd name="connsiteX1" fmla="*/ 404503 w 808540"/>
              <a:gd name="connsiteY1" fmla="*/ 0 h 956930"/>
              <a:gd name="connsiteX2" fmla="*/ 298177 w 808540"/>
              <a:gd name="connsiteY2" fmla="*/ 63795 h 956930"/>
              <a:gd name="connsiteX3" fmla="*/ 202484 w 808540"/>
              <a:gd name="connsiteY3" fmla="*/ 170121 h 956930"/>
              <a:gd name="connsiteX4" fmla="*/ 191852 w 808540"/>
              <a:gd name="connsiteY4" fmla="*/ 202019 h 956930"/>
              <a:gd name="connsiteX5" fmla="*/ 159954 w 808540"/>
              <a:gd name="connsiteY5" fmla="*/ 244549 h 956930"/>
              <a:gd name="connsiteX6" fmla="*/ 138689 w 808540"/>
              <a:gd name="connsiteY6" fmla="*/ 276447 h 956930"/>
              <a:gd name="connsiteX7" fmla="*/ 74894 w 808540"/>
              <a:gd name="connsiteY7" fmla="*/ 382772 h 956930"/>
              <a:gd name="connsiteX8" fmla="*/ 42996 w 808540"/>
              <a:gd name="connsiteY8" fmla="*/ 414670 h 956930"/>
              <a:gd name="connsiteX9" fmla="*/ 11098 w 808540"/>
              <a:gd name="connsiteY9" fmla="*/ 499730 h 956930"/>
              <a:gd name="connsiteX10" fmla="*/ 21731 w 808540"/>
              <a:gd name="connsiteY10" fmla="*/ 744279 h 956930"/>
              <a:gd name="connsiteX11" fmla="*/ 42996 w 808540"/>
              <a:gd name="connsiteY11" fmla="*/ 786809 h 956930"/>
              <a:gd name="connsiteX12" fmla="*/ 170587 w 808540"/>
              <a:gd name="connsiteY12" fmla="*/ 903767 h 956930"/>
              <a:gd name="connsiteX13" fmla="*/ 202484 w 808540"/>
              <a:gd name="connsiteY13" fmla="*/ 914400 h 956930"/>
              <a:gd name="connsiteX14" fmla="*/ 287545 w 808540"/>
              <a:gd name="connsiteY14" fmla="*/ 956930 h 956930"/>
              <a:gd name="connsiteX15" fmla="*/ 670317 w 808540"/>
              <a:gd name="connsiteY15" fmla="*/ 935665 h 956930"/>
              <a:gd name="connsiteX16" fmla="*/ 808540 w 808540"/>
              <a:gd name="connsiteY16" fmla="*/ 914400 h 9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08540" h="956930">
                <a:moveTo>
                  <a:pt x="404503" y="0"/>
                </a:moveTo>
                <a:lnTo>
                  <a:pt x="404503" y="0"/>
                </a:lnTo>
                <a:cubicBezTo>
                  <a:pt x="369061" y="21265"/>
                  <a:pt x="331243" y="38996"/>
                  <a:pt x="298177" y="63795"/>
                </a:cubicBezTo>
                <a:cubicBezTo>
                  <a:pt x="254566" y="96504"/>
                  <a:pt x="233149" y="129234"/>
                  <a:pt x="202484" y="170121"/>
                </a:cubicBezTo>
                <a:cubicBezTo>
                  <a:pt x="198940" y="180754"/>
                  <a:pt x="197413" y="192288"/>
                  <a:pt x="191852" y="202019"/>
                </a:cubicBezTo>
                <a:cubicBezTo>
                  <a:pt x="183060" y="217405"/>
                  <a:pt x="170254" y="230129"/>
                  <a:pt x="159954" y="244549"/>
                </a:cubicBezTo>
                <a:cubicBezTo>
                  <a:pt x="152526" y="254948"/>
                  <a:pt x="145029" y="265352"/>
                  <a:pt x="138689" y="276447"/>
                </a:cubicBezTo>
                <a:cubicBezTo>
                  <a:pt x="116316" y="315601"/>
                  <a:pt x="109574" y="348092"/>
                  <a:pt x="74894" y="382772"/>
                </a:cubicBezTo>
                <a:cubicBezTo>
                  <a:pt x="64261" y="393405"/>
                  <a:pt x="51736" y="402434"/>
                  <a:pt x="42996" y="414670"/>
                </a:cubicBezTo>
                <a:cubicBezTo>
                  <a:pt x="21612" y="444608"/>
                  <a:pt x="19660" y="465483"/>
                  <a:pt x="11098" y="499730"/>
                </a:cubicBezTo>
                <a:cubicBezTo>
                  <a:pt x="-2009" y="617701"/>
                  <a:pt x="-8851" y="606659"/>
                  <a:pt x="21731" y="744279"/>
                </a:cubicBezTo>
                <a:cubicBezTo>
                  <a:pt x="25169" y="759752"/>
                  <a:pt x="32849" y="774633"/>
                  <a:pt x="42996" y="786809"/>
                </a:cubicBezTo>
                <a:cubicBezTo>
                  <a:pt x="61578" y="809108"/>
                  <a:pt x="130895" y="881086"/>
                  <a:pt x="170587" y="903767"/>
                </a:cubicBezTo>
                <a:cubicBezTo>
                  <a:pt x="180318" y="909328"/>
                  <a:pt x="192281" y="909762"/>
                  <a:pt x="202484" y="914400"/>
                </a:cubicBezTo>
                <a:cubicBezTo>
                  <a:pt x="231343" y="927518"/>
                  <a:pt x="287545" y="956930"/>
                  <a:pt x="287545" y="956930"/>
                </a:cubicBezTo>
                <a:cubicBezTo>
                  <a:pt x="655553" y="943301"/>
                  <a:pt x="463076" y="957480"/>
                  <a:pt x="670317" y="935665"/>
                </a:cubicBezTo>
                <a:cubicBezTo>
                  <a:pt x="790508" y="923013"/>
                  <a:pt x="741999" y="936582"/>
                  <a:pt x="808540" y="914400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34F79A7D-9683-4B1A-9FA6-A65242BACB65}"/>
              </a:ext>
            </a:extLst>
          </p:cNvPr>
          <p:cNvSpPr/>
          <p:nvPr/>
        </p:nvSpPr>
        <p:spPr>
          <a:xfrm>
            <a:off x="6220047" y="4614535"/>
            <a:ext cx="2498651" cy="723014"/>
          </a:xfrm>
          <a:custGeom>
            <a:avLst/>
            <a:gdLst>
              <a:gd name="connsiteX0" fmla="*/ 0 w 2498651"/>
              <a:gd name="connsiteY0" fmla="*/ 723014 h 723014"/>
              <a:gd name="connsiteX1" fmla="*/ 0 w 2498651"/>
              <a:gd name="connsiteY1" fmla="*/ 723014 h 723014"/>
              <a:gd name="connsiteX2" fmla="*/ 159488 w 2498651"/>
              <a:gd name="connsiteY2" fmla="*/ 510362 h 723014"/>
              <a:gd name="connsiteX3" fmla="*/ 297711 w 2498651"/>
              <a:gd name="connsiteY3" fmla="*/ 425302 h 723014"/>
              <a:gd name="connsiteX4" fmla="*/ 372139 w 2498651"/>
              <a:gd name="connsiteY4" fmla="*/ 382772 h 723014"/>
              <a:gd name="connsiteX5" fmla="*/ 478465 w 2498651"/>
              <a:gd name="connsiteY5" fmla="*/ 329609 h 723014"/>
              <a:gd name="connsiteX6" fmla="*/ 574158 w 2498651"/>
              <a:gd name="connsiteY6" fmla="*/ 276446 h 723014"/>
              <a:gd name="connsiteX7" fmla="*/ 744279 w 2498651"/>
              <a:gd name="connsiteY7" fmla="*/ 212651 h 723014"/>
              <a:gd name="connsiteX8" fmla="*/ 850604 w 2498651"/>
              <a:gd name="connsiteY8" fmla="*/ 159488 h 723014"/>
              <a:gd name="connsiteX9" fmla="*/ 1020725 w 2498651"/>
              <a:gd name="connsiteY9" fmla="*/ 106325 h 723014"/>
              <a:gd name="connsiteX10" fmla="*/ 1201479 w 2498651"/>
              <a:gd name="connsiteY10" fmla="*/ 31897 h 723014"/>
              <a:gd name="connsiteX11" fmla="*/ 1509823 w 2498651"/>
              <a:gd name="connsiteY11" fmla="*/ 0 h 723014"/>
              <a:gd name="connsiteX12" fmla="*/ 1998920 w 2498651"/>
              <a:gd name="connsiteY12" fmla="*/ 21265 h 723014"/>
              <a:gd name="connsiteX13" fmla="*/ 2083981 w 2498651"/>
              <a:gd name="connsiteY13" fmla="*/ 42530 h 723014"/>
              <a:gd name="connsiteX14" fmla="*/ 2211572 w 2498651"/>
              <a:gd name="connsiteY14" fmla="*/ 95693 h 723014"/>
              <a:gd name="connsiteX15" fmla="*/ 2275367 w 2498651"/>
              <a:gd name="connsiteY15" fmla="*/ 138223 h 723014"/>
              <a:gd name="connsiteX16" fmla="*/ 2381693 w 2498651"/>
              <a:gd name="connsiteY16" fmla="*/ 202018 h 723014"/>
              <a:gd name="connsiteX17" fmla="*/ 2424223 w 2498651"/>
              <a:gd name="connsiteY17" fmla="*/ 223283 h 723014"/>
              <a:gd name="connsiteX18" fmla="*/ 2498651 w 2498651"/>
              <a:gd name="connsiteY18" fmla="*/ 276446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98651" h="723014">
                <a:moveTo>
                  <a:pt x="0" y="723014"/>
                </a:moveTo>
                <a:lnTo>
                  <a:pt x="0" y="723014"/>
                </a:lnTo>
                <a:cubicBezTo>
                  <a:pt x="53163" y="652130"/>
                  <a:pt x="102498" y="578207"/>
                  <a:pt x="159488" y="510362"/>
                </a:cubicBezTo>
                <a:cubicBezTo>
                  <a:pt x="210889" y="449170"/>
                  <a:pt x="230145" y="459085"/>
                  <a:pt x="297711" y="425302"/>
                </a:cubicBezTo>
                <a:cubicBezTo>
                  <a:pt x="323268" y="412523"/>
                  <a:pt x="346886" y="396141"/>
                  <a:pt x="372139" y="382772"/>
                </a:cubicBezTo>
                <a:cubicBezTo>
                  <a:pt x="407159" y="364232"/>
                  <a:pt x="443400" y="348064"/>
                  <a:pt x="478465" y="329609"/>
                </a:cubicBezTo>
                <a:cubicBezTo>
                  <a:pt x="510755" y="312614"/>
                  <a:pt x="540758" y="291142"/>
                  <a:pt x="574158" y="276446"/>
                </a:cubicBezTo>
                <a:cubicBezTo>
                  <a:pt x="629592" y="252055"/>
                  <a:pt x="690110" y="239736"/>
                  <a:pt x="744279" y="212651"/>
                </a:cubicBezTo>
                <a:cubicBezTo>
                  <a:pt x="779721" y="194930"/>
                  <a:pt x="813620" y="173713"/>
                  <a:pt x="850604" y="159488"/>
                </a:cubicBezTo>
                <a:cubicBezTo>
                  <a:pt x="906055" y="138160"/>
                  <a:pt x="967586" y="132894"/>
                  <a:pt x="1020725" y="106325"/>
                </a:cubicBezTo>
                <a:cubicBezTo>
                  <a:pt x="1080058" y="76659"/>
                  <a:pt x="1134899" y="44227"/>
                  <a:pt x="1201479" y="31897"/>
                </a:cubicBezTo>
                <a:cubicBezTo>
                  <a:pt x="1250835" y="22757"/>
                  <a:pt x="1439290" y="6412"/>
                  <a:pt x="1509823" y="0"/>
                </a:cubicBezTo>
                <a:cubicBezTo>
                  <a:pt x="1672855" y="7088"/>
                  <a:pt x="1836180" y="9210"/>
                  <a:pt x="1998920" y="21265"/>
                </a:cubicBezTo>
                <a:cubicBezTo>
                  <a:pt x="2028066" y="23424"/>
                  <a:pt x="2055879" y="34501"/>
                  <a:pt x="2083981" y="42530"/>
                </a:cubicBezTo>
                <a:cubicBezTo>
                  <a:pt x="2134381" y="56930"/>
                  <a:pt x="2165858" y="69027"/>
                  <a:pt x="2211572" y="95693"/>
                </a:cubicBezTo>
                <a:cubicBezTo>
                  <a:pt x="2233648" y="108571"/>
                  <a:pt x="2253694" y="124678"/>
                  <a:pt x="2275367" y="138223"/>
                </a:cubicBezTo>
                <a:cubicBezTo>
                  <a:pt x="2310417" y="160129"/>
                  <a:pt x="2345807" y="181512"/>
                  <a:pt x="2381693" y="202018"/>
                </a:cubicBezTo>
                <a:cubicBezTo>
                  <a:pt x="2395455" y="209882"/>
                  <a:pt x="2410632" y="215128"/>
                  <a:pt x="2424223" y="223283"/>
                </a:cubicBezTo>
                <a:cubicBezTo>
                  <a:pt x="2480857" y="257264"/>
                  <a:pt x="2472168" y="249965"/>
                  <a:pt x="2498651" y="276446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A63461ED-7D3E-40C9-A09D-1493ECB47118}"/>
              </a:ext>
            </a:extLst>
          </p:cNvPr>
          <p:cNvSpPr/>
          <p:nvPr/>
        </p:nvSpPr>
        <p:spPr>
          <a:xfrm>
            <a:off x="10664441" y="2849530"/>
            <a:ext cx="308359" cy="1722474"/>
          </a:xfrm>
          <a:custGeom>
            <a:avLst/>
            <a:gdLst>
              <a:gd name="connsiteX0" fmla="*/ 223299 w 308359"/>
              <a:gd name="connsiteY0" fmla="*/ 0 h 1722474"/>
              <a:gd name="connsiteX1" fmla="*/ 223299 w 308359"/>
              <a:gd name="connsiteY1" fmla="*/ 0 h 1722474"/>
              <a:gd name="connsiteX2" fmla="*/ 265829 w 308359"/>
              <a:gd name="connsiteY2" fmla="*/ 95693 h 1722474"/>
              <a:gd name="connsiteX3" fmla="*/ 265829 w 308359"/>
              <a:gd name="connsiteY3" fmla="*/ 350874 h 1722474"/>
              <a:gd name="connsiteX4" fmla="*/ 255196 w 308359"/>
              <a:gd name="connsiteY4" fmla="*/ 382772 h 1722474"/>
              <a:gd name="connsiteX5" fmla="*/ 180768 w 308359"/>
              <a:gd name="connsiteY5" fmla="*/ 457200 h 1722474"/>
              <a:gd name="connsiteX6" fmla="*/ 85075 w 308359"/>
              <a:gd name="connsiteY6" fmla="*/ 510363 h 1722474"/>
              <a:gd name="connsiteX7" fmla="*/ 15 w 308359"/>
              <a:gd name="connsiteY7" fmla="*/ 574158 h 1722474"/>
              <a:gd name="connsiteX8" fmla="*/ 42545 w 308359"/>
              <a:gd name="connsiteY8" fmla="*/ 648586 h 1722474"/>
              <a:gd name="connsiteX9" fmla="*/ 95708 w 308359"/>
              <a:gd name="connsiteY9" fmla="*/ 680484 h 1722474"/>
              <a:gd name="connsiteX10" fmla="*/ 127606 w 308359"/>
              <a:gd name="connsiteY10" fmla="*/ 712381 h 1722474"/>
              <a:gd name="connsiteX11" fmla="*/ 202033 w 308359"/>
              <a:gd name="connsiteY11" fmla="*/ 776177 h 1722474"/>
              <a:gd name="connsiteX12" fmla="*/ 244564 w 308359"/>
              <a:gd name="connsiteY12" fmla="*/ 829340 h 1722474"/>
              <a:gd name="connsiteX13" fmla="*/ 287094 w 308359"/>
              <a:gd name="connsiteY13" fmla="*/ 893135 h 1722474"/>
              <a:gd name="connsiteX14" fmla="*/ 308359 w 308359"/>
              <a:gd name="connsiteY14" fmla="*/ 1010093 h 1722474"/>
              <a:gd name="connsiteX15" fmla="*/ 297726 w 308359"/>
              <a:gd name="connsiteY15" fmla="*/ 1095153 h 1722474"/>
              <a:gd name="connsiteX16" fmla="*/ 276461 w 308359"/>
              <a:gd name="connsiteY16" fmla="*/ 1116419 h 1722474"/>
              <a:gd name="connsiteX17" fmla="*/ 170136 w 308359"/>
              <a:gd name="connsiteY17" fmla="*/ 1180214 h 1722474"/>
              <a:gd name="connsiteX18" fmla="*/ 31912 w 308359"/>
              <a:gd name="connsiteY18" fmla="*/ 1286540 h 1722474"/>
              <a:gd name="connsiteX19" fmla="*/ 10647 w 308359"/>
              <a:gd name="connsiteY19" fmla="*/ 1329070 h 1722474"/>
              <a:gd name="connsiteX20" fmla="*/ 21280 w 308359"/>
              <a:gd name="connsiteY20" fmla="*/ 1488558 h 1722474"/>
              <a:gd name="connsiteX21" fmla="*/ 42545 w 308359"/>
              <a:gd name="connsiteY21" fmla="*/ 1520456 h 1722474"/>
              <a:gd name="connsiteX22" fmla="*/ 53178 w 308359"/>
              <a:gd name="connsiteY22" fmla="*/ 1552353 h 1722474"/>
              <a:gd name="connsiteX23" fmla="*/ 85075 w 308359"/>
              <a:gd name="connsiteY23" fmla="*/ 1584251 h 1722474"/>
              <a:gd name="connsiteX24" fmla="*/ 116973 w 308359"/>
              <a:gd name="connsiteY24" fmla="*/ 1626781 h 1722474"/>
              <a:gd name="connsiteX25" fmla="*/ 148871 w 308359"/>
              <a:gd name="connsiteY25" fmla="*/ 1658679 h 1722474"/>
              <a:gd name="connsiteX26" fmla="*/ 233931 w 308359"/>
              <a:gd name="connsiteY26" fmla="*/ 1722474 h 172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08359" h="1722474">
                <a:moveTo>
                  <a:pt x="223299" y="0"/>
                </a:moveTo>
                <a:lnTo>
                  <a:pt x="223299" y="0"/>
                </a:lnTo>
                <a:cubicBezTo>
                  <a:pt x="237476" y="31898"/>
                  <a:pt x="254089" y="62820"/>
                  <a:pt x="265829" y="95693"/>
                </a:cubicBezTo>
                <a:cubicBezTo>
                  <a:pt x="291689" y="168102"/>
                  <a:pt x="269933" y="305725"/>
                  <a:pt x="265829" y="350874"/>
                </a:cubicBezTo>
                <a:cubicBezTo>
                  <a:pt x="264814" y="362036"/>
                  <a:pt x="262197" y="374020"/>
                  <a:pt x="255196" y="382772"/>
                </a:cubicBezTo>
                <a:cubicBezTo>
                  <a:pt x="233278" y="410169"/>
                  <a:pt x="208165" y="435282"/>
                  <a:pt x="180768" y="457200"/>
                </a:cubicBezTo>
                <a:cubicBezTo>
                  <a:pt x="116195" y="508859"/>
                  <a:pt x="149622" y="494226"/>
                  <a:pt x="85075" y="510363"/>
                </a:cubicBezTo>
                <a:cubicBezTo>
                  <a:pt x="78945" y="514041"/>
                  <a:pt x="2922" y="553808"/>
                  <a:pt x="15" y="574158"/>
                </a:cubicBezTo>
                <a:cubicBezTo>
                  <a:pt x="-859" y="580276"/>
                  <a:pt x="34945" y="642071"/>
                  <a:pt x="42545" y="648586"/>
                </a:cubicBezTo>
                <a:cubicBezTo>
                  <a:pt x="58236" y="662035"/>
                  <a:pt x="79175" y="668084"/>
                  <a:pt x="95708" y="680484"/>
                </a:cubicBezTo>
                <a:cubicBezTo>
                  <a:pt x="107737" y="689506"/>
                  <a:pt x="116055" y="702755"/>
                  <a:pt x="127606" y="712381"/>
                </a:cubicBezTo>
                <a:cubicBezTo>
                  <a:pt x="189853" y="764254"/>
                  <a:pt x="129021" y="694040"/>
                  <a:pt x="202033" y="776177"/>
                </a:cubicBezTo>
                <a:cubicBezTo>
                  <a:pt x="217110" y="793139"/>
                  <a:pt x="231216" y="810987"/>
                  <a:pt x="244564" y="829340"/>
                </a:cubicBezTo>
                <a:cubicBezTo>
                  <a:pt x="259596" y="850009"/>
                  <a:pt x="287094" y="893135"/>
                  <a:pt x="287094" y="893135"/>
                </a:cubicBezTo>
                <a:cubicBezTo>
                  <a:pt x="290550" y="910414"/>
                  <a:pt x="308359" y="996497"/>
                  <a:pt x="308359" y="1010093"/>
                </a:cubicBezTo>
                <a:cubicBezTo>
                  <a:pt x="308359" y="1038667"/>
                  <a:pt x="305937" y="1067784"/>
                  <a:pt x="297726" y="1095153"/>
                </a:cubicBezTo>
                <a:cubicBezTo>
                  <a:pt x="294845" y="1104755"/>
                  <a:pt x="284802" y="1110858"/>
                  <a:pt x="276461" y="1116419"/>
                </a:cubicBezTo>
                <a:cubicBezTo>
                  <a:pt x="242071" y="1139346"/>
                  <a:pt x="203769" y="1156190"/>
                  <a:pt x="170136" y="1180214"/>
                </a:cubicBezTo>
                <a:cubicBezTo>
                  <a:pt x="73183" y="1249466"/>
                  <a:pt x="119130" y="1213859"/>
                  <a:pt x="31912" y="1286540"/>
                </a:cubicBezTo>
                <a:cubicBezTo>
                  <a:pt x="24824" y="1300717"/>
                  <a:pt x="11480" y="1313242"/>
                  <a:pt x="10647" y="1329070"/>
                </a:cubicBezTo>
                <a:cubicBezTo>
                  <a:pt x="7847" y="1382277"/>
                  <a:pt x="12521" y="1436002"/>
                  <a:pt x="21280" y="1488558"/>
                </a:cubicBezTo>
                <a:cubicBezTo>
                  <a:pt x="23381" y="1501163"/>
                  <a:pt x="36830" y="1509026"/>
                  <a:pt x="42545" y="1520456"/>
                </a:cubicBezTo>
                <a:cubicBezTo>
                  <a:pt x="47557" y="1530480"/>
                  <a:pt x="46961" y="1543028"/>
                  <a:pt x="53178" y="1552353"/>
                </a:cubicBezTo>
                <a:cubicBezTo>
                  <a:pt x="61519" y="1564864"/>
                  <a:pt x="75289" y="1572834"/>
                  <a:pt x="85075" y="1584251"/>
                </a:cubicBezTo>
                <a:cubicBezTo>
                  <a:pt x="96608" y="1597706"/>
                  <a:pt x="105440" y="1613326"/>
                  <a:pt x="116973" y="1626781"/>
                </a:cubicBezTo>
                <a:cubicBezTo>
                  <a:pt x="126759" y="1638198"/>
                  <a:pt x="137233" y="1649157"/>
                  <a:pt x="148871" y="1658679"/>
                </a:cubicBezTo>
                <a:cubicBezTo>
                  <a:pt x="176301" y="1681122"/>
                  <a:pt x="233931" y="1722474"/>
                  <a:pt x="233931" y="1722474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FECD3A0-6420-40CF-940C-4E5E6F96FF5A}"/>
              </a:ext>
            </a:extLst>
          </p:cNvPr>
          <p:cNvCxnSpPr>
            <a:cxnSpLocks/>
          </p:cNvCxnSpPr>
          <p:nvPr/>
        </p:nvCxnSpPr>
        <p:spPr>
          <a:xfrm flipH="1" flipV="1">
            <a:off x="6374682" y="2202358"/>
            <a:ext cx="1387142" cy="9606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D1D2D8B-8981-4EA7-B741-E098E7E96047}"/>
              </a:ext>
            </a:extLst>
          </p:cNvPr>
          <p:cNvCxnSpPr>
            <a:cxnSpLocks/>
          </p:cNvCxnSpPr>
          <p:nvPr/>
        </p:nvCxnSpPr>
        <p:spPr>
          <a:xfrm flipH="1">
            <a:off x="6435711" y="2757019"/>
            <a:ext cx="1320121" cy="570346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F298B292-7DB8-4643-8962-A7917EE92F11}"/>
              </a:ext>
            </a:extLst>
          </p:cNvPr>
          <p:cNvCxnSpPr>
            <a:cxnSpLocks/>
          </p:cNvCxnSpPr>
          <p:nvPr/>
        </p:nvCxnSpPr>
        <p:spPr>
          <a:xfrm flipH="1">
            <a:off x="6688230" y="2876431"/>
            <a:ext cx="1253359" cy="611579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5A8E5FD-7B16-4B45-B197-E9889C4177BC}"/>
              </a:ext>
            </a:extLst>
          </p:cNvPr>
          <p:cNvCxnSpPr>
            <a:cxnSpLocks/>
          </p:cNvCxnSpPr>
          <p:nvPr/>
        </p:nvCxnSpPr>
        <p:spPr>
          <a:xfrm flipH="1">
            <a:off x="7329494" y="2903485"/>
            <a:ext cx="891861" cy="502834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AEB5152D-E2C1-4229-80D5-F11EF93A1B74}"/>
              </a:ext>
            </a:extLst>
          </p:cNvPr>
          <p:cNvCxnSpPr>
            <a:cxnSpLocks/>
          </p:cNvCxnSpPr>
          <p:nvPr/>
        </p:nvCxnSpPr>
        <p:spPr>
          <a:xfrm flipH="1">
            <a:off x="6489242" y="2683651"/>
            <a:ext cx="1170735" cy="315980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70E0ACC-CF1F-4650-A0AD-0DD65C9C2FEF}"/>
              </a:ext>
            </a:extLst>
          </p:cNvPr>
          <p:cNvCxnSpPr>
            <a:cxnSpLocks/>
          </p:cNvCxnSpPr>
          <p:nvPr/>
        </p:nvCxnSpPr>
        <p:spPr>
          <a:xfrm flipH="1">
            <a:off x="6451271" y="2518437"/>
            <a:ext cx="1191046" cy="210894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CFBE4FBB-08B5-41E5-BDAC-9FAE341E0532}"/>
              </a:ext>
            </a:extLst>
          </p:cNvPr>
          <p:cNvCxnSpPr>
            <a:cxnSpLocks/>
          </p:cNvCxnSpPr>
          <p:nvPr/>
        </p:nvCxnSpPr>
        <p:spPr>
          <a:xfrm flipH="1">
            <a:off x="6470586" y="2373041"/>
            <a:ext cx="1195335" cy="75423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ED98C9D3-2AF3-4FBF-897B-0C5F32A42630}"/>
              </a:ext>
            </a:extLst>
          </p:cNvPr>
          <p:cNvCxnSpPr>
            <a:cxnSpLocks/>
          </p:cNvCxnSpPr>
          <p:nvPr/>
        </p:nvCxnSpPr>
        <p:spPr>
          <a:xfrm flipH="1" flipV="1">
            <a:off x="6497415" y="2026365"/>
            <a:ext cx="1387142" cy="9606"/>
          </a:xfrm>
          <a:prstGeom prst="line">
            <a:avLst/>
          </a:prstGeom>
          <a:ln w="762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C36BD5B3-A9A1-44EE-963C-04861E43B216}"/>
              </a:ext>
            </a:extLst>
          </p:cNvPr>
          <p:cNvCxnSpPr>
            <a:cxnSpLocks/>
          </p:cNvCxnSpPr>
          <p:nvPr/>
        </p:nvCxnSpPr>
        <p:spPr>
          <a:xfrm flipH="1">
            <a:off x="7874540" y="1964800"/>
            <a:ext cx="531948" cy="140040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C98465BD-1185-4C07-B734-6FF657DB11EB}"/>
              </a:ext>
            </a:extLst>
          </p:cNvPr>
          <p:cNvCxnSpPr>
            <a:cxnSpLocks/>
          </p:cNvCxnSpPr>
          <p:nvPr/>
        </p:nvCxnSpPr>
        <p:spPr>
          <a:xfrm flipH="1">
            <a:off x="7782271" y="2161816"/>
            <a:ext cx="531948" cy="140040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055040A4-293F-463E-8AA8-3ED0A284BE52}"/>
              </a:ext>
            </a:extLst>
          </p:cNvPr>
          <p:cNvCxnSpPr>
            <a:cxnSpLocks/>
          </p:cNvCxnSpPr>
          <p:nvPr/>
        </p:nvCxnSpPr>
        <p:spPr>
          <a:xfrm flipH="1">
            <a:off x="7670556" y="2377178"/>
            <a:ext cx="531948" cy="140040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2C942AD9-C164-468C-9D45-249096A79C2F}"/>
              </a:ext>
            </a:extLst>
          </p:cNvPr>
          <p:cNvCxnSpPr>
            <a:cxnSpLocks/>
          </p:cNvCxnSpPr>
          <p:nvPr/>
        </p:nvCxnSpPr>
        <p:spPr>
          <a:xfrm flipH="1">
            <a:off x="7715299" y="2552299"/>
            <a:ext cx="531948" cy="140040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772A9E3F-FFAC-4533-A784-D1D95F82042F}"/>
              </a:ext>
            </a:extLst>
          </p:cNvPr>
          <p:cNvCxnSpPr>
            <a:cxnSpLocks/>
          </p:cNvCxnSpPr>
          <p:nvPr/>
        </p:nvCxnSpPr>
        <p:spPr>
          <a:xfrm flipH="1">
            <a:off x="7900449" y="2673232"/>
            <a:ext cx="531948" cy="140040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F10798CD-ABE6-45B5-9C03-DF90067C2815}"/>
              </a:ext>
            </a:extLst>
          </p:cNvPr>
          <p:cNvCxnSpPr>
            <a:cxnSpLocks/>
          </p:cNvCxnSpPr>
          <p:nvPr/>
        </p:nvCxnSpPr>
        <p:spPr>
          <a:xfrm flipH="1">
            <a:off x="8361302" y="2743252"/>
            <a:ext cx="253929" cy="52285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5EDF3AB4-C39E-4583-A670-94FDDC5D61D7}"/>
              </a:ext>
            </a:extLst>
          </p:cNvPr>
          <p:cNvCxnSpPr>
            <a:cxnSpLocks/>
          </p:cNvCxnSpPr>
          <p:nvPr/>
        </p:nvCxnSpPr>
        <p:spPr>
          <a:xfrm flipH="1" flipV="1">
            <a:off x="8396853" y="3939122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8B6CC75F-CBF6-4F9D-807E-A78B8B0054AC}"/>
              </a:ext>
            </a:extLst>
          </p:cNvPr>
          <p:cNvCxnSpPr>
            <a:cxnSpLocks/>
          </p:cNvCxnSpPr>
          <p:nvPr/>
        </p:nvCxnSpPr>
        <p:spPr>
          <a:xfrm flipH="1" flipV="1">
            <a:off x="8156995" y="3900555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6BFB44E5-9AD3-4A8A-8687-1BCE1E9EE853}"/>
              </a:ext>
            </a:extLst>
          </p:cNvPr>
          <p:cNvCxnSpPr>
            <a:cxnSpLocks/>
          </p:cNvCxnSpPr>
          <p:nvPr/>
        </p:nvCxnSpPr>
        <p:spPr>
          <a:xfrm flipH="1" flipV="1">
            <a:off x="7963238" y="3878675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EE2624D2-8C1F-42E4-B3C1-28B1DF676F35}"/>
              </a:ext>
            </a:extLst>
          </p:cNvPr>
          <p:cNvCxnSpPr>
            <a:cxnSpLocks/>
          </p:cNvCxnSpPr>
          <p:nvPr/>
        </p:nvCxnSpPr>
        <p:spPr>
          <a:xfrm flipH="1" flipV="1">
            <a:off x="7723380" y="3840108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DF78F92F-6756-4E59-BCD8-8CC1C4B4297C}"/>
              </a:ext>
            </a:extLst>
          </p:cNvPr>
          <p:cNvCxnSpPr>
            <a:cxnSpLocks/>
          </p:cNvCxnSpPr>
          <p:nvPr/>
        </p:nvCxnSpPr>
        <p:spPr>
          <a:xfrm flipH="1" flipV="1">
            <a:off x="7434745" y="3851079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DC9CD092-F4B0-451B-9339-7D95DC6F366A}"/>
              </a:ext>
            </a:extLst>
          </p:cNvPr>
          <p:cNvCxnSpPr>
            <a:cxnSpLocks/>
          </p:cNvCxnSpPr>
          <p:nvPr/>
        </p:nvCxnSpPr>
        <p:spPr>
          <a:xfrm flipH="1" flipV="1">
            <a:off x="7194917" y="3940015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8787CE5D-EA39-40DA-B93B-D3F96EE2A87C}"/>
              </a:ext>
            </a:extLst>
          </p:cNvPr>
          <p:cNvCxnSpPr>
            <a:cxnSpLocks/>
          </p:cNvCxnSpPr>
          <p:nvPr/>
        </p:nvCxnSpPr>
        <p:spPr>
          <a:xfrm flipH="1" flipV="1">
            <a:off x="7002021" y="3990965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2FE058F-875E-47EC-8525-9967AC25E1F9}"/>
              </a:ext>
            </a:extLst>
          </p:cNvPr>
          <p:cNvCxnSpPr>
            <a:cxnSpLocks/>
          </p:cNvCxnSpPr>
          <p:nvPr/>
        </p:nvCxnSpPr>
        <p:spPr>
          <a:xfrm flipH="1" flipV="1">
            <a:off x="6762193" y="4111800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8915CC01-A7F2-481B-AA33-D5CB7DA214D1}"/>
              </a:ext>
            </a:extLst>
          </p:cNvPr>
          <p:cNvCxnSpPr>
            <a:cxnSpLocks/>
          </p:cNvCxnSpPr>
          <p:nvPr/>
        </p:nvCxnSpPr>
        <p:spPr>
          <a:xfrm flipH="1" flipV="1">
            <a:off x="6543098" y="4199655"/>
            <a:ext cx="88926" cy="750967"/>
          </a:xfrm>
          <a:prstGeom prst="line">
            <a:avLst/>
          </a:prstGeom>
          <a:ln w="1270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1731778A-DFBE-47FD-8471-60BBF23819B3}"/>
              </a:ext>
            </a:extLst>
          </p:cNvPr>
          <p:cNvCxnSpPr>
            <a:cxnSpLocks/>
          </p:cNvCxnSpPr>
          <p:nvPr/>
        </p:nvCxnSpPr>
        <p:spPr>
          <a:xfrm flipH="1" flipV="1">
            <a:off x="8413116" y="4718931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7B9BEB07-AA8A-469A-96F1-8FE4A6640882}"/>
              </a:ext>
            </a:extLst>
          </p:cNvPr>
          <p:cNvCxnSpPr>
            <a:cxnSpLocks/>
          </p:cNvCxnSpPr>
          <p:nvPr/>
        </p:nvCxnSpPr>
        <p:spPr>
          <a:xfrm flipH="1" flipV="1">
            <a:off x="8173258" y="4680364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5D045083-F92D-428A-AF32-97E77C76C35F}"/>
              </a:ext>
            </a:extLst>
          </p:cNvPr>
          <p:cNvCxnSpPr>
            <a:cxnSpLocks/>
          </p:cNvCxnSpPr>
          <p:nvPr/>
        </p:nvCxnSpPr>
        <p:spPr>
          <a:xfrm flipH="1" flipV="1">
            <a:off x="7979501" y="4658484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9EA19FC6-A180-4061-A62C-C511AC82BCB7}"/>
              </a:ext>
            </a:extLst>
          </p:cNvPr>
          <p:cNvCxnSpPr>
            <a:cxnSpLocks/>
          </p:cNvCxnSpPr>
          <p:nvPr/>
        </p:nvCxnSpPr>
        <p:spPr>
          <a:xfrm flipH="1" flipV="1">
            <a:off x="7739643" y="4619917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09C66686-9516-4D65-831D-2897501AB045}"/>
              </a:ext>
            </a:extLst>
          </p:cNvPr>
          <p:cNvCxnSpPr>
            <a:cxnSpLocks/>
          </p:cNvCxnSpPr>
          <p:nvPr/>
        </p:nvCxnSpPr>
        <p:spPr>
          <a:xfrm flipH="1" flipV="1">
            <a:off x="7451008" y="4630888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C736A30-B03C-4790-8C4A-ED65C6C891AC}"/>
              </a:ext>
            </a:extLst>
          </p:cNvPr>
          <p:cNvCxnSpPr>
            <a:cxnSpLocks/>
          </p:cNvCxnSpPr>
          <p:nvPr/>
        </p:nvCxnSpPr>
        <p:spPr>
          <a:xfrm flipH="1" flipV="1">
            <a:off x="7211180" y="4719824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4C59CF2-1C05-40BC-A1E8-B1749FBF9014}"/>
              </a:ext>
            </a:extLst>
          </p:cNvPr>
          <p:cNvCxnSpPr>
            <a:cxnSpLocks/>
          </p:cNvCxnSpPr>
          <p:nvPr/>
        </p:nvCxnSpPr>
        <p:spPr>
          <a:xfrm flipH="1" flipV="1">
            <a:off x="7018284" y="4770774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DB89112C-C98A-4773-81E2-8E6E54FA374C}"/>
              </a:ext>
            </a:extLst>
          </p:cNvPr>
          <p:cNvCxnSpPr>
            <a:cxnSpLocks/>
          </p:cNvCxnSpPr>
          <p:nvPr/>
        </p:nvCxnSpPr>
        <p:spPr>
          <a:xfrm flipH="1" flipV="1">
            <a:off x="6778456" y="4891609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E07C774C-0826-4168-A12C-15FC54956A6F}"/>
              </a:ext>
            </a:extLst>
          </p:cNvPr>
          <p:cNvCxnSpPr>
            <a:cxnSpLocks/>
          </p:cNvCxnSpPr>
          <p:nvPr/>
        </p:nvCxnSpPr>
        <p:spPr>
          <a:xfrm flipH="1" flipV="1">
            <a:off x="6559361" y="4979464"/>
            <a:ext cx="88926" cy="750967"/>
          </a:xfrm>
          <a:prstGeom prst="line">
            <a:avLst/>
          </a:prstGeom>
          <a:ln w="1270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DB3A0CD6-0036-46DD-8063-B16F52BB6710}"/>
              </a:ext>
            </a:extLst>
          </p:cNvPr>
          <p:cNvCxnSpPr>
            <a:cxnSpLocks/>
          </p:cNvCxnSpPr>
          <p:nvPr/>
        </p:nvCxnSpPr>
        <p:spPr>
          <a:xfrm flipH="1" flipV="1">
            <a:off x="9829045" y="2985851"/>
            <a:ext cx="1090806" cy="1798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D05B0C43-EECC-4562-957C-77EB33205154}"/>
              </a:ext>
            </a:extLst>
          </p:cNvPr>
          <p:cNvCxnSpPr>
            <a:cxnSpLocks/>
          </p:cNvCxnSpPr>
          <p:nvPr/>
        </p:nvCxnSpPr>
        <p:spPr>
          <a:xfrm flipH="1" flipV="1">
            <a:off x="9789900" y="3179517"/>
            <a:ext cx="1090806" cy="1798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BA63AC5-9ECD-4F32-9F57-0F8F30D9C853}"/>
              </a:ext>
            </a:extLst>
          </p:cNvPr>
          <p:cNvCxnSpPr>
            <a:cxnSpLocks/>
            <a:endCxn id="188" idx="1"/>
          </p:cNvCxnSpPr>
          <p:nvPr/>
        </p:nvCxnSpPr>
        <p:spPr>
          <a:xfrm flipH="1">
            <a:off x="9806889" y="3365514"/>
            <a:ext cx="833502" cy="5204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64572C9C-D1FD-4E8A-8408-29F77FD13979}"/>
              </a:ext>
            </a:extLst>
          </p:cNvPr>
          <p:cNvCxnSpPr>
            <a:cxnSpLocks/>
          </p:cNvCxnSpPr>
          <p:nvPr/>
        </p:nvCxnSpPr>
        <p:spPr>
          <a:xfrm flipH="1">
            <a:off x="9862715" y="3539761"/>
            <a:ext cx="833502" cy="5204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8F05B7EF-26F5-4BF2-AB4C-1D59859D4AFE}"/>
              </a:ext>
            </a:extLst>
          </p:cNvPr>
          <p:cNvCxnSpPr>
            <a:cxnSpLocks/>
          </p:cNvCxnSpPr>
          <p:nvPr/>
        </p:nvCxnSpPr>
        <p:spPr>
          <a:xfrm flipH="1" flipV="1">
            <a:off x="9773403" y="3686378"/>
            <a:ext cx="1128823" cy="15913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BC0E8C95-6B7F-4497-B0CF-873C3E53975E}"/>
              </a:ext>
            </a:extLst>
          </p:cNvPr>
          <p:cNvCxnSpPr>
            <a:cxnSpLocks/>
          </p:cNvCxnSpPr>
          <p:nvPr/>
        </p:nvCxnSpPr>
        <p:spPr>
          <a:xfrm flipH="1" flipV="1">
            <a:off x="9819550" y="3860074"/>
            <a:ext cx="1128823" cy="15913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FFD5CEC3-CD96-424D-A5AF-48614CF100D7}"/>
              </a:ext>
            </a:extLst>
          </p:cNvPr>
          <p:cNvCxnSpPr>
            <a:cxnSpLocks/>
          </p:cNvCxnSpPr>
          <p:nvPr/>
        </p:nvCxnSpPr>
        <p:spPr>
          <a:xfrm flipH="1" flipV="1">
            <a:off x="9837387" y="4009550"/>
            <a:ext cx="901918" cy="8255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C45D3A44-D0B3-4F87-B6BC-9BB3C205797C}"/>
              </a:ext>
            </a:extLst>
          </p:cNvPr>
          <p:cNvCxnSpPr>
            <a:cxnSpLocks/>
          </p:cNvCxnSpPr>
          <p:nvPr/>
        </p:nvCxnSpPr>
        <p:spPr>
          <a:xfrm flipH="1" flipV="1">
            <a:off x="9934643" y="4164652"/>
            <a:ext cx="744176" cy="15914"/>
          </a:xfrm>
          <a:prstGeom prst="line">
            <a:avLst/>
          </a:prstGeom>
          <a:ln w="152400">
            <a:solidFill>
              <a:srgbClr val="FF0000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05A327C6-B2DE-4C2A-8CFC-B8B541F338DE}"/>
              </a:ext>
            </a:extLst>
          </p:cNvPr>
          <p:cNvCxnSpPr>
            <a:cxnSpLocks/>
          </p:cNvCxnSpPr>
          <p:nvPr/>
        </p:nvCxnSpPr>
        <p:spPr>
          <a:xfrm flipV="1">
            <a:off x="10962101" y="2986658"/>
            <a:ext cx="754911" cy="33269"/>
          </a:xfrm>
          <a:prstGeom prst="line">
            <a:avLst/>
          </a:prstGeom>
          <a:ln w="1524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46E6C0D-EB82-4739-B92A-0905F41C42F8}"/>
              </a:ext>
            </a:extLst>
          </p:cNvPr>
          <p:cNvCxnSpPr>
            <a:cxnSpLocks/>
          </p:cNvCxnSpPr>
          <p:nvPr/>
        </p:nvCxnSpPr>
        <p:spPr>
          <a:xfrm flipV="1">
            <a:off x="10943415" y="3213161"/>
            <a:ext cx="754911" cy="33269"/>
          </a:xfrm>
          <a:prstGeom prst="line">
            <a:avLst/>
          </a:prstGeom>
          <a:ln w="1524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D9A8C7A5-6CC9-42C9-A994-CCA303664DB7}"/>
              </a:ext>
            </a:extLst>
          </p:cNvPr>
          <p:cNvCxnSpPr>
            <a:cxnSpLocks/>
          </p:cNvCxnSpPr>
          <p:nvPr/>
        </p:nvCxnSpPr>
        <p:spPr>
          <a:xfrm flipV="1">
            <a:off x="10733921" y="3409916"/>
            <a:ext cx="754911" cy="33269"/>
          </a:xfrm>
          <a:prstGeom prst="line">
            <a:avLst/>
          </a:prstGeom>
          <a:ln w="1524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92A3B309-D375-4FD9-911C-0D87FD2C4381}"/>
              </a:ext>
            </a:extLst>
          </p:cNvPr>
          <p:cNvCxnSpPr>
            <a:cxnSpLocks/>
          </p:cNvCxnSpPr>
          <p:nvPr/>
        </p:nvCxnSpPr>
        <p:spPr>
          <a:xfrm flipV="1">
            <a:off x="10928789" y="3574781"/>
            <a:ext cx="754911" cy="33269"/>
          </a:xfrm>
          <a:prstGeom prst="line">
            <a:avLst/>
          </a:prstGeom>
          <a:ln w="1524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9F726C45-12F0-4E3B-94FF-E6D7BE5A3CC3}"/>
              </a:ext>
            </a:extLst>
          </p:cNvPr>
          <p:cNvCxnSpPr>
            <a:cxnSpLocks/>
          </p:cNvCxnSpPr>
          <p:nvPr/>
        </p:nvCxnSpPr>
        <p:spPr>
          <a:xfrm flipV="1">
            <a:off x="10985398" y="3770401"/>
            <a:ext cx="754911" cy="33269"/>
          </a:xfrm>
          <a:prstGeom prst="line">
            <a:avLst/>
          </a:prstGeom>
          <a:ln w="1524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520093FA-0746-467C-94F3-DCF56F2624B0}"/>
              </a:ext>
            </a:extLst>
          </p:cNvPr>
          <p:cNvCxnSpPr>
            <a:cxnSpLocks/>
          </p:cNvCxnSpPr>
          <p:nvPr/>
        </p:nvCxnSpPr>
        <p:spPr>
          <a:xfrm flipV="1">
            <a:off x="10988575" y="3986749"/>
            <a:ext cx="754911" cy="33269"/>
          </a:xfrm>
          <a:prstGeom prst="line">
            <a:avLst/>
          </a:prstGeom>
          <a:ln w="1524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4A7453E5-E0D0-4E37-B52E-DE212E5D764F}"/>
              </a:ext>
            </a:extLst>
          </p:cNvPr>
          <p:cNvCxnSpPr>
            <a:cxnSpLocks/>
          </p:cNvCxnSpPr>
          <p:nvPr/>
        </p:nvCxnSpPr>
        <p:spPr>
          <a:xfrm flipV="1">
            <a:off x="10725837" y="4172143"/>
            <a:ext cx="754911" cy="33269"/>
          </a:xfrm>
          <a:prstGeom prst="line">
            <a:avLst/>
          </a:prstGeom>
          <a:ln w="152400">
            <a:solidFill>
              <a:srgbClr val="00B050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06BD0E47-7F5B-47A1-B6C0-60B093DCD59A}"/>
              </a:ext>
            </a:extLst>
          </p:cNvPr>
          <p:cNvSpPr txBox="1"/>
          <p:nvPr/>
        </p:nvSpPr>
        <p:spPr>
          <a:xfrm>
            <a:off x="943043" y="2668096"/>
            <a:ext cx="82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8526B239-8B8C-439C-A344-81588DD5CF3F}"/>
              </a:ext>
            </a:extLst>
          </p:cNvPr>
          <p:cNvSpPr txBox="1"/>
          <p:nvPr/>
        </p:nvSpPr>
        <p:spPr>
          <a:xfrm>
            <a:off x="1158437" y="416078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IQ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1347847E-CA19-49A9-AFA4-1CF85E8D6016}"/>
              </a:ext>
            </a:extLst>
          </p:cNvPr>
          <p:cNvSpPr txBox="1"/>
          <p:nvPr/>
        </p:nvSpPr>
        <p:spPr>
          <a:xfrm>
            <a:off x="992043" y="5609099"/>
            <a:ext cx="77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02927DE0-303C-4126-80F8-23CC5D3994C5}"/>
              </a:ext>
            </a:extLst>
          </p:cNvPr>
          <p:cNvSpPr txBox="1"/>
          <p:nvPr/>
        </p:nvSpPr>
        <p:spPr>
          <a:xfrm>
            <a:off x="10557454" y="5668583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25B79A7E-1812-40AC-BFB0-58D61C0A7BBF}"/>
              </a:ext>
            </a:extLst>
          </p:cNvPr>
          <p:cNvSpPr txBox="1"/>
          <p:nvPr/>
        </p:nvSpPr>
        <p:spPr>
          <a:xfrm>
            <a:off x="3468879" y="5678652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1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8291E7A3-CF76-403D-8D86-9F06CE3D4ED6}"/>
              </a:ext>
            </a:extLst>
          </p:cNvPr>
          <p:cNvSpPr txBox="1"/>
          <p:nvPr/>
        </p:nvSpPr>
        <p:spPr>
          <a:xfrm>
            <a:off x="6991711" y="5691999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2</a:t>
            </a:r>
          </a:p>
        </p:txBody>
      </p: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5F95C49C-98DF-4340-BAA3-B6FC4FB024BC}"/>
              </a:ext>
            </a:extLst>
          </p:cNvPr>
          <p:cNvCxnSpPr>
            <a:stCxn id="297" idx="3"/>
          </p:cNvCxnSpPr>
          <p:nvPr/>
        </p:nvCxnSpPr>
        <p:spPr>
          <a:xfrm flipV="1">
            <a:off x="1764615" y="2667872"/>
            <a:ext cx="885579" cy="184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65174BDC-D713-4B4C-AEE6-ECB535FDF4BD}"/>
              </a:ext>
            </a:extLst>
          </p:cNvPr>
          <p:cNvCxnSpPr>
            <a:stCxn id="297" idx="3"/>
          </p:cNvCxnSpPr>
          <p:nvPr/>
        </p:nvCxnSpPr>
        <p:spPr>
          <a:xfrm>
            <a:off x="1764615" y="2852762"/>
            <a:ext cx="891755" cy="1705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92703DF6-3BF7-4382-9F19-2A1E1D519524}"/>
              </a:ext>
            </a:extLst>
          </p:cNvPr>
          <p:cNvCxnSpPr>
            <a:stCxn id="298" idx="3"/>
          </p:cNvCxnSpPr>
          <p:nvPr/>
        </p:nvCxnSpPr>
        <p:spPr>
          <a:xfrm flipV="1">
            <a:off x="1586759" y="2743252"/>
            <a:ext cx="1061413" cy="1602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EDCBF358-59D6-418D-B408-ECA729A4444E}"/>
              </a:ext>
            </a:extLst>
          </p:cNvPr>
          <p:cNvCxnSpPr>
            <a:stCxn id="298" idx="3"/>
          </p:cNvCxnSpPr>
          <p:nvPr/>
        </p:nvCxnSpPr>
        <p:spPr>
          <a:xfrm>
            <a:off x="1586759" y="4345453"/>
            <a:ext cx="1048038" cy="269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8555673F-9D2F-46BE-960A-394AEAA56395}"/>
              </a:ext>
            </a:extLst>
          </p:cNvPr>
          <p:cNvCxnSpPr/>
          <p:nvPr/>
        </p:nvCxnSpPr>
        <p:spPr>
          <a:xfrm>
            <a:off x="4899617" y="2589611"/>
            <a:ext cx="1185212" cy="2024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AA2B2DB3-1D92-44A7-AA78-14B9B1F34CCF}"/>
              </a:ext>
            </a:extLst>
          </p:cNvPr>
          <p:cNvCxnSpPr/>
          <p:nvPr/>
        </p:nvCxnSpPr>
        <p:spPr>
          <a:xfrm flipV="1">
            <a:off x="4871311" y="2551163"/>
            <a:ext cx="1091776" cy="2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6AACDB05-7569-4228-BEB9-6C0B1449B18E}"/>
              </a:ext>
            </a:extLst>
          </p:cNvPr>
          <p:cNvCxnSpPr/>
          <p:nvPr/>
        </p:nvCxnSpPr>
        <p:spPr>
          <a:xfrm flipV="1">
            <a:off x="5051738" y="2692339"/>
            <a:ext cx="895719" cy="1988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7B8CADC5-FE41-4B29-85F1-D698E1AEC1D5}"/>
              </a:ext>
            </a:extLst>
          </p:cNvPr>
          <p:cNvCxnSpPr>
            <a:cxnSpLocks/>
          </p:cNvCxnSpPr>
          <p:nvPr/>
        </p:nvCxnSpPr>
        <p:spPr>
          <a:xfrm>
            <a:off x="5090287" y="4670046"/>
            <a:ext cx="903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8DABEFCB-5B52-46B1-AA92-5EC7265B8C6E}"/>
              </a:ext>
            </a:extLst>
          </p:cNvPr>
          <p:cNvCxnSpPr/>
          <p:nvPr/>
        </p:nvCxnSpPr>
        <p:spPr>
          <a:xfrm>
            <a:off x="8718698" y="2447198"/>
            <a:ext cx="652422" cy="64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9F0ED7A5-3066-450F-9315-C83134EF0DAF}"/>
              </a:ext>
            </a:extLst>
          </p:cNvPr>
          <p:cNvCxnSpPr/>
          <p:nvPr/>
        </p:nvCxnSpPr>
        <p:spPr>
          <a:xfrm flipV="1">
            <a:off x="9032772" y="4647995"/>
            <a:ext cx="639689" cy="53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0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5350-26A4-5455-1693-C1E819EA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MLP/ANN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CA194-8FB8-EC99-2933-B87A0E70C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A6CDE-3B75-0480-2870-C4D43B9C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17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0FD3C-AE2F-B4CC-DFDB-1B3AE6BD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772119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9F55-7ADA-1B97-3BE4-036C21E4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MLP Notation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B400E-38EB-4987-E3A5-A3ED65B0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AEF9-66E3-44BA-B5E9-DEF34ADB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6321F-56BC-DC05-A818-0F90B281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18</a:t>
            </a:fld>
            <a:endParaRPr lang="x-non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6004B4-A104-46EB-B0A8-322812860527}"/>
              </a:ext>
            </a:extLst>
          </p:cNvPr>
          <p:cNvSpPr/>
          <p:nvPr/>
        </p:nvSpPr>
        <p:spPr>
          <a:xfrm>
            <a:off x="2650575" y="19080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CB6792-CA54-4437-9F8D-B9EFEB198931}"/>
              </a:ext>
            </a:extLst>
          </p:cNvPr>
          <p:cNvSpPr/>
          <p:nvPr/>
        </p:nvSpPr>
        <p:spPr>
          <a:xfrm>
            <a:off x="2650575" y="2748465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C0D1F0-B94E-4052-9DFA-325DCC0DF8D0}"/>
              </a:ext>
            </a:extLst>
          </p:cNvPr>
          <p:cNvSpPr/>
          <p:nvPr/>
        </p:nvSpPr>
        <p:spPr>
          <a:xfrm>
            <a:off x="2650575" y="3588842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CDE1D7-3370-44F6-8A67-D39570B39EDD}"/>
              </a:ext>
            </a:extLst>
          </p:cNvPr>
          <p:cNvSpPr/>
          <p:nvPr/>
        </p:nvSpPr>
        <p:spPr>
          <a:xfrm>
            <a:off x="4091843" y="23652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52E814-4B8D-454D-9C01-AC9868DE1A62}"/>
              </a:ext>
            </a:extLst>
          </p:cNvPr>
          <p:cNvSpPr/>
          <p:nvPr/>
        </p:nvSpPr>
        <p:spPr>
          <a:xfrm>
            <a:off x="4091843" y="3211033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AE3486-289A-4417-93B5-C37C410FFC63}"/>
              </a:ext>
            </a:extLst>
          </p:cNvPr>
          <p:cNvSpPr/>
          <p:nvPr/>
        </p:nvSpPr>
        <p:spPr>
          <a:xfrm>
            <a:off x="5370647" y="28224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2CF14B-839F-45DD-A2B5-9AE0B77A4DEA}"/>
              </a:ext>
            </a:extLst>
          </p:cNvPr>
          <p:cNvSpPr/>
          <p:nvPr/>
        </p:nvSpPr>
        <p:spPr>
          <a:xfrm>
            <a:off x="1351363" y="183087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D90103-091F-47BE-AA85-B0F842EA9F47}"/>
              </a:ext>
            </a:extLst>
          </p:cNvPr>
          <p:cNvSpPr/>
          <p:nvPr/>
        </p:nvSpPr>
        <p:spPr>
          <a:xfrm>
            <a:off x="1351363" y="251986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436A2C-A7FE-4F95-B8D3-034997B0BB04}"/>
              </a:ext>
            </a:extLst>
          </p:cNvPr>
          <p:cNvSpPr/>
          <p:nvPr/>
        </p:nvSpPr>
        <p:spPr>
          <a:xfrm>
            <a:off x="1351362" y="320886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97C898-DC31-4E77-B67D-0256C4538B72}"/>
              </a:ext>
            </a:extLst>
          </p:cNvPr>
          <p:cNvSpPr/>
          <p:nvPr/>
        </p:nvSpPr>
        <p:spPr>
          <a:xfrm>
            <a:off x="1351361" y="399298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E99F1-3C0A-4304-B941-FF0BFCDF1CE1}"/>
              </a:ext>
            </a:extLst>
          </p:cNvPr>
          <p:cNvSpPr txBox="1"/>
          <p:nvPr/>
        </p:nvSpPr>
        <p:spPr>
          <a:xfrm>
            <a:off x="951036" y="164252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i1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4CCBB-CC55-4A12-B4C5-5EE3D92DAFB0}"/>
              </a:ext>
            </a:extLst>
          </p:cNvPr>
          <p:cNvSpPr txBox="1"/>
          <p:nvPr/>
        </p:nvSpPr>
        <p:spPr>
          <a:xfrm>
            <a:off x="927771" y="233520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i2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E2AF2-0BA2-4640-9330-B5433B9E09D5}"/>
              </a:ext>
            </a:extLst>
          </p:cNvPr>
          <p:cNvSpPr txBox="1"/>
          <p:nvPr/>
        </p:nvSpPr>
        <p:spPr>
          <a:xfrm>
            <a:off x="926169" y="29770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i3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DC697F-B1C3-4A80-9CB7-1C41ED74795A}"/>
              </a:ext>
            </a:extLst>
          </p:cNvPr>
          <p:cNvSpPr txBox="1"/>
          <p:nvPr/>
        </p:nvSpPr>
        <p:spPr>
          <a:xfrm>
            <a:off x="926169" y="38083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i4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5A71F3-EE27-46BD-B5D8-CF6735672E61}"/>
              </a:ext>
            </a:extLst>
          </p:cNvPr>
          <p:cNvCxnSpPr>
            <a:cxnSpLocks/>
          </p:cNvCxnSpPr>
          <p:nvPr/>
        </p:nvCxnSpPr>
        <p:spPr>
          <a:xfrm>
            <a:off x="1374223" y="1867887"/>
            <a:ext cx="1276352" cy="260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92B18B-3FAE-461B-8A09-D1B27EE11F49}"/>
              </a:ext>
            </a:extLst>
          </p:cNvPr>
          <p:cNvCxnSpPr>
            <a:stCxn id="14" idx="5"/>
            <a:endCxn id="7" idx="2"/>
          </p:cNvCxnSpPr>
          <p:nvPr/>
        </p:nvCxnSpPr>
        <p:spPr>
          <a:xfrm flipV="1">
            <a:off x="1390387" y="2136688"/>
            <a:ext cx="1260188" cy="4222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77A07C-82C9-49ED-AF43-ADB42F81FCA0}"/>
              </a:ext>
            </a:extLst>
          </p:cNvPr>
          <p:cNvCxnSpPr>
            <a:stCxn id="15" idx="2"/>
            <a:endCxn id="7" idx="2"/>
          </p:cNvCxnSpPr>
          <p:nvPr/>
        </p:nvCxnSpPr>
        <p:spPr>
          <a:xfrm flipV="1">
            <a:off x="1351362" y="2136688"/>
            <a:ext cx="1299213" cy="1095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9D6296-4ECC-406A-92BC-B4EEC44245D4}"/>
              </a:ext>
            </a:extLst>
          </p:cNvPr>
          <p:cNvCxnSpPr>
            <a:stCxn id="16" idx="6"/>
            <a:endCxn id="7" idx="2"/>
          </p:cNvCxnSpPr>
          <p:nvPr/>
        </p:nvCxnSpPr>
        <p:spPr>
          <a:xfrm flipV="1">
            <a:off x="1397080" y="2136688"/>
            <a:ext cx="1253495" cy="187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A41EE8-A855-4AFC-B133-050C8CDC76EC}"/>
              </a:ext>
            </a:extLst>
          </p:cNvPr>
          <p:cNvCxnSpPr>
            <a:stCxn id="13" idx="0"/>
            <a:endCxn id="8" idx="2"/>
          </p:cNvCxnSpPr>
          <p:nvPr/>
        </p:nvCxnSpPr>
        <p:spPr>
          <a:xfrm>
            <a:off x="1374223" y="1830877"/>
            <a:ext cx="1276352" cy="11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EFB542-B143-472C-9E02-A5874F4DF102}"/>
              </a:ext>
            </a:extLst>
          </p:cNvPr>
          <p:cNvCxnSpPr>
            <a:stCxn id="14" idx="2"/>
            <a:endCxn id="8" idx="2"/>
          </p:cNvCxnSpPr>
          <p:nvPr/>
        </p:nvCxnSpPr>
        <p:spPr>
          <a:xfrm>
            <a:off x="1351363" y="2542729"/>
            <a:ext cx="1299212" cy="4343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355602-9DA5-4409-ABB9-8C0FFB71630A}"/>
              </a:ext>
            </a:extLst>
          </p:cNvPr>
          <p:cNvCxnSpPr>
            <a:stCxn id="15" idx="1"/>
            <a:endCxn id="8" idx="2"/>
          </p:cNvCxnSpPr>
          <p:nvPr/>
        </p:nvCxnSpPr>
        <p:spPr>
          <a:xfrm flipV="1">
            <a:off x="1358057" y="2977065"/>
            <a:ext cx="1292518" cy="2384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A6220F-FF18-4C1B-9C7F-15D31469B40B}"/>
              </a:ext>
            </a:extLst>
          </p:cNvPr>
          <p:cNvCxnSpPr>
            <a:stCxn id="16" idx="6"/>
            <a:endCxn id="8" idx="2"/>
          </p:cNvCxnSpPr>
          <p:nvPr/>
        </p:nvCxnSpPr>
        <p:spPr>
          <a:xfrm flipV="1">
            <a:off x="1397080" y="2977065"/>
            <a:ext cx="1253495" cy="1038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97A809-9737-4FAF-9112-471360EDC384}"/>
              </a:ext>
            </a:extLst>
          </p:cNvPr>
          <p:cNvCxnSpPr>
            <a:stCxn id="13" idx="4"/>
            <a:endCxn id="9" idx="2"/>
          </p:cNvCxnSpPr>
          <p:nvPr/>
        </p:nvCxnSpPr>
        <p:spPr>
          <a:xfrm>
            <a:off x="1374223" y="1876596"/>
            <a:ext cx="1276352" cy="194084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8B66CF-BC06-435E-8AC1-66D70C60B862}"/>
              </a:ext>
            </a:extLst>
          </p:cNvPr>
          <p:cNvCxnSpPr>
            <a:stCxn id="14" idx="5"/>
            <a:endCxn id="9" idx="2"/>
          </p:cNvCxnSpPr>
          <p:nvPr/>
        </p:nvCxnSpPr>
        <p:spPr>
          <a:xfrm>
            <a:off x="1390387" y="2558893"/>
            <a:ext cx="1260188" cy="125854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2547F8-AAEC-462C-ADF8-DAB1B155C93C}"/>
              </a:ext>
            </a:extLst>
          </p:cNvPr>
          <p:cNvCxnSpPr>
            <a:stCxn id="15" idx="1"/>
            <a:endCxn id="9" idx="2"/>
          </p:cNvCxnSpPr>
          <p:nvPr/>
        </p:nvCxnSpPr>
        <p:spPr>
          <a:xfrm>
            <a:off x="1358057" y="3215556"/>
            <a:ext cx="1292518" cy="6018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33775B-CDDC-4CE1-B7B2-0D760090B71C}"/>
              </a:ext>
            </a:extLst>
          </p:cNvPr>
          <p:cNvCxnSpPr>
            <a:stCxn id="16" idx="7"/>
            <a:endCxn id="9" idx="2"/>
          </p:cNvCxnSpPr>
          <p:nvPr/>
        </p:nvCxnSpPr>
        <p:spPr>
          <a:xfrm flipV="1">
            <a:off x="1390385" y="3817442"/>
            <a:ext cx="1260190" cy="18223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9453936-AEF4-4210-B4A3-A4F1B35C5C55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3107775" y="2136688"/>
            <a:ext cx="984068" cy="4572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01708E-757F-4179-94D0-2DE177EE1FCC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107775" y="2593888"/>
            <a:ext cx="984068" cy="38317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3D3483-E497-48A8-95D9-2CA603EE7B91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3107775" y="2593888"/>
            <a:ext cx="984068" cy="122355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3C76E2-2E15-4936-A75D-B95432921E08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3107775" y="2136688"/>
            <a:ext cx="984068" cy="1302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47626B-35C1-460F-99F9-ECBBC846A5B4}"/>
              </a:ext>
            </a:extLst>
          </p:cNvPr>
          <p:cNvCxnSpPr>
            <a:stCxn id="8" idx="6"/>
            <a:endCxn id="11" idx="2"/>
          </p:cNvCxnSpPr>
          <p:nvPr/>
        </p:nvCxnSpPr>
        <p:spPr>
          <a:xfrm>
            <a:off x="3107775" y="2977065"/>
            <a:ext cx="984068" cy="4625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A181F6-B07B-4800-849C-17BF5EC6E83E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3107775" y="3439633"/>
            <a:ext cx="984068" cy="3778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C15CAB-FAAB-4FAF-995D-FF1119209486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4549043" y="2593888"/>
            <a:ext cx="821604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BF61D92-8CBD-465D-B799-1CE211C04B83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 flipV="1">
            <a:off x="4549043" y="3051088"/>
            <a:ext cx="821604" cy="3885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CAD250-1C04-4C90-B581-77A4F7F219E0}"/>
              </a:ext>
            </a:extLst>
          </p:cNvPr>
          <p:cNvCxnSpPr>
            <a:stCxn id="12" idx="6"/>
          </p:cNvCxnSpPr>
          <p:nvPr/>
        </p:nvCxnSpPr>
        <p:spPr>
          <a:xfrm>
            <a:off x="5827847" y="3051088"/>
            <a:ext cx="5558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85C74-007F-450E-B3D0-E148D4A9F8CC}"/>
                  </a:ext>
                </a:extLst>
              </p:cNvPr>
              <p:cNvSpPr txBox="1"/>
              <p:nvPr/>
            </p:nvSpPr>
            <p:spPr>
              <a:xfrm>
                <a:off x="6331720" y="2813141"/>
                <a:ext cx="447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Ink Free" panose="03080402000500000000" pitchFamily="66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85C74-007F-450E-B3D0-E148D4A9F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720" y="2813141"/>
                <a:ext cx="447880" cy="369332"/>
              </a:xfrm>
              <a:prstGeom prst="rect">
                <a:avLst/>
              </a:prstGeom>
              <a:blipFill>
                <a:blip r:embed="rId2"/>
                <a:stretch>
                  <a:fillRect t="-8197" r="-1369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BD47F4D-F550-4113-8469-FE5579D06402}"/>
              </a:ext>
            </a:extLst>
          </p:cNvPr>
          <p:cNvSpPr txBox="1"/>
          <p:nvPr/>
        </p:nvSpPr>
        <p:spPr>
          <a:xfrm>
            <a:off x="966080" y="4357039"/>
            <a:ext cx="77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D50DB0-92BC-4366-91C0-BEA89BA0DF98}"/>
              </a:ext>
            </a:extLst>
          </p:cNvPr>
          <p:cNvSpPr txBox="1"/>
          <p:nvPr/>
        </p:nvSpPr>
        <p:spPr>
          <a:xfrm>
            <a:off x="5075911" y="3519571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5D864B-0E86-4E10-99D3-905BC3F6874F}"/>
              </a:ext>
            </a:extLst>
          </p:cNvPr>
          <p:cNvSpPr txBox="1"/>
          <p:nvPr/>
        </p:nvSpPr>
        <p:spPr>
          <a:xfrm>
            <a:off x="2308100" y="4381571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EA715F-CDA8-4DED-B858-F464F1F3F83D}"/>
              </a:ext>
            </a:extLst>
          </p:cNvPr>
          <p:cNvSpPr txBox="1"/>
          <p:nvPr/>
        </p:nvSpPr>
        <p:spPr>
          <a:xfrm>
            <a:off x="3749368" y="3992785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D9D461-90A0-406D-A55E-828094317E6B}"/>
              </a:ext>
            </a:extLst>
          </p:cNvPr>
          <p:cNvSpPr txBox="1"/>
          <p:nvPr/>
        </p:nvSpPr>
        <p:spPr>
          <a:xfrm>
            <a:off x="7074172" y="1361677"/>
            <a:ext cx="4525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Q1: What is the total number of trainable parameters for a neural network?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BDBF83-AAB0-4640-B2F9-FAE90FFEF6B8}"/>
              </a:ext>
            </a:extLst>
          </p:cNvPr>
          <p:cNvSpPr txBox="1"/>
          <p:nvPr/>
        </p:nvSpPr>
        <p:spPr>
          <a:xfrm>
            <a:off x="7474689" y="2877203"/>
            <a:ext cx="38411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{m x n}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  No. of rows (samples)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  number of input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Each row is denoted by x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59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9F55-7ADA-1B97-3BE4-036C21E4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MLP Notation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B400E-38EB-4987-E3A5-A3ED65B0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AEF9-66E3-44BA-B5E9-DEF34ADB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6321F-56BC-DC05-A818-0F90B281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19</a:t>
            </a:fld>
            <a:endParaRPr lang="x-non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6004B4-A104-46EB-B0A8-322812860527}"/>
              </a:ext>
            </a:extLst>
          </p:cNvPr>
          <p:cNvSpPr/>
          <p:nvPr/>
        </p:nvSpPr>
        <p:spPr>
          <a:xfrm>
            <a:off x="2650575" y="19080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CB6792-CA54-4437-9F8D-B9EFEB198931}"/>
              </a:ext>
            </a:extLst>
          </p:cNvPr>
          <p:cNvSpPr/>
          <p:nvPr/>
        </p:nvSpPr>
        <p:spPr>
          <a:xfrm>
            <a:off x="2650575" y="2748465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C0D1F0-B94E-4052-9DFA-325DCC0DF8D0}"/>
              </a:ext>
            </a:extLst>
          </p:cNvPr>
          <p:cNvSpPr/>
          <p:nvPr/>
        </p:nvSpPr>
        <p:spPr>
          <a:xfrm>
            <a:off x="2650575" y="3588842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CDE1D7-3370-44F6-8A67-D39570B39EDD}"/>
              </a:ext>
            </a:extLst>
          </p:cNvPr>
          <p:cNvSpPr/>
          <p:nvPr/>
        </p:nvSpPr>
        <p:spPr>
          <a:xfrm>
            <a:off x="4091843" y="23652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52E814-4B8D-454D-9C01-AC9868DE1A62}"/>
              </a:ext>
            </a:extLst>
          </p:cNvPr>
          <p:cNvSpPr/>
          <p:nvPr/>
        </p:nvSpPr>
        <p:spPr>
          <a:xfrm>
            <a:off x="4091843" y="3211033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AE3486-289A-4417-93B5-C37C410FFC63}"/>
              </a:ext>
            </a:extLst>
          </p:cNvPr>
          <p:cNvSpPr/>
          <p:nvPr/>
        </p:nvSpPr>
        <p:spPr>
          <a:xfrm>
            <a:off x="5370647" y="28224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2CF14B-839F-45DD-A2B5-9AE0B77A4DEA}"/>
              </a:ext>
            </a:extLst>
          </p:cNvPr>
          <p:cNvSpPr/>
          <p:nvPr/>
        </p:nvSpPr>
        <p:spPr>
          <a:xfrm>
            <a:off x="1351363" y="183087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D90103-091F-47BE-AA85-B0F842EA9F47}"/>
              </a:ext>
            </a:extLst>
          </p:cNvPr>
          <p:cNvSpPr/>
          <p:nvPr/>
        </p:nvSpPr>
        <p:spPr>
          <a:xfrm>
            <a:off x="1351363" y="251986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436A2C-A7FE-4F95-B8D3-034997B0BB04}"/>
              </a:ext>
            </a:extLst>
          </p:cNvPr>
          <p:cNvSpPr/>
          <p:nvPr/>
        </p:nvSpPr>
        <p:spPr>
          <a:xfrm>
            <a:off x="1351362" y="320886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97C898-DC31-4E77-B67D-0256C4538B72}"/>
              </a:ext>
            </a:extLst>
          </p:cNvPr>
          <p:cNvSpPr/>
          <p:nvPr/>
        </p:nvSpPr>
        <p:spPr>
          <a:xfrm>
            <a:off x="1351361" y="399298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E99F1-3C0A-4304-B941-FF0BFCDF1CE1}"/>
              </a:ext>
            </a:extLst>
          </p:cNvPr>
          <p:cNvSpPr txBox="1"/>
          <p:nvPr/>
        </p:nvSpPr>
        <p:spPr>
          <a:xfrm>
            <a:off x="951036" y="164252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i1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4CCBB-CC55-4A12-B4C5-5EE3D92DAFB0}"/>
              </a:ext>
            </a:extLst>
          </p:cNvPr>
          <p:cNvSpPr txBox="1"/>
          <p:nvPr/>
        </p:nvSpPr>
        <p:spPr>
          <a:xfrm>
            <a:off x="927771" y="233520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i2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E2AF2-0BA2-4640-9330-B5433B9E09D5}"/>
              </a:ext>
            </a:extLst>
          </p:cNvPr>
          <p:cNvSpPr txBox="1"/>
          <p:nvPr/>
        </p:nvSpPr>
        <p:spPr>
          <a:xfrm>
            <a:off x="926169" y="29770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i3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DC697F-B1C3-4A80-9CB7-1C41ED74795A}"/>
              </a:ext>
            </a:extLst>
          </p:cNvPr>
          <p:cNvSpPr txBox="1"/>
          <p:nvPr/>
        </p:nvSpPr>
        <p:spPr>
          <a:xfrm>
            <a:off x="926169" y="38083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i4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5A71F3-EE27-46BD-B5D8-CF6735672E61}"/>
              </a:ext>
            </a:extLst>
          </p:cNvPr>
          <p:cNvCxnSpPr>
            <a:cxnSpLocks/>
          </p:cNvCxnSpPr>
          <p:nvPr/>
        </p:nvCxnSpPr>
        <p:spPr>
          <a:xfrm>
            <a:off x="1374223" y="1867887"/>
            <a:ext cx="1276352" cy="260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92B18B-3FAE-461B-8A09-D1B27EE11F49}"/>
              </a:ext>
            </a:extLst>
          </p:cNvPr>
          <p:cNvCxnSpPr>
            <a:stCxn id="14" idx="5"/>
            <a:endCxn id="7" idx="2"/>
          </p:cNvCxnSpPr>
          <p:nvPr/>
        </p:nvCxnSpPr>
        <p:spPr>
          <a:xfrm flipV="1">
            <a:off x="1390387" y="2136688"/>
            <a:ext cx="1260188" cy="4222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77A07C-82C9-49ED-AF43-ADB42F81FCA0}"/>
              </a:ext>
            </a:extLst>
          </p:cNvPr>
          <p:cNvCxnSpPr>
            <a:stCxn id="15" idx="2"/>
            <a:endCxn id="7" idx="2"/>
          </p:cNvCxnSpPr>
          <p:nvPr/>
        </p:nvCxnSpPr>
        <p:spPr>
          <a:xfrm flipV="1">
            <a:off x="1351362" y="2136688"/>
            <a:ext cx="1299213" cy="1095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9D6296-4ECC-406A-92BC-B4EEC44245D4}"/>
              </a:ext>
            </a:extLst>
          </p:cNvPr>
          <p:cNvCxnSpPr>
            <a:stCxn id="16" idx="6"/>
            <a:endCxn id="7" idx="2"/>
          </p:cNvCxnSpPr>
          <p:nvPr/>
        </p:nvCxnSpPr>
        <p:spPr>
          <a:xfrm flipV="1">
            <a:off x="1397080" y="2136688"/>
            <a:ext cx="1253495" cy="187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A41EE8-A855-4AFC-B133-050C8CDC76EC}"/>
              </a:ext>
            </a:extLst>
          </p:cNvPr>
          <p:cNvCxnSpPr>
            <a:stCxn id="13" idx="0"/>
            <a:endCxn id="8" idx="2"/>
          </p:cNvCxnSpPr>
          <p:nvPr/>
        </p:nvCxnSpPr>
        <p:spPr>
          <a:xfrm>
            <a:off x="1374223" y="1830877"/>
            <a:ext cx="1276352" cy="11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EFB542-B143-472C-9E02-A5874F4DF102}"/>
              </a:ext>
            </a:extLst>
          </p:cNvPr>
          <p:cNvCxnSpPr>
            <a:stCxn id="14" idx="2"/>
            <a:endCxn id="8" idx="2"/>
          </p:cNvCxnSpPr>
          <p:nvPr/>
        </p:nvCxnSpPr>
        <p:spPr>
          <a:xfrm>
            <a:off x="1351363" y="2542729"/>
            <a:ext cx="1299212" cy="4343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355602-9DA5-4409-ABB9-8C0FFB71630A}"/>
              </a:ext>
            </a:extLst>
          </p:cNvPr>
          <p:cNvCxnSpPr>
            <a:stCxn id="15" idx="1"/>
            <a:endCxn id="8" idx="2"/>
          </p:cNvCxnSpPr>
          <p:nvPr/>
        </p:nvCxnSpPr>
        <p:spPr>
          <a:xfrm flipV="1">
            <a:off x="1358057" y="2977065"/>
            <a:ext cx="1292518" cy="2384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A6220F-FF18-4C1B-9C7F-15D31469B40B}"/>
              </a:ext>
            </a:extLst>
          </p:cNvPr>
          <p:cNvCxnSpPr>
            <a:stCxn id="16" idx="6"/>
            <a:endCxn id="8" idx="2"/>
          </p:cNvCxnSpPr>
          <p:nvPr/>
        </p:nvCxnSpPr>
        <p:spPr>
          <a:xfrm flipV="1">
            <a:off x="1397080" y="2977065"/>
            <a:ext cx="1253495" cy="1038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97A809-9737-4FAF-9112-471360EDC384}"/>
              </a:ext>
            </a:extLst>
          </p:cNvPr>
          <p:cNvCxnSpPr>
            <a:stCxn id="13" idx="4"/>
            <a:endCxn id="9" idx="2"/>
          </p:cNvCxnSpPr>
          <p:nvPr/>
        </p:nvCxnSpPr>
        <p:spPr>
          <a:xfrm>
            <a:off x="1374223" y="1876596"/>
            <a:ext cx="1276352" cy="194084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8B66CF-BC06-435E-8AC1-66D70C60B862}"/>
              </a:ext>
            </a:extLst>
          </p:cNvPr>
          <p:cNvCxnSpPr>
            <a:stCxn id="14" idx="5"/>
            <a:endCxn id="9" idx="2"/>
          </p:cNvCxnSpPr>
          <p:nvPr/>
        </p:nvCxnSpPr>
        <p:spPr>
          <a:xfrm>
            <a:off x="1390387" y="2558893"/>
            <a:ext cx="1260188" cy="125854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2547F8-AAEC-462C-ADF8-DAB1B155C93C}"/>
              </a:ext>
            </a:extLst>
          </p:cNvPr>
          <p:cNvCxnSpPr>
            <a:stCxn id="15" idx="1"/>
            <a:endCxn id="9" idx="2"/>
          </p:cNvCxnSpPr>
          <p:nvPr/>
        </p:nvCxnSpPr>
        <p:spPr>
          <a:xfrm>
            <a:off x="1358057" y="3215556"/>
            <a:ext cx="1292518" cy="6018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33775B-CDDC-4CE1-B7B2-0D760090B71C}"/>
              </a:ext>
            </a:extLst>
          </p:cNvPr>
          <p:cNvCxnSpPr>
            <a:stCxn id="16" idx="7"/>
            <a:endCxn id="9" idx="2"/>
          </p:cNvCxnSpPr>
          <p:nvPr/>
        </p:nvCxnSpPr>
        <p:spPr>
          <a:xfrm flipV="1">
            <a:off x="1390385" y="3817442"/>
            <a:ext cx="1260190" cy="18223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9453936-AEF4-4210-B4A3-A4F1B35C5C55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3107775" y="2136688"/>
            <a:ext cx="984068" cy="4572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01708E-757F-4179-94D0-2DE177EE1FCC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107775" y="2593888"/>
            <a:ext cx="984068" cy="38317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3D3483-E497-48A8-95D9-2CA603EE7B91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3107775" y="2593888"/>
            <a:ext cx="984068" cy="122355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3C76E2-2E15-4936-A75D-B95432921E08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3107775" y="2136688"/>
            <a:ext cx="984068" cy="1302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47626B-35C1-460F-99F9-ECBBC846A5B4}"/>
              </a:ext>
            </a:extLst>
          </p:cNvPr>
          <p:cNvCxnSpPr>
            <a:stCxn id="8" idx="6"/>
            <a:endCxn id="11" idx="2"/>
          </p:cNvCxnSpPr>
          <p:nvPr/>
        </p:nvCxnSpPr>
        <p:spPr>
          <a:xfrm>
            <a:off x="3107775" y="2977065"/>
            <a:ext cx="984068" cy="4625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A181F6-B07B-4800-849C-17BF5EC6E83E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3107775" y="3439633"/>
            <a:ext cx="984068" cy="3778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C15CAB-FAAB-4FAF-995D-FF1119209486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4549043" y="2593888"/>
            <a:ext cx="821604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BF61D92-8CBD-465D-B799-1CE211C04B83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 flipV="1">
            <a:off x="4549043" y="3051088"/>
            <a:ext cx="821604" cy="3885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CAD250-1C04-4C90-B581-77A4F7F219E0}"/>
              </a:ext>
            </a:extLst>
          </p:cNvPr>
          <p:cNvCxnSpPr>
            <a:stCxn id="12" idx="6"/>
          </p:cNvCxnSpPr>
          <p:nvPr/>
        </p:nvCxnSpPr>
        <p:spPr>
          <a:xfrm>
            <a:off x="5827847" y="3051088"/>
            <a:ext cx="5558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85C74-007F-450E-B3D0-E148D4A9F8CC}"/>
                  </a:ext>
                </a:extLst>
              </p:cNvPr>
              <p:cNvSpPr txBox="1"/>
              <p:nvPr/>
            </p:nvSpPr>
            <p:spPr>
              <a:xfrm>
                <a:off x="6331720" y="2813141"/>
                <a:ext cx="447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Ink Free" panose="03080402000500000000" pitchFamily="66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85C74-007F-450E-B3D0-E148D4A9F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720" y="2813141"/>
                <a:ext cx="447880" cy="369332"/>
              </a:xfrm>
              <a:prstGeom prst="rect">
                <a:avLst/>
              </a:prstGeom>
              <a:blipFill>
                <a:blip r:embed="rId2"/>
                <a:stretch>
                  <a:fillRect t="-8197" r="-1369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BD47F4D-F550-4113-8469-FE5579D06402}"/>
              </a:ext>
            </a:extLst>
          </p:cNvPr>
          <p:cNvSpPr txBox="1"/>
          <p:nvPr/>
        </p:nvSpPr>
        <p:spPr>
          <a:xfrm>
            <a:off x="966080" y="4357039"/>
            <a:ext cx="77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D50DB0-92BC-4366-91C0-BEA89BA0DF98}"/>
              </a:ext>
            </a:extLst>
          </p:cNvPr>
          <p:cNvSpPr txBox="1"/>
          <p:nvPr/>
        </p:nvSpPr>
        <p:spPr>
          <a:xfrm>
            <a:off x="5075911" y="3519571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5D864B-0E86-4E10-99D3-905BC3F6874F}"/>
              </a:ext>
            </a:extLst>
          </p:cNvPr>
          <p:cNvSpPr txBox="1"/>
          <p:nvPr/>
        </p:nvSpPr>
        <p:spPr>
          <a:xfrm>
            <a:off x="2308100" y="4381571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EA715F-CDA8-4DED-B858-F464F1F3F83D}"/>
              </a:ext>
            </a:extLst>
          </p:cNvPr>
          <p:cNvSpPr txBox="1"/>
          <p:nvPr/>
        </p:nvSpPr>
        <p:spPr>
          <a:xfrm>
            <a:off x="3749368" y="3992785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D9D461-90A0-406D-A55E-828094317E6B}"/>
              </a:ext>
            </a:extLst>
          </p:cNvPr>
          <p:cNvSpPr txBox="1"/>
          <p:nvPr/>
        </p:nvSpPr>
        <p:spPr>
          <a:xfrm>
            <a:off x="7074172" y="1361677"/>
            <a:ext cx="4525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Q1: What is the total number of trainable parameters for a neural network?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2DDF77-F26B-4756-A991-DA7EBF04BB0B}"/>
              </a:ext>
            </a:extLst>
          </p:cNvPr>
          <p:cNvSpPr txBox="1"/>
          <p:nvPr/>
        </p:nvSpPr>
        <p:spPr>
          <a:xfrm>
            <a:off x="1542626" y="1397566"/>
            <a:ext cx="955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* 3 = 12</a:t>
            </a:r>
          </a:p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CB9395-2512-4E70-9092-86228C166F8B}"/>
              </a:ext>
            </a:extLst>
          </p:cNvPr>
          <p:cNvSpPr txBox="1"/>
          <p:nvPr/>
        </p:nvSpPr>
        <p:spPr>
          <a:xfrm>
            <a:off x="3296833" y="1773320"/>
            <a:ext cx="856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* 2 = 6</a:t>
            </a:r>
          </a:p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E3921A-BF8C-47E2-A861-7279CB722C84}"/>
              </a:ext>
            </a:extLst>
          </p:cNvPr>
          <p:cNvSpPr txBox="1"/>
          <p:nvPr/>
        </p:nvSpPr>
        <p:spPr>
          <a:xfrm>
            <a:off x="4715264" y="2212337"/>
            <a:ext cx="856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* 1 = 2</a:t>
            </a:r>
          </a:p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1D66E5-7A7A-4A86-B0BA-0F83E6464960}"/>
              </a:ext>
            </a:extLst>
          </p:cNvPr>
          <p:cNvSpPr txBox="1"/>
          <p:nvPr/>
        </p:nvSpPr>
        <p:spPr>
          <a:xfrm rot="19090914">
            <a:off x="2644667" y="1398246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biases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E2523A-55DF-4894-84B0-9818ECC4F6B3}"/>
              </a:ext>
            </a:extLst>
          </p:cNvPr>
          <p:cNvSpPr txBox="1"/>
          <p:nvPr/>
        </p:nvSpPr>
        <p:spPr>
          <a:xfrm rot="19090914">
            <a:off x="4213790" y="1909935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biases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621CDB-6AEF-46BD-A95B-6F6AE862E228}"/>
              </a:ext>
            </a:extLst>
          </p:cNvPr>
          <p:cNvSpPr txBox="1"/>
          <p:nvPr/>
        </p:nvSpPr>
        <p:spPr>
          <a:xfrm rot="19090914">
            <a:off x="5521431" y="2350456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biases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FB821E-504F-4C0D-A060-060762409181}"/>
              </a:ext>
            </a:extLst>
          </p:cNvPr>
          <p:cNvSpPr txBox="1"/>
          <p:nvPr/>
        </p:nvSpPr>
        <p:spPr>
          <a:xfrm>
            <a:off x="7171585" y="3671475"/>
            <a:ext cx="4839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parameters = (12 + 3) + (6 + 2) + (2 + 1)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= 26  </a:t>
            </a:r>
          </a:p>
        </p:txBody>
      </p:sp>
      <p:sp>
        <p:nvSpPr>
          <p:cNvPr id="55" name="Left Brace 54">
            <a:extLst>
              <a:ext uri="{FF2B5EF4-FFF2-40B4-BE49-F238E27FC236}">
                <a16:creationId xmlns:a16="http://schemas.microsoft.com/office/drawing/2014/main" id="{7CED9047-CC18-4399-A980-87BD4D7B50FA}"/>
              </a:ext>
            </a:extLst>
          </p:cNvPr>
          <p:cNvSpPr/>
          <p:nvPr/>
        </p:nvSpPr>
        <p:spPr>
          <a:xfrm rot="5400000">
            <a:off x="9546279" y="3265493"/>
            <a:ext cx="190487" cy="681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AF1D4FC0-F8DD-4B90-B78A-35C623638ABB}"/>
              </a:ext>
            </a:extLst>
          </p:cNvPr>
          <p:cNvSpPr/>
          <p:nvPr/>
        </p:nvSpPr>
        <p:spPr>
          <a:xfrm rot="5400000">
            <a:off x="10499432" y="3336206"/>
            <a:ext cx="212746" cy="51767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Left Brace 56">
            <a:extLst>
              <a:ext uri="{FF2B5EF4-FFF2-40B4-BE49-F238E27FC236}">
                <a16:creationId xmlns:a16="http://schemas.microsoft.com/office/drawing/2014/main" id="{2FDCBF56-FD16-4073-A9C4-AAA86C69B560}"/>
              </a:ext>
            </a:extLst>
          </p:cNvPr>
          <p:cNvSpPr/>
          <p:nvPr/>
        </p:nvSpPr>
        <p:spPr>
          <a:xfrm rot="5400000">
            <a:off x="11381872" y="3336206"/>
            <a:ext cx="212746" cy="51767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DBDFA7-F85E-44C0-A8F2-B3F22EE931EA}"/>
              </a:ext>
            </a:extLst>
          </p:cNvPr>
          <p:cNvSpPr txBox="1"/>
          <p:nvPr/>
        </p:nvSpPr>
        <p:spPr>
          <a:xfrm rot="19075285">
            <a:off x="9461961" y="2895380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4AD760-F39A-41E6-B010-F371622B1A4F}"/>
              </a:ext>
            </a:extLst>
          </p:cNvPr>
          <p:cNvSpPr txBox="1"/>
          <p:nvPr/>
        </p:nvSpPr>
        <p:spPr>
          <a:xfrm rot="19075285">
            <a:off x="10429517" y="2866422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34B5E2-C4C6-4EEF-9C37-1974613E5384}"/>
              </a:ext>
            </a:extLst>
          </p:cNvPr>
          <p:cNvSpPr txBox="1"/>
          <p:nvPr/>
        </p:nvSpPr>
        <p:spPr>
          <a:xfrm rot="19075285">
            <a:off x="11296606" y="2895381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3</a:t>
            </a:r>
          </a:p>
        </p:txBody>
      </p:sp>
    </p:spTree>
    <p:extLst>
      <p:ext uri="{BB962C8B-B14F-4D97-AF65-F5344CB8AC3E}">
        <p14:creationId xmlns:p14="http://schemas.microsoft.com/office/powerpoint/2010/main" val="1782785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9F55-7ADA-1B97-3BE4-036C21E4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MLP Notation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B400E-38EB-4987-E3A5-A3ED65B0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AEF9-66E3-44BA-B5E9-DEF34ADB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6321F-56BC-DC05-A818-0F90B281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20</a:t>
            </a:fld>
            <a:endParaRPr lang="x-non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6004B4-A104-46EB-B0A8-322812860527}"/>
              </a:ext>
            </a:extLst>
          </p:cNvPr>
          <p:cNvSpPr/>
          <p:nvPr/>
        </p:nvSpPr>
        <p:spPr>
          <a:xfrm>
            <a:off x="2650575" y="19080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CB6792-CA54-4437-9F8D-B9EFEB198931}"/>
              </a:ext>
            </a:extLst>
          </p:cNvPr>
          <p:cNvSpPr/>
          <p:nvPr/>
        </p:nvSpPr>
        <p:spPr>
          <a:xfrm>
            <a:off x="2650575" y="2748465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C0D1F0-B94E-4052-9DFA-325DCC0DF8D0}"/>
              </a:ext>
            </a:extLst>
          </p:cNvPr>
          <p:cNvSpPr/>
          <p:nvPr/>
        </p:nvSpPr>
        <p:spPr>
          <a:xfrm>
            <a:off x="2650575" y="3588842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CDE1D7-3370-44F6-8A67-D39570B39EDD}"/>
              </a:ext>
            </a:extLst>
          </p:cNvPr>
          <p:cNvSpPr/>
          <p:nvPr/>
        </p:nvSpPr>
        <p:spPr>
          <a:xfrm>
            <a:off x="4091843" y="23652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52E814-4B8D-454D-9C01-AC9868DE1A62}"/>
              </a:ext>
            </a:extLst>
          </p:cNvPr>
          <p:cNvSpPr/>
          <p:nvPr/>
        </p:nvSpPr>
        <p:spPr>
          <a:xfrm>
            <a:off x="4091843" y="3211033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AE3486-289A-4417-93B5-C37C410FFC63}"/>
              </a:ext>
            </a:extLst>
          </p:cNvPr>
          <p:cNvSpPr/>
          <p:nvPr/>
        </p:nvSpPr>
        <p:spPr>
          <a:xfrm>
            <a:off x="5370647" y="2822488"/>
            <a:ext cx="457200" cy="4572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2CF14B-839F-45DD-A2B5-9AE0B77A4DEA}"/>
              </a:ext>
            </a:extLst>
          </p:cNvPr>
          <p:cNvSpPr/>
          <p:nvPr/>
        </p:nvSpPr>
        <p:spPr>
          <a:xfrm>
            <a:off x="1351363" y="183087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D90103-091F-47BE-AA85-B0F842EA9F47}"/>
              </a:ext>
            </a:extLst>
          </p:cNvPr>
          <p:cNvSpPr/>
          <p:nvPr/>
        </p:nvSpPr>
        <p:spPr>
          <a:xfrm>
            <a:off x="1351363" y="251986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436A2C-A7FE-4F95-B8D3-034997B0BB04}"/>
              </a:ext>
            </a:extLst>
          </p:cNvPr>
          <p:cNvSpPr/>
          <p:nvPr/>
        </p:nvSpPr>
        <p:spPr>
          <a:xfrm>
            <a:off x="1351362" y="320886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97C898-DC31-4E77-B67D-0256C4538B72}"/>
              </a:ext>
            </a:extLst>
          </p:cNvPr>
          <p:cNvSpPr/>
          <p:nvPr/>
        </p:nvSpPr>
        <p:spPr>
          <a:xfrm>
            <a:off x="1351361" y="399298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E99F1-3C0A-4304-B941-FF0BFCDF1CE1}"/>
              </a:ext>
            </a:extLst>
          </p:cNvPr>
          <p:cNvSpPr txBox="1"/>
          <p:nvPr/>
        </p:nvSpPr>
        <p:spPr>
          <a:xfrm>
            <a:off x="951036" y="164252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i1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4CCBB-CC55-4A12-B4C5-5EE3D92DAFB0}"/>
              </a:ext>
            </a:extLst>
          </p:cNvPr>
          <p:cNvSpPr txBox="1"/>
          <p:nvPr/>
        </p:nvSpPr>
        <p:spPr>
          <a:xfrm>
            <a:off x="927771" y="233520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i2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E2AF2-0BA2-4640-9330-B5433B9E09D5}"/>
              </a:ext>
            </a:extLst>
          </p:cNvPr>
          <p:cNvSpPr txBox="1"/>
          <p:nvPr/>
        </p:nvSpPr>
        <p:spPr>
          <a:xfrm>
            <a:off x="926169" y="29770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i3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DC697F-B1C3-4A80-9CB7-1C41ED74795A}"/>
              </a:ext>
            </a:extLst>
          </p:cNvPr>
          <p:cNvSpPr txBox="1"/>
          <p:nvPr/>
        </p:nvSpPr>
        <p:spPr>
          <a:xfrm>
            <a:off x="926169" y="38083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Ink Free" panose="03080402000500000000" pitchFamily="66" charset="0"/>
                <a:cs typeface="Times New Roman" panose="02020603050405020304" pitchFamily="18" charset="0"/>
              </a:rPr>
              <a:t>i4</a:t>
            </a:r>
            <a:endParaRPr lang="en-US" dirty="0">
              <a:latin typeface="Ink Free" panose="03080402000500000000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5A71F3-EE27-46BD-B5D8-CF6735672E61}"/>
              </a:ext>
            </a:extLst>
          </p:cNvPr>
          <p:cNvCxnSpPr>
            <a:cxnSpLocks/>
          </p:cNvCxnSpPr>
          <p:nvPr/>
        </p:nvCxnSpPr>
        <p:spPr>
          <a:xfrm>
            <a:off x="1374223" y="1867887"/>
            <a:ext cx="1276352" cy="260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92B18B-3FAE-461B-8A09-D1B27EE11F49}"/>
              </a:ext>
            </a:extLst>
          </p:cNvPr>
          <p:cNvCxnSpPr>
            <a:stCxn id="14" idx="5"/>
            <a:endCxn id="7" idx="2"/>
          </p:cNvCxnSpPr>
          <p:nvPr/>
        </p:nvCxnSpPr>
        <p:spPr>
          <a:xfrm flipV="1">
            <a:off x="1390387" y="2136688"/>
            <a:ext cx="1260188" cy="4222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77A07C-82C9-49ED-AF43-ADB42F81FCA0}"/>
              </a:ext>
            </a:extLst>
          </p:cNvPr>
          <p:cNvCxnSpPr>
            <a:stCxn id="15" idx="2"/>
            <a:endCxn id="7" idx="2"/>
          </p:cNvCxnSpPr>
          <p:nvPr/>
        </p:nvCxnSpPr>
        <p:spPr>
          <a:xfrm flipV="1">
            <a:off x="1351362" y="2136688"/>
            <a:ext cx="1299213" cy="1095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9D6296-4ECC-406A-92BC-B4EEC44245D4}"/>
              </a:ext>
            </a:extLst>
          </p:cNvPr>
          <p:cNvCxnSpPr>
            <a:stCxn id="16" idx="6"/>
            <a:endCxn id="7" idx="2"/>
          </p:cNvCxnSpPr>
          <p:nvPr/>
        </p:nvCxnSpPr>
        <p:spPr>
          <a:xfrm flipV="1">
            <a:off x="1397080" y="2136688"/>
            <a:ext cx="1253495" cy="187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A41EE8-A855-4AFC-B133-050C8CDC76EC}"/>
              </a:ext>
            </a:extLst>
          </p:cNvPr>
          <p:cNvCxnSpPr>
            <a:stCxn id="13" idx="0"/>
            <a:endCxn id="8" idx="2"/>
          </p:cNvCxnSpPr>
          <p:nvPr/>
        </p:nvCxnSpPr>
        <p:spPr>
          <a:xfrm>
            <a:off x="1374223" y="1830877"/>
            <a:ext cx="1276352" cy="11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EFB542-B143-472C-9E02-A5874F4DF102}"/>
              </a:ext>
            </a:extLst>
          </p:cNvPr>
          <p:cNvCxnSpPr>
            <a:stCxn id="14" idx="2"/>
            <a:endCxn id="8" idx="2"/>
          </p:cNvCxnSpPr>
          <p:nvPr/>
        </p:nvCxnSpPr>
        <p:spPr>
          <a:xfrm>
            <a:off x="1351363" y="2542729"/>
            <a:ext cx="1299212" cy="4343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355602-9DA5-4409-ABB9-8C0FFB71630A}"/>
              </a:ext>
            </a:extLst>
          </p:cNvPr>
          <p:cNvCxnSpPr>
            <a:stCxn id="15" idx="1"/>
            <a:endCxn id="8" idx="2"/>
          </p:cNvCxnSpPr>
          <p:nvPr/>
        </p:nvCxnSpPr>
        <p:spPr>
          <a:xfrm flipV="1">
            <a:off x="1358057" y="2977065"/>
            <a:ext cx="1292518" cy="2384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A6220F-FF18-4C1B-9C7F-15D31469B40B}"/>
              </a:ext>
            </a:extLst>
          </p:cNvPr>
          <p:cNvCxnSpPr>
            <a:stCxn id="16" idx="6"/>
            <a:endCxn id="8" idx="2"/>
          </p:cNvCxnSpPr>
          <p:nvPr/>
        </p:nvCxnSpPr>
        <p:spPr>
          <a:xfrm flipV="1">
            <a:off x="1397080" y="2977065"/>
            <a:ext cx="1253495" cy="1038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97A809-9737-4FAF-9112-471360EDC384}"/>
              </a:ext>
            </a:extLst>
          </p:cNvPr>
          <p:cNvCxnSpPr>
            <a:stCxn id="13" idx="4"/>
            <a:endCxn id="9" idx="2"/>
          </p:cNvCxnSpPr>
          <p:nvPr/>
        </p:nvCxnSpPr>
        <p:spPr>
          <a:xfrm>
            <a:off x="1374223" y="1876596"/>
            <a:ext cx="1276352" cy="194084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8B66CF-BC06-435E-8AC1-66D70C60B862}"/>
              </a:ext>
            </a:extLst>
          </p:cNvPr>
          <p:cNvCxnSpPr>
            <a:stCxn id="14" idx="5"/>
            <a:endCxn id="9" idx="2"/>
          </p:cNvCxnSpPr>
          <p:nvPr/>
        </p:nvCxnSpPr>
        <p:spPr>
          <a:xfrm>
            <a:off x="1390387" y="2558893"/>
            <a:ext cx="1260188" cy="125854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2547F8-AAEC-462C-ADF8-DAB1B155C93C}"/>
              </a:ext>
            </a:extLst>
          </p:cNvPr>
          <p:cNvCxnSpPr>
            <a:stCxn id="15" idx="1"/>
            <a:endCxn id="9" idx="2"/>
          </p:cNvCxnSpPr>
          <p:nvPr/>
        </p:nvCxnSpPr>
        <p:spPr>
          <a:xfrm>
            <a:off x="1358057" y="3215556"/>
            <a:ext cx="1292518" cy="6018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33775B-CDDC-4CE1-B7B2-0D760090B71C}"/>
              </a:ext>
            </a:extLst>
          </p:cNvPr>
          <p:cNvCxnSpPr>
            <a:stCxn id="16" idx="7"/>
            <a:endCxn id="9" idx="2"/>
          </p:cNvCxnSpPr>
          <p:nvPr/>
        </p:nvCxnSpPr>
        <p:spPr>
          <a:xfrm flipV="1">
            <a:off x="1390385" y="3817442"/>
            <a:ext cx="1260190" cy="18223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9453936-AEF4-4210-B4A3-A4F1B35C5C55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3107775" y="2136688"/>
            <a:ext cx="984068" cy="4572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01708E-757F-4179-94D0-2DE177EE1FCC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107775" y="2593888"/>
            <a:ext cx="984068" cy="38317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3D3483-E497-48A8-95D9-2CA603EE7B91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3107775" y="2593888"/>
            <a:ext cx="984068" cy="122355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3C76E2-2E15-4936-A75D-B95432921E08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3107775" y="2136688"/>
            <a:ext cx="984068" cy="1302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47626B-35C1-460F-99F9-ECBBC846A5B4}"/>
              </a:ext>
            </a:extLst>
          </p:cNvPr>
          <p:cNvCxnSpPr>
            <a:stCxn id="8" idx="6"/>
            <a:endCxn id="11" idx="2"/>
          </p:cNvCxnSpPr>
          <p:nvPr/>
        </p:nvCxnSpPr>
        <p:spPr>
          <a:xfrm>
            <a:off x="3107775" y="2977065"/>
            <a:ext cx="984068" cy="4625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A181F6-B07B-4800-849C-17BF5EC6E83E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3107775" y="3439633"/>
            <a:ext cx="984068" cy="3778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C15CAB-FAAB-4FAF-995D-FF1119209486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4549043" y="2593888"/>
            <a:ext cx="821604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BF61D92-8CBD-465D-B799-1CE211C04B83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 flipV="1">
            <a:off x="4549043" y="3051088"/>
            <a:ext cx="821604" cy="3885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CAD250-1C04-4C90-B581-77A4F7F219E0}"/>
              </a:ext>
            </a:extLst>
          </p:cNvPr>
          <p:cNvCxnSpPr>
            <a:stCxn id="12" idx="6"/>
          </p:cNvCxnSpPr>
          <p:nvPr/>
        </p:nvCxnSpPr>
        <p:spPr>
          <a:xfrm>
            <a:off x="5827847" y="3051088"/>
            <a:ext cx="5558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85C74-007F-450E-B3D0-E148D4A9F8CC}"/>
                  </a:ext>
                </a:extLst>
              </p:cNvPr>
              <p:cNvSpPr txBox="1"/>
              <p:nvPr/>
            </p:nvSpPr>
            <p:spPr>
              <a:xfrm>
                <a:off x="6331720" y="2813141"/>
                <a:ext cx="447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Ink Free" panose="03080402000500000000" pitchFamily="66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85C74-007F-450E-B3D0-E148D4A9F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720" y="2813141"/>
                <a:ext cx="447880" cy="369332"/>
              </a:xfrm>
              <a:prstGeom prst="rect">
                <a:avLst/>
              </a:prstGeom>
              <a:blipFill>
                <a:blip r:embed="rId2"/>
                <a:stretch>
                  <a:fillRect t="-8197" r="-1369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BD47F4D-F550-4113-8469-FE5579D06402}"/>
              </a:ext>
            </a:extLst>
          </p:cNvPr>
          <p:cNvSpPr txBox="1"/>
          <p:nvPr/>
        </p:nvSpPr>
        <p:spPr>
          <a:xfrm>
            <a:off x="966080" y="4357039"/>
            <a:ext cx="77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D50DB0-92BC-4366-91C0-BEA89BA0DF98}"/>
              </a:ext>
            </a:extLst>
          </p:cNvPr>
          <p:cNvSpPr txBox="1"/>
          <p:nvPr/>
        </p:nvSpPr>
        <p:spPr>
          <a:xfrm>
            <a:off x="5075911" y="3519571"/>
            <a:ext cx="920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5D864B-0E86-4E10-99D3-905BC3F6874F}"/>
              </a:ext>
            </a:extLst>
          </p:cNvPr>
          <p:cNvSpPr txBox="1"/>
          <p:nvPr/>
        </p:nvSpPr>
        <p:spPr>
          <a:xfrm>
            <a:off x="2308100" y="4381571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EA715F-CDA8-4DED-B858-F464F1F3F83D}"/>
              </a:ext>
            </a:extLst>
          </p:cNvPr>
          <p:cNvSpPr txBox="1"/>
          <p:nvPr/>
        </p:nvSpPr>
        <p:spPr>
          <a:xfrm>
            <a:off x="3749368" y="3992785"/>
            <a:ext cx="114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# 2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96555B-A6BA-4152-9BC2-B20A7328844D}"/>
              </a:ext>
            </a:extLst>
          </p:cNvPr>
          <p:cNvGrpSpPr/>
          <p:nvPr/>
        </p:nvGrpSpPr>
        <p:grpSpPr>
          <a:xfrm>
            <a:off x="8149539" y="1367676"/>
            <a:ext cx="2783771" cy="646331"/>
            <a:chOff x="7489861" y="1319363"/>
            <a:chExt cx="2783771" cy="64633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87CA5B7-31AD-4255-BDBD-952A7C2222A8}"/>
                </a:ext>
              </a:extLst>
            </p:cNvPr>
            <p:cNvSpPr txBox="1"/>
            <p:nvPr/>
          </p:nvSpPr>
          <p:spPr>
            <a:xfrm>
              <a:off x="7489861" y="1469204"/>
              <a:ext cx="17347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Bias </a:t>
              </a:r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 </a:t>
              </a:r>
              <a:r>
                <a:rPr lang="en-US" sz="2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</a:t>
              </a:r>
              <a:r>
                <a:rPr lang="en-US" sz="2000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ij</a:t>
              </a:r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</a:t>
              </a:r>
              <a:endPara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0279636-B555-40EE-8464-A8EE02D35491}"/>
                </a:ext>
              </a:extLst>
            </p:cNvPr>
            <p:cNvSpPr txBox="1"/>
            <p:nvPr/>
          </p:nvSpPr>
          <p:spPr>
            <a:xfrm>
              <a:off x="9030984" y="1319363"/>
              <a:ext cx="12426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</a:rPr>
                <a:t>i</a:t>
              </a:r>
              <a:r>
                <a:rPr lang="en-US" dirty="0">
                  <a:solidFill>
                    <a:srgbClr val="FF0000"/>
                  </a:solidFill>
                </a:rPr>
                <a:t> : layer no.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j : node no.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E38EDE4-9006-4A42-A2A6-3D431CE4CBFE}"/>
              </a:ext>
            </a:extLst>
          </p:cNvPr>
          <p:cNvSpPr txBox="1"/>
          <p:nvPr/>
        </p:nvSpPr>
        <p:spPr>
          <a:xfrm>
            <a:off x="5384401" y="2847019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31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15EFF1-766E-41C1-94EE-4E625274D130}"/>
              </a:ext>
            </a:extLst>
          </p:cNvPr>
          <p:cNvSpPr txBox="1"/>
          <p:nvPr/>
        </p:nvSpPr>
        <p:spPr>
          <a:xfrm>
            <a:off x="4093543" y="3245644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22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D71FA-C27B-4B68-899B-48C3B1C71EB3}"/>
              </a:ext>
            </a:extLst>
          </p:cNvPr>
          <p:cNvSpPr txBox="1"/>
          <p:nvPr/>
        </p:nvSpPr>
        <p:spPr>
          <a:xfrm>
            <a:off x="4082261" y="238110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2D3670-9B98-4F98-BE5C-F8FF5D7D7D3A}"/>
              </a:ext>
            </a:extLst>
          </p:cNvPr>
          <p:cNvSpPr txBox="1"/>
          <p:nvPr/>
        </p:nvSpPr>
        <p:spPr>
          <a:xfrm>
            <a:off x="2640986" y="3602580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13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F06C8D-29CA-4CCC-AE91-957C978C2653}"/>
              </a:ext>
            </a:extLst>
          </p:cNvPr>
          <p:cNvSpPr txBox="1"/>
          <p:nvPr/>
        </p:nvSpPr>
        <p:spPr>
          <a:xfrm>
            <a:off x="2647381" y="2781460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06464C-B22A-4076-BFD9-B78D9471177E}"/>
              </a:ext>
            </a:extLst>
          </p:cNvPr>
          <p:cNvSpPr txBox="1"/>
          <p:nvPr/>
        </p:nvSpPr>
        <p:spPr>
          <a:xfrm>
            <a:off x="2666739" y="1912731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11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EED500-CD71-4764-A052-A4CA0DF38A5D}"/>
              </a:ext>
            </a:extLst>
          </p:cNvPr>
          <p:cNvSpPr txBox="1"/>
          <p:nvPr/>
        </p:nvSpPr>
        <p:spPr>
          <a:xfrm>
            <a:off x="771660" y="4966346"/>
            <a:ext cx="1109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(layer # 0)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9347E6-A802-4C51-9191-9873D4A5B018}"/>
              </a:ext>
            </a:extLst>
          </p:cNvPr>
          <p:cNvSpPr txBox="1"/>
          <p:nvPr/>
        </p:nvSpPr>
        <p:spPr>
          <a:xfrm>
            <a:off x="5061395" y="4071336"/>
            <a:ext cx="1109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(layer # 3)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1DD529-EF83-4EEE-B04D-61B8A64DA6AD}"/>
              </a:ext>
            </a:extLst>
          </p:cNvPr>
          <p:cNvGrpSpPr/>
          <p:nvPr/>
        </p:nvGrpSpPr>
        <p:grpSpPr>
          <a:xfrm>
            <a:off x="7953677" y="2392958"/>
            <a:ext cx="3175495" cy="646331"/>
            <a:chOff x="7098137" y="1319363"/>
            <a:chExt cx="3175495" cy="64633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E5443A-6451-4060-A5F8-FC85174DDD90}"/>
                </a:ext>
              </a:extLst>
            </p:cNvPr>
            <p:cNvSpPr txBox="1"/>
            <p:nvPr/>
          </p:nvSpPr>
          <p:spPr>
            <a:xfrm>
              <a:off x="7098137" y="1468585"/>
              <a:ext cx="20024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</a:t>
              </a:r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 </a:t>
              </a:r>
              <a:r>
                <a:rPr lang="en-US" sz="2000" dirty="0" err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</a:t>
              </a:r>
              <a:r>
                <a:rPr lang="en-US" sz="2000" baseline="-25000" dirty="0" err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ij</a:t>
              </a:r>
              <a:r>
                <a: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</a:t>
              </a:r>
              <a:endPara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5DF3F49-0DA8-47CA-BD01-A26F89AEC5BB}"/>
                </a:ext>
              </a:extLst>
            </p:cNvPr>
            <p:cNvSpPr txBox="1"/>
            <p:nvPr/>
          </p:nvSpPr>
          <p:spPr>
            <a:xfrm>
              <a:off x="9030984" y="1319363"/>
              <a:ext cx="12426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i</a:t>
              </a:r>
              <a:r>
                <a:rPr lang="en-US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 : layer no.</a:t>
              </a:r>
            </a:p>
            <a:p>
              <a:r>
                <a:rPr lang="en-US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j : node no.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CB2D6AE-A522-4757-AB1C-D7004A363FF6}"/>
              </a:ext>
            </a:extLst>
          </p:cNvPr>
          <p:cNvSpPr txBox="1"/>
          <p:nvPr/>
        </p:nvSpPr>
        <p:spPr>
          <a:xfrm>
            <a:off x="5718977" y="2674872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328E35-CF34-4DF8-902D-D6439B2E4085}"/>
              </a:ext>
            </a:extLst>
          </p:cNvPr>
          <p:cNvSpPr txBox="1"/>
          <p:nvPr/>
        </p:nvSpPr>
        <p:spPr>
          <a:xfrm>
            <a:off x="4361269" y="2992940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22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F0B534-B5C8-4EE1-8319-CBE048E46ABE}"/>
              </a:ext>
            </a:extLst>
          </p:cNvPr>
          <p:cNvSpPr txBox="1"/>
          <p:nvPr/>
        </p:nvSpPr>
        <p:spPr>
          <a:xfrm>
            <a:off x="4471498" y="2270939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610A61-2524-42FE-A104-282E4035A03B}"/>
              </a:ext>
            </a:extLst>
          </p:cNvPr>
          <p:cNvSpPr txBox="1"/>
          <p:nvPr/>
        </p:nvSpPr>
        <p:spPr>
          <a:xfrm>
            <a:off x="3013653" y="3723398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13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BCC792-B521-4DFA-B5B4-5FA861F6B6AB}"/>
              </a:ext>
            </a:extLst>
          </p:cNvPr>
          <p:cNvSpPr txBox="1"/>
          <p:nvPr/>
        </p:nvSpPr>
        <p:spPr>
          <a:xfrm>
            <a:off x="2922654" y="2537132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12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F463EA-23B4-435C-A30C-C430428F3C50}"/>
              </a:ext>
            </a:extLst>
          </p:cNvPr>
          <p:cNvSpPr txBox="1"/>
          <p:nvPr/>
        </p:nvSpPr>
        <p:spPr>
          <a:xfrm>
            <a:off x="3045527" y="1868046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722D0E-3501-433C-B522-DADFCF6243DE}"/>
              </a:ext>
            </a:extLst>
          </p:cNvPr>
          <p:cNvGrpSpPr/>
          <p:nvPr/>
        </p:nvGrpSpPr>
        <p:grpSpPr>
          <a:xfrm>
            <a:off x="6355387" y="3787246"/>
            <a:ext cx="5564913" cy="923330"/>
            <a:chOff x="6923492" y="1319363"/>
            <a:chExt cx="5564913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C6F014C-A53C-44E3-8EAE-22741E585370}"/>
                    </a:ext>
                  </a:extLst>
                </p:cNvPr>
                <p:cNvSpPr txBox="1"/>
                <p:nvPr/>
              </p:nvSpPr>
              <p:spPr>
                <a:xfrm>
                  <a:off x="6923492" y="1468585"/>
                  <a:ext cx="2463157" cy="459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rgbClr val="0F9ED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Weights </a:t>
                  </a:r>
                  <a:r>
                    <a:rPr lang="en-US" sz="2000" dirty="0">
                      <a:solidFill>
                        <a:srgbClr val="0F9ED7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Wingdings" panose="05000000000000000000" pitchFamily="2" charset="2"/>
                    </a:rPr>
                    <a:t>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  <m:t>𝑖𝑗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  <m:t>𝑘</m:t>
                          </m:r>
                        </m:sup>
                      </m:sSubSup>
                    </m:oMath>
                  </a14:m>
                  <a:r>
                    <a:rPr lang="en-US" sz="2000" dirty="0">
                      <a:solidFill>
                        <a:srgbClr val="0F9ED7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Wingdings" panose="05000000000000000000" pitchFamily="2" charset="2"/>
                    </a:rPr>
                    <a:t>  </a:t>
                  </a:r>
                  <a:endParaRPr lang="en-US" sz="2000" dirty="0">
                    <a:solidFill>
                      <a:srgbClr val="0F9ED7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C6F014C-A53C-44E3-8EAE-22741E585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3492" y="1468585"/>
                  <a:ext cx="2463157" cy="459678"/>
                </a:xfrm>
                <a:prstGeom prst="rect">
                  <a:avLst/>
                </a:prstGeom>
                <a:blipFill>
                  <a:blip r:embed="rId3"/>
                  <a:stretch>
                    <a:fillRect l="-2723" t="-4000" b="-14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006E48A-4156-48F3-B61C-F1FDAAF95BD8}"/>
                </a:ext>
              </a:extLst>
            </p:cNvPr>
            <p:cNvSpPr txBox="1"/>
            <p:nvPr/>
          </p:nvSpPr>
          <p:spPr>
            <a:xfrm>
              <a:off x="9030984" y="1319363"/>
              <a:ext cx="345742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F9ED7"/>
                  </a:solidFill>
                </a:rPr>
                <a:t>k : layer no. it’s going into </a:t>
              </a:r>
            </a:p>
            <a:p>
              <a:r>
                <a:rPr lang="en-US" dirty="0" err="1">
                  <a:solidFill>
                    <a:srgbClr val="0F9ED7"/>
                  </a:solidFill>
                </a:rPr>
                <a:t>i</a:t>
              </a:r>
              <a:r>
                <a:rPr lang="en-US" dirty="0">
                  <a:solidFill>
                    <a:srgbClr val="0F9ED7"/>
                  </a:solidFill>
                </a:rPr>
                <a:t> : node no. in the source layer</a:t>
              </a:r>
            </a:p>
            <a:p>
              <a:r>
                <a:rPr lang="en-US" dirty="0">
                  <a:solidFill>
                    <a:srgbClr val="0F9ED7"/>
                  </a:solidFill>
                </a:rPr>
                <a:t>j : node no. in the destination layer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DDFB7CC-A7B7-4F8E-911E-3CFC54EA1EA7}"/>
                  </a:ext>
                </a:extLst>
              </p:cNvPr>
              <p:cNvSpPr txBox="1"/>
              <p:nvPr/>
            </p:nvSpPr>
            <p:spPr>
              <a:xfrm>
                <a:off x="1504848" y="1631517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DDFB7CC-A7B7-4F8E-911E-3CFC54EA1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848" y="1631517"/>
                <a:ext cx="463588" cy="309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E4561FC-D621-48A6-A594-211141AABA09}"/>
                  </a:ext>
                </a:extLst>
              </p:cNvPr>
              <p:cNvSpPr txBox="1"/>
              <p:nvPr/>
            </p:nvSpPr>
            <p:spPr>
              <a:xfrm>
                <a:off x="1686744" y="1969373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E4561FC-D621-48A6-A594-211141AAB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744" y="1969373"/>
                <a:ext cx="463588" cy="3097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157216B-53AC-4F3D-80AC-81C278891FCC}"/>
                  </a:ext>
                </a:extLst>
              </p:cNvPr>
              <p:cNvSpPr txBox="1"/>
              <p:nvPr/>
            </p:nvSpPr>
            <p:spPr>
              <a:xfrm>
                <a:off x="1163586" y="1992138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157216B-53AC-4F3D-80AC-81C278891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586" y="1992138"/>
                <a:ext cx="463588" cy="3097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B4C086-3EA1-496E-A573-A9851A142299}"/>
                  </a:ext>
                </a:extLst>
              </p:cNvPr>
              <p:cNvSpPr txBox="1"/>
              <p:nvPr/>
            </p:nvSpPr>
            <p:spPr>
              <a:xfrm>
                <a:off x="1297649" y="2216554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B4C086-3EA1-496E-A573-A9851A142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649" y="2216554"/>
                <a:ext cx="463588" cy="3097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130AB66-04B9-4B05-9937-FD72C1748E4F}"/>
                  </a:ext>
                </a:extLst>
              </p:cNvPr>
              <p:cNvSpPr txBox="1"/>
              <p:nvPr/>
            </p:nvSpPr>
            <p:spPr>
              <a:xfrm>
                <a:off x="1591528" y="2410310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130AB66-04B9-4B05-9937-FD72C1748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528" y="2410310"/>
                <a:ext cx="463588" cy="3097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BC5BA08-EBD2-4B1D-B9D7-7C57DA455824}"/>
                  </a:ext>
                </a:extLst>
              </p:cNvPr>
              <p:cNvSpPr txBox="1"/>
              <p:nvPr/>
            </p:nvSpPr>
            <p:spPr>
              <a:xfrm>
                <a:off x="1220483" y="2665290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BC5BA08-EBD2-4B1D-B9D7-7C57DA455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483" y="2665290"/>
                <a:ext cx="463588" cy="3097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AB5BC93-2A2E-419C-9471-4F0FDAB363F5}"/>
                  </a:ext>
                </a:extLst>
              </p:cNvPr>
              <p:cNvSpPr txBox="1"/>
              <p:nvPr/>
            </p:nvSpPr>
            <p:spPr>
              <a:xfrm>
                <a:off x="1438182" y="3078712"/>
                <a:ext cx="463588" cy="311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AB5BC93-2A2E-419C-9471-4F0FDAB36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182" y="3078712"/>
                <a:ext cx="463588" cy="31123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75E6E7C-AF61-4573-9D32-8CBB6620D8B2}"/>
                  </a:ext>
                </a:extLst>
              </p:cNvPr>
              <p:cNvSpPr txBox="1"/>
              <p:nvPr/>
            </p:nvSpPr>
            <p:spPr>
              <a:xfrm>
                <a:off x="1599949" y="2810657"/>
                <a:ext cx="463588" cy="311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75E6E7C-AF61-4573-9D32-8CBB6620D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949" y="2810657"/>
                <a:ext cx="463588" cy="3112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2B9B744-C12F-4AC8-96B5-4589B3E36E61}"/>
                  </a:ext>
                </a:extLst>
              </p:cNvPr>
              <p:cNvSpPr txBox="1"/>
              <p:nvPr/>
            </p:nvSpPr>
            <p:spPr>
              <a:xfrm>
                <a:off x="1127923" y="2881052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2B9B744-C12F-4AC8-96B5-4589B3E36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923" y="2881052"/>
                <a:ext cx="463588" cy="3097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B1971C8-8DE6-4BCE-9C98-A2A7D9E899F1}"/>
                  </a:ext>
                </a:extLst>
              </p:cNvPr>
              <p:cNvSpPr txBox="1"/>
              <p:nvPr/>
            </p:nvSpPr>
            <p:spPr>
              <a:xfrm>
                <a:off x="1191871" y="3532209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B1971C8-8DE6-4BCE-9C98-A2A7D9E89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871" y="3532209"/>
                <a:ext cx="463588" cy="3097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61A36B5-D67B-40CD-B6CB-34B0B098B9BC}"/>
                  </a:ext>
                </a:extLst>
              </p:cNvPr>
              <p:cNvSpPr txBox="1"/>
              <p:nvPr/>
            </p:nvSpPr>
            <p:spPr>
              <a:xfrm>
                <a:off x="1671623" y="3612778"/>
                <a:ext cx="463588" cy="309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61A36B5-D67B-40CD-B6CB-34B0B098B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23" y="3612778"/>
                <a:ext cx="463588" cy="30957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8F1F2EC-C093-4AD6-8A51-7AECDB0C42E5}"/>
                  </a:ext>
                </a:extLst>
              </p:cNvPr>
              <p:cNvSpPr txBox="1"/>
              <p:nvPr/>
            </p:nvSpPr>
            <p:spPr>
              <a:xfrm>
                <a:off x="1498642" y="3937110"/>
                <a:ext cx="403128" cy="311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8F1F2EC-C093-4AD6-8A51-7AECDB0C4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42" y="3937110"/>
                <a:ext cx="403128" cy="3112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28229F-D7BB-4BFE-8337-8653B9E5FBF2}"/>
                  </a:ext>
                </a:extLst>
              </p:cNvPr>
              <p:cNvSpPr txBox="1"/>
              <p:nvPr/>
            </p:nvSpPr>
            <p:spPr>
              <a:xfrm>
                <a:off x="3431710" y="2082079"/>
                <a:ext cx="463588" cy="31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28229F-D7BB-4BFE-8337-8653B9E5F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10" y="2082079"/>
                <a:ext cx="463588" cy="3105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52E9A57-26D1-4013-A813-153FAFAE93D5}"/>
                  </a:ext>
                </a:extLst>
              </p:cNvPr>
              <p:cNvSpPr txBox="1"/>
              <p:nvPr/>
            </p:nvSpPr>
            <p:spPr>
              <a:xfrm>
                <a:off x="3317017" y="2328306"/>
                <a:ext cx="463588" cy="31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52E9A57-26D1-4013-A813-153FAFAE9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017" y="2328306"/>
                <a:ext cx="463588" cy="3105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AAEED17-43EB-4907-840E-8EF42B44A759}"/>
                  </a:ext>
                </a:extLst>
              </p:cNvPr>
              <p:cNvSpPr txBox="1"/>
              <p:nvPr/>
            </p:nvSpPr>
            <p:spPr>
              <a:xfrm>
                <a:off x="3294738" y="2747941"/>
                <a:ext cx="463588" cy="31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AAEED17-43EB-4907-840E-8EF42B44A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738" y="2747941"/>
                <a:ext cx="463588" cy="310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9A3DAD6-02CF-405F-AD51-7770D24CE203}"/>
                  </a:ext>
                </a:extLst>
              </p:cNvPr>
              <p:cNvSpPr txBox="1"/>
              <p:nvPr/>
            </p:nvSpPr>
            <p:spPr>
              <a:xfrm>
                <a:off x="3025312" y="3044276"/>
                <a:ext cx="463588" cy="31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9A3DAD6-02CF-405F-AD51-7770D24CE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312" y="3044276"/>
                <a:ext cx="463588" cy="3105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24E29B5-E3E6-4D5F-9A63-25AEE60A4C49}"/>
                  </a:ext>
                </a:extLst>
              </p:cNvPr>
              <p:cNvSpPr txBox="1"/>
              <p:nvPr/>
            </p:nvSpPr>
            <p:spPr>
              <a:xfrm>
                <a:off x="2868723" y="3330246"/>
                <a:ext cx="463588" cy="31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24E29B5-E3E6-4D5F-9A63-25AEE60A4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23" y="3330246"/>
                <a:ext cx="463588" cy="3105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F3BFD73-F165-4010-B29A-0770CB062811}"/>
                  </a:ext>
                </a:extLst>
              </p:cNvPr>
              <p:cNvSpPr txBox="1"/>
              <p:nvPr/>
            </p:nvSpPr>
            <p:spPr>
              <a:xfrm>
                <a:off x="3303901" y="3655002"/>
                <a:ext cx="463588" cy="31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F3BFD73-F165-4010-B29A-0770CB062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901" y="3655002"/>
                <a:ext cx="463588" cy="3105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B35B1C8-D8A2-460E-8FBE-6EEE5A08243A}"/>
                  </a:ext>
                </a:extLst>
              </p:cNvPr>
              <p:cNvSpPr txBox="1"/>
              <p:nvPr/>
            </p:nvSpPr>
            <p:spPr>
              <a:xfrm>
                <a:off x="4774229" y="3217980"/>
                <a:ext cx="463588" cy="311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B35B1C8-D8A2-460E-8FBE-6EEE5A082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229" y="3217980"/>
                <a:ext cx="463588" cy="31123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DF694D4-C276-413C-9E34-919990E2AC7E}"/>
                  </a:ext>
                </a:extLst>
              </p:cNvPr>
              <p:cNvSpPr txBox="1"/>
              <p:nvPr/>
            </p:nvSpPr>
            <p:spPr>
              <a:xfrm>
                <a:off x="4771255" y="2537132"/>
                <a:ext cx="463588" cy="311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DF694D4-C276-413C-9E34-919990E2A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255" y="2537132"/>
                <a:ext cx="463588" cy="31168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229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CAC3-44E6-E1DB-0B9C-61657BC9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Forward 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72BD8-6858-6D3B-F2A3-A79B0E1F0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016E2-F797-A9E9-201C-7771C93E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55782-4582-D391-33B5-E105C044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724051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D6D8-9AD3-D1F4-584A-3B66C674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 Propagation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A288-0C39-8334-B059-1DC3B148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413A-1F51-2F98-42AC-B0646FB2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FDC4-8758-7CE2-A920-3C822043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22</a:t>
            </a:fld>
            <a:endParaRPr lang="x-none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5F76E32-25B4-407B-A6C2-80829D6AA975}"/>
              </a:ext>
            </a:extLst>
          </p:cNvPr>
          <p:cNvGrpSpPr>
            <a:grpSpLocks noChangeAspect="1"/>
          </p:cNvGrpSpPr>
          <p:nvPr/>
        </p:nvGrpSpPr>
        <p:grpSpPr>
          <a:xfrm>
            <a:off x="3044381" y="1964123"/>
            <a:ext cx="5957250" cy="2580087"/>
            <a:chOff x="926169" y="1642529"/>
            <a:chExt cx="5853431" cy="253512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E2803EF-59FA-4F5D-9AF7-7B3A3AC0B90F}"/>
                </a:ext>
              </a:extLst>
            </p:cNvPr>
            <p:cNvSpPr/>
            <p:nvPr/>
          </p:nvSpPr>
          <p:spPr>
            <a:xfrm>
              <a:off x="2650575" y="19080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716DFFD-C974-4331-8AC2-84AB3269D5D7}"/>
                </a:ext>
              </a:extLst>
            </p:cNvPr>
            <p:cNvSpPr/>
            <p:nvPr/>
          </p:nvSpPr>
          <p:spPr>
            <a:xfrm>
              <a:off x="2650575" y="2748465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7EB358-75D7-4691-90D1-DDBEF0CB6983}"/>
                </a:ext>
              </a:extLst>
            </p:cNvPr>
            <p:cNvSpPr/>
            <p:nvPr/>
          </p:nvSpPr>
          <p:spPr>
            <a:xfrm>
              <a:off x="2650575" y="3588842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B02B6B-37B4-46F2-B04F-734C304774FE}"/>
                </a:ext>
              </a:extLst>
            </p:cNvPr>
            <p:cNvSpPr/>
            <p:nvPr/>
          </p:nvSpPr>
          <p:spPr>
            <a:xfrm>
              <a:off x="4091843" y="23652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A7845A-369F-45B5-8E85-F33938448E4A}"/>
                </a:ext>
              </a:extLst>
            </p:cNvPr>
            <p:cNvSpPr/>
            <p:nvPr/>
          </p:nvSpPr>
          <p:spPr>
            <a:xfrm>
              <a:off x="4091843" y="3211033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A7290F7-1AF2-4F26-9002-870A38EF9C20}"/>
                </a:ext>
              </a:extLst>
            </p:cNvPr>
            <p:cNvSpPr/>
            <p:nvPr/>
          </p:nvSpPr>
          <p:spPr>
            <a:xfrm>
              <a:off x="5370647" y="28224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6A025B4-3D71-41E1-B738-16C1CCBDE1E0}"/>
                </a:ext>
              </a:extLst>
            </p:cNvPr>
            <p:cNvSpPr/>
            <p:nvPr/>
          </p:nvSpPr>
          <p:spPr>
            <a:xfrm>
              <a:off x="1351363" y="1830877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4DB80F7-669B-4466-91C7-A25D23E5064A}"/>
                </a:ext>
              </a:extLst>
            </p:cNvPr>
            <p:cNvSpPr/>
            <p:nvPr/>
          </p:nvSpPr>
          <p:spPr>
            <a:xfrm>
              <a:off x="1351363" y="251986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A83DC7-33DE-4A4B-AECC-2AAEC1241E7F}"/>
                </a:ext>
              </a:extLst>
            </p:cNvPr>
            <p:cNvSpPr/>
            <p:nvPr/>
          </p:nvSpPr>
          <p:spPr>
            <a:xfrm>
              <a:off x="1351362" y="320886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42D7A73-D38F-48D2-8059-02848E32280D}"/>
                </a:ext>
              </a:extLst>
            </p:cNvPr>
            <p:cNvSpPr/>
            <p:nvPr/>
          </p:nvSpPr>
          <p:spPr>
            <a:xfrm>
              <a:off x="1351361" y="3992986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659767-972E-470B-844D-00BE488B9234}"/>
                </a:ext>
              </a:extLst>
            </p:cNvPr>
            <p:cNvSpPr txBox="1"/>
            <p:nvPr/>
          </p:nvSpPr>
          <p:spPr>
            <a:xfrm>
              <a:off x="951036" y="1642529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i1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5A0001-0162-431E-8F9D-778E9BA5A943}"/>
                </a:ext>
              </a:extLst>
            </p:cNvPr>
            <p:cNvSpPr txBox="1"/>
            <p:nvPr/>
          </p:nvSpPr>
          <p:spPr>
            <a:xfrm>
              <a:off x="927771" y="2335203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i2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6ABEC6-EEB3-4AAD-9901-896873CEA290}"/>
                </a:ext>
              </a:extLst>
            </p:cNvPr>
            <p:cNvSpPr txBox="1"/>
            <p:nvPr/>
          </p:nvSpPr>
          <p:spPr>
            <a:xfrm>
              <a:off x="926169" y="297706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i3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9DA5B3-69F6-4B70-8D9A-766775C9C2D1}"/>
                </a:ext>
              </a:extLst>
            </p:cNvPr>
            <p:cNvSpPr txBox="1"/>
            <p:nvPr/>
          </p:nvSpPr>
          <p:spPr>
            <a:xfrm>
              <a:off x="926169" y="380832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i4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6309C6-4029-40D2-8029-44A7320F83C0}"/>
                </a:ext>
              </a:extLst>
            </p:cNvPr>
            <p:cNvCxnSpPr>
              <a:cxnSpLocks/>
            </p:cNvCxnSpPr>
            <p:nvPr/>
          </p:nvCxnSpPr>
          <p:spPr>
            <a:xfrm>
              <a:off x="1374223" y="1867887"/>
              <a:ext cx="1276352" cy="2600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30FAF2-A824-45C2-B699-03F6928FF40E}"/>
                </a:ext>
              </a:extLst>
            </p:cNvPr>
            <p:cNvCxnSpPr>
              <a:stCxn id="14" idx="5"/>
              <a:endCxn id="7" idx="2"/>
            </p:cNvCxnSpPr>
            <p:nvPr/>
          </p:nvCxnSpPr>
          <p:spPr>
            <a:xfrm flipV="1">
              <a:off x="1390387" y="2136688"/>
              <a:ext cx="1260188" cy="4222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891A6E-0DB9-454E-B5F7-2A52AE2ECABD}"/>
                </a:ext>
              </a:extLst>
            </p:cNvPr>
            <p:cNvCxnSpPr>
              <a:stCxn id="15" idx="2"/>
              <a:endCxn id="7" idx="2"/>
            </p:cNvCxnSpPr>
            <p:nvPr/>
          </p:nvCxnSpPr>
          <p:spPr>
            <a:xfrm flipV="1">
              <a:off x="1351362" y="2136688"/>
              <a:ext cx="1299213" cy="10950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655B844-671A-4294-9146-CEBDF38A2883}"/>
                </a:ext>
              </a:extLst>
            </p:cNvPr>
            <p:cNvCxnSpPr>
              <a:stCxn id="16" idx="6"/>
              <a:endCxn id="7" idx="2"/>
            </p:cNvCxnSpPr>
            <p:nvPr/>
          </p:nvCxnSpPr>
          <p:spPr>
            <a:xfrm flipV="1">
              <a:off x="1397080" y="2136688"/>
              <a:ext cx="1253495" cy="18791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5FC8A8-E1D1-456B-90CD-96379A0DA2B7}"/>
                </a:ext>
              </a:extLst>
            </p:cNvPr>
            <p:cNvCxnSpPr>
              <a:stCxn id="13" idx="0"/>
              <a:endCxn id="8" idx="2"/>
            </p:cNvCxnSpPr>
            <p:nvPr/>
          </p:nvCxnSpPr>
          <p:spPr>
            <a:xfrm>
              <a:off x="1374223" y="1830877"/>
              <a:ext cx="1276352" cy="11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E5661D-9343-468B-9801-E90C1455A5C8}"/>
                </a:ext>
              </a:extLst>
            </p:cNvPr>
            <p:cNvCxnSpPr>
              <a:stCxn id="14" idx="2"/>
              <a:endCxn id="8" idx="2"/>
            </p:cNvCxnSpPr>
            <p:nvPr/>
          </p:nvCxnSpPr>
          <p:spPr>
            <a:xfrm>
              <a:off x="1351363" y="2542729"/>
              <a:ext cx="1299212" cy="43433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2F8676E-A4D3-4783-9608-BFA2CF623C2E}"/>
                </a:ext>
              </a:extLst>
            </p:cNvPr>
            <p:cNvCxnSpPr>
              <a:stCxn id="15" idx="1"/>
              <a:endCxn id="8" idx="2"/>
            </p:cNvCxnSpPr>
            <p:nvPr/>
          </p:nvCxnSpPr>
          <p:spPr>
            <a:xfrm flipV="1">
              <a:off x="1358057" y="2977065"/>
              <a:ext cx="1292518" cy="238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54493E-0889-4EE5-A504-27867085F0D3}"/>
                </a:ext>
              </a:extLst>
            </p:cNvPr>
            <p:cNvCxnSpPr>
              <a:stCxn id="16" idx="6"/>
              <a:endCxn id="8" idx="2"/>
            </p:cNvCxnSpPr>
            <p:nvPr/>
          </p:nvCxnSpPr>
          <p:spPr>
            <a:xfrm flipV="1">
              <a:off x="1397080" y="2977065"/>
              <a:ext cx="1253495" cy="103878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D0095B-EE5B-4E72-873A-E2C998951569}"/>
                </a:ext>
              </a:extLst>
            </p:cNvPr>
            <p:cNvCxnSpPr>
              <a:stCxn id="13" idx="4"/>
              <a:endCxn id="9" idx="2"/>
            </p:cNvCxnSpPr>
            <p:nvPr/>
          </p:nvCxnSpPr>
          <p:spPr>
            <a:xfrm>
              <a:off x="1374223" y="1876596"/>
              <a:ext cx="1276352" cy="194084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EF3047C-0F38-4DA6-8E80-167F56422CEF}"/>
                </a:ext>
              </a:extLst>
            </p:cNvPr>
            <p:cNvCxnSpPr>
              <a:stCxn id="14" idx="5"/>
              <a:endCxn id="9" idx="2"/>
            </p:cNvCxnSpPr>
            <p:nvPr/>
          </p:nvCxnSpPr>
          <p:spPr>
            <a:xfrm>
              <a:off x="1390387" y="2558893"/>
              <a:ext cx="1260188" cy="125854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FB518B9-1001-472A-9546-20D161F855BB}"/>
                </a:ext>
              </a:extLst>
            </p:cNvPr>
            <p:cNvCxnSpPr>
              <a:stCxn id="15" idx="1"/>
              <a:endCxn id="9" idx="2"/>
            </p:cNvCxnSpPr>
            <p:nvPr/>
          </p:nvCxnSpPr>
          <p:spPr>
            <a:xfrm>
              <a:off x="1358057" y="3215556"/>
              <a:ext cx="1292518" cy="60188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CBBCDA-8AB5-4C0E-A4D7-DFA08D5D6710}"/>
                </a:ext>
              </a:extLst>
            </p:cNvPr>
            <p:cNvCxnSpPr>
              <a:stCxn id="16" idx="7"/>
              <a:endCxn id="9" idx="2"/>
            </p:cNvCxnSpPr>
            <p:nvPr/>
          </p:nvCxnSpPr>
          <p:spPr>
            <a:xfrm flipV="1">
              <a:off x="1390385" y="3817442"/>
              <a:ext cx="1260190" cy="18223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5E29C23-2E81-4622-895D-C6110CC6DB27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3107775" y="2136688"/>
              <a:ext cx="984068" cy="45720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70566-2D4E-4DDA-AB08-3394EDA89CF2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 flipV="1">
              <a:off x="3107775" y="2593888"/>
              <a:ext cx="984068" cy="383177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CA3A3AA-6F45-4D2F-94CC-738710C6E3EE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3107775" y="2593888"/>
              <a:ext cx="984068" cy="122355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E06270-1996-44E5-BB8C-B1D855FC0914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3107775" y="2136688"/>
              <a:ext cx="984068" cy="13029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A7E7D6A-086C-48B4-BFF9-98FE40A8E4B7}"/>
                </a:ext>
              </a:extLst>
            </p:cNvPr>
            <p:cNvCxnSpPr>
              <a:stCxn id="8" idx="6"/>
              <a:endCxn id="11" idx="2"/>
            </p:cNvCxnSpPr>
            <p:nvPr/>
          </p:nvCxnSpPr>
          <p:spPr>
            <a:xfrm>
              <a:off x="3107775" y="2977065"/>
              <a:ext cx="984068" cy="4625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28555D-01B7-4778-9E93-AA7CB5EA8B2F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3107775" y="3439633"/>
              <a:ext cx="984068" cy="3778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E6EC98-7072-4E81-AF6A-D8AD890DAE7B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>
            <a:xfrm>
              <a:off x="4549043" y="2593888"/>
              <a:ext cx="82160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026DEF-5C33-4D35-AA64-4E96AE596DFA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 flipV="1">
              <a:off x="4549043" y="3051088"/>
              <a:ext cx="821604" cy="3885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59C46BD-0A3B-441F-9AD7-9960BC4632A8}"/>
                </a:ext>
              </a:extLst>
            </p:cNvPr>
            <p:cNvCxnSpPr>
              <a:stCxn id="12" idx="6"/>
            </p:cNvCxnSpPr>
            <p:nvPr/>
          </p:nvCxnSpPr>
          <p:spPr>
            <a:xfrm>
              <a:off x="5827847" y="3051088"/>
              <a:ext cx="5558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/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Ink Free" panose="03080402000500000000" pitchFamily="66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2195" r="-12000" b="-5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FF663D-AE77-4307-8CB9-D2D1D0FA62D3}"/>
              </a:ext>
            </a:extLst>
          </p:cNvPr>
          <p:cNvCxnSpPr/>
          <p:nvPr/>
        </p:nvCxnSpPr>
        <p:spPr>
          <a:xfrm>
            <a:off x="4503926" y="1988189"/>
            <a:ext cx="1056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31EB1F1-BFD0-4C02-AA61-96F09DB75D41}"/>
              </a:ext>
            </a:extLst>
          </p:cNvPr>
          <p:cNvCxnSpPr/>
          <p:nvPr/>
        </p:nvCxnSpPr>
        <p:spPr>
          <a:xfrm>
            <a:off x="5970757" y="2458183"/>
            <a:ext cx="1056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EB71A0-401D-4A8A-9921-890302B97509}"/>
              </a:ext>
            </a:extLst>
          </p:cNvPr>
          <p:cNvCxnSpPr/>
          <p:nvPr/>
        </p:nvCxnSpPr>
        <p:spPr>
          <a:xfrm>
            <a:off x="7272242" y="2881236"/>
            <a:ext cx="1056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207FE5-0160-4739-8A3C-A526839A1864}"/>
                  </a:ext>
                </a:extLst>
              </p:cNvPr>
              <p:cNvSpPr txBox="1"/>
              <p:nvPr/>
            </p:nvSpPr>
            <p:spPr>
              <a:xfrm>
                <a:off x="1519394" y="5075479"/>
                <a:ext cx="94936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Starting from the input, calculations are done layer-by-layer to finally calculate the prediction,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207FE5-0160-4739-8A3C-A526839A1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394" y="5075479"/>
                <a:ext cx="9493618" cy="1200329"/>
              </a:xfrm>
              <a:prstGeom prst="rect">
                <a:avLst/>
              </a:prstGeom>
              <a:blipFill>
                <a:blip r:embed="rId3"/>
                <a:stretch>
                  <a:fillRect l="-963" t="-3571" r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738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D6D8-9AD3-D1F4-584A-3B66C674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 Propagation: layer 1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A288-0C39-8334-B059-1DC3B148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413A-1F51-2F98-42AC-B0646FB2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FDC4-8758-7CE2-A920-3C822043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23</a:t>
            </a:fld>
            <a:endParaRPr lang="x-none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5F76E32-25B4-407B-A6C2-80829D6AA975}"/>
              </a:ext>
            </a:extLst>
          </p:cNvPr>
          <p:cNvGrpSpPr>
            <a:grpSpLocks noChangeAspect="1"/>
          </p:cNvGrpSpPr>
          <p:nvPr/>
        </p:nvGrpSpPr>
        <p:grpSpPr>
          <a:xfrm>
            <a:off x="6003338" y="1409319"/>
            <a:ext cx="5957250" cy="2580087"/>
            <a:chOff x="926169" y="1642529"/>
            <a:chExt cx="5853431" cy="253512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E2803EF-59FA-4F5D-9AF7-7B3A3AC0B90F}"/>
                </a:ext>
              </a:extLst>
            </p:cNvPr>
            <p:cNvSpPr/>
            <p:nvPr/>
          </p:nvSpPr>
          <p:spPr>
            <a:xfrm>
              <a:off x="2650575" y="1908088"/>
              <a:ext cx="457200" cy="4572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716DFFD-C974-4331-8AC2-84AB3269D5D7}"/>
                </a:ext>
              </a:extLst>
            </p:cNvPr>
            <p:cNvSpPr/>
            <p:nvPr/>
          </p:nvSpPr>
          <p:spPr>
            <a:xfrm>
              <a:off x="2650575" y="2748465"/>
              <a:ext cx="457200" cy="4572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7EB358-75D7-4691-90D1-DDBEF0CB6983}"/>
                </a:ext>
              </a:extLst>
            </p:cNvPr>
            <p:cNvSpPr/>
            <p:nvPr/>
          </p:nvSpPr>
          <p:spPr>
            <a:xfrm>
              <a:off x="2650575" y="3588842"/>
              <a:ext cx="457200" cy="4572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B02B6B-37B4-46F2-B04F-734C304774FE}"/>
                </a:ext>
              </a:extLst>
            </p:cNvPr>
            <p:cNvSpPr/>
            <p:nvPr/>
          </p:nvSpPr>
          <p:spPr>
            <a:xfrm>
              <a:off x="4091843" y="23652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A7845A-369F-45B5-8E85-F33938448E4A}"/>
                </a:ext>
              </a:extLst>
            </p:cNvPr>
            <p:cNvSpPr/>
            <p:nvPr/>
          </p:nvSpPr>
          <p:spPr>
            <a:xfrm>
              <a:off x="4091843" y="3211033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A7290F7-1AF2-4F26-9002-870A38EF9C20}"/>
                </a:ext>
              </a:extLst>
            </p:cNvPr>
            <p:cNvSpPr/>
            <p:nvPr/>
          </p:nvSpPr>
          <p:spPr>
            <a:xfrm>
              <a:off x="5370647" y="28224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6A025B4-3D71-41E1-B738-16C1CCBDE1E0}"/>
                </a:ext>
              </a:extLst>
            </p:cNvPr>
            <p:cNvSpPr/>
            <p:nvPr/>
          </p:nvSpPr>
          <p:spPr>
            <a:xfrm>
              <a:off x="1351363" y="1830877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4DB80F7-669B-4466-91C7-A25D23E5064A}"/>
                </a:ext>
              </a:extLst>
            </p:cNvPr>
            <p:cNvSpPr/>
            <p:nvPr/>
          </p:nvSpPr>
          <p:spPr>
            <a:xfrm>
              <a:off x="1351363" y="251986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A83DC7-33DE-4A4B-AECC-2AAEC1241E7F}"/>
                </a:ext>
              </a:extLst>
            </p:cNvPr>
            <p:cNvSpPr/>
            <p:nvPr/>
          </p:nvSpPr>
          <p:spPr>
            <a:xfrm>
              <a:off x="1351362" y="320886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42D7A73-D38F-48D2-8059-02848E32280D}"/>
                </a:ext>
              </a:extLst>
            </p:cNvPr>
            <p:cNvSpPr/>
            <p:nvPr/>
          </p:nvSpPr>
          <p:spPr>
            <a:xfrm>
              <a:off x="1351361" y="3992986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659767-972E-470B-844D-00BE488B9234}"/>
                </a:ext>
              </a:extLst>
            </p:cNvPr>
            <p:cNvSpPr txBox="1"/>
            <p:nvPr/>
          </p:nvSpPr>
          <p:spPr>
            <a:xfrm>
              <a:off x="951036" y="1642529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i1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5A0001-0162-431E-8F9D-778E9BA5A943}"/>
                </a:ext>
              </a:extLst>
            </p:cNvPr>
            <p:cNvSpPr txBox="1"/>
            <p:nvPr/>
          </p:nvSpPr>
          <p:spPr>
            <a:xfrm>
              <a:off x="927771" y="2335203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i2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6ABEC6-EEB3-4AAD-9901-896873CEA290}"/>
                </a:ext>
              </a:extLst>
            </p:cNvPr>
            <p:cNvSpPr txBox="1"/>
            <p:nvPr/>
          </p:nvSpPr>
          <p:spPr>
            <a:xfrm>
              <a:off x="926169" y="297706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i3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9DA5B3-69F6-4B70-8D9A-766775C9C2D1}"/>
                </a:ext>
              </a:extLst>
            </p:cNvPr>
            <p:cNvSpPr txBox="1"/>
            <p:nvPr/>
          </p:nvSpPr>
          <p:spPr>
            <a:xfrm>
              <a:off x="926169" y="380832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i4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6309C6-4029-40D2-8029-44A7320F83C0}"/>
                </a:ext>
              </a:extLst>
            </p:cNvPr>
            <p:cNvCxnSpPr>
              <a:cxnSpLocks/>
            </p:cNvCxnSpPr>
            <p:nvPr/>
          </p:nvCxnSpPr>
          <p:spPr>
            <a:xfrm>
              <a:off x="1374223" y="1867887"/>
              <a:ext cx="1276352" cy="2600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30FAF2-A824-45C2-B699-03F6928FF40E}"/>
                </a:ext>
              </a:extLst>
            </p:cNvPr>
            <p:cNvCxnSpPr>
              <a:stCxn id="14" idx="5"/>
              <a:endCxn id="7" idx="2"/>
            </p:cNvCxnSpPr>
            <p:nvPr/>
          </p:nvCxnSpPr>
          <p:spPr>
            <a:xfrm flipV="1">
              <a:off x="1390387" y="2136688"/>
              <a:ext cx="1260188" cy="4222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891A6E-0DB9-454E-B5F7-2A52AE2ECABD}"/>
                </a:ext>
              </a:extLst>
            </p:cNvPr>
            <p:cNvCxnSpPr>
              <a:stCxn id="15" idx="2"/>
              <a:endCxn id="7" idx="2"/>
            </p:cNvCxnSpPr>
            <p:nvPr/>
          </p:nvCxnSpPr>
          <p:spPr>
            <a:xfrm flipV="1">
              <a:off x="1351362" y="2136688"/>
              <a:ext cx="1299213" cy="10950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655B844-671A-4294-9146-CEBDF38A2883}"/>
                </a:ext>
              </a:extLst>
            </p:cNvPr>
            <p:cNvCxnSpPr>
              <a:stCxn id="16" idx="6"/>
              <a:endCxn id="7" idx="2"/>
            </p:cNvCxnSpPr>
            <p:nvPr/>
          </p:nvCxnSpPr>
          <p:spPr>
            <a:xfrm flipV="1">
              <a:off x="1397080" y="2136688"/>
              <a:ext cx="1253495" cy="18791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5FC8A8-E1D1-456B-90CD-96379A0DA2B7}"/>
                </a:ext>
              </a:extLst>
            </p:cNvPr>
            <p:cNvCxnSpPr>
              <a:stCxn id="13" idx="0"/>
              <a:endCxn id="8" idx="2"/>
            </p:cNvCxnSpPr>
            <p:nvPr/>
          </p:nvCxnSpPr>
          <p:spPr>
            <a:xfrm>
              <a:off x="1374223" y="1830877"/>
              <a:ext cx="1276352" cy="11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E5661D-9343-468B-9801-E90C1455A5C8}"/>
                </a:ext>
              </a:extLst>
            </p:cNvPr>
            <p:cNvCxnSpPr>
              <a:stCxn id="14" idx="2"/>
              <a:endCxn id="8" idx="2"/>
            </p:cNvCxnSpPr>
            <p:nvPr/>
          </p:nvCxnSpPr>
          <p:spPr>
            <a:xfrm>
              <a:off x="1351363" y="2542729"/>
              <a:ext cx="1299212" cy="43433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2F8676E-A4D3-4783-9608-BFA2CF623C2E}"/>
                </a:ext>
              </a:extLst>
            </p:cNvPr>
            <p:cNvCxnSpPr>
              <a:stCxn id="15" idx="1"/>
              <a:endCxn id="8" idx="2"/>
            </p:cNvCxnSpPr>
            <p:nvPr/>
          </p:nvCxnSpPr>
          <p:spPr>
            <a:xfrm flipV="1">
              <a:off x="1358057" y="2977065"/>
              <a:ext cx="1292518" cy="238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54493E-0889-4EE5-A504-27867085F0D3}"/>
                </a:ext>
              </a:extLst>
            </p:cNvPr>
            <p:cNvCxnSpPr>
              <a:stCxn id="16" idx="6"/>
              <a:endCxn id="8" idx="2"/>
            </p:cNvCxnSpPr>
            <p:nvPr/>
          </p:nvCxnSpPr>
          <p:spPr>
            <a:xfrm flipV="1">
              <a:off x="1397080" y="2977065"/>
              <a:ext cx="1253495" cy="103878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D0095B-EE5B-4E72-873A-E2C998951569}"/>
                </a:ext>
              </a:extLst>
            </p:cNvPr>
            <p:cNvCxnSpPr>
              <a:stCxn id="13" idx="4"/>
              <a:endCxn id="9" idx="2"/>
            </p:cNvCxnSpPr>
            <p:nvPr/>
          </p:nvCxnSpPr>
          <p:spPr>
            <a:xfrm>
              <a:off x="1374223" y="1876596"/>
              <a:ext cx="1276352" cy="194084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EF3047C-0F38-4DA6-8E80-167F56422CEF}"/>
                </a:ext>
              </a:extLst>
            </p:cNvPr>
            <p:cNvCxnSpPr>
              <a:stCxn id="14" idx="5"/>
              <a:endCxn id="9" idx="2"/>
            </p:cNvCxnSpPr>
            <p:nvPr/>
          </p:nvCxnSpPr>
          <p:spPr>
            <a:xfrm>
              <a:off x="1390387" y="2558893"/>
              <a:ext cx="1260188" cy="125854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FB518B9-1001-472A-9546-20D161F855BB}"/>
                </a:ext>
              </a:extLst>
            </p:cNvPr>
            <p:cNvCxnSpPr>
              <a:stCxn id="15" idx="1"/>
              <a:endCxn id="9" idx="2"/>
            </p:cNvCxnSpPr>
            <p:nvPr/>
          </p:nvCxnSpPr>
          <p:spPr>
            <a:xfrm>
              <a:off x="1358057" y="3215556"/>
              <a:ext cx="1292518" cy="60188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CBBCDA-8AB5-4C0E-A4D7-DFA08D5D6710}"/>
                </a:ext>
              </a:extLst>
            </p:cNvPr>
            <p:cNvCxnSpPr>
              <a:stCxn id="16" idx="7"/>
              <a:endCxn id="9" idx="2"/>
            </p:cNvCxnSpPr>
            <p:nvPr/>
          </p:nvCxnSpPr>
          <p:spPr>
            <a:xfrm flipV="1">
              <a:off x="1390385" y="3817442"/>
              <a:ext cx="1260190" cy="18223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5E29C23-2E81-4622-895D-C6110CC6DB27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3107775" y="2136688"/>
              <a:ext cx="984068" cy="45720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70566-2D4E-4DDA-AB08-3394EDA89CF2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 flipV="1">
              <a:off x="3107775" y="2593888"/>
              <a:ext cx="984068" cy="383177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CA3A3AA-6F45-4D2F-94CC-738710C6E3EE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3107775" y="2593888"/>
              <a:ext cx="984068" cy="122355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E06270-1996-44E5-BB8C-B1D855FC0914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3107775" y="2136688"/>
              <a:ext cx="984068" cy="13029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A7E7D6A-086C-48B4-BFF9-98FE40A8E4B7}"/>
                </a:ext>
              </a:extLst>
            </p:cNvPr>
            <p:cNvCxnSpPr>
              <a:stCxn id="8" idx="6"/>
              <a:endCxn id="11" idx="2"/>
            </p:cNvCxnSpPr>
            <p:nvPr/>
          </p:nvCxnSpPr>
          <p:spPr>
            <a:xfrm>
              <a:off x="3107775" y="2977065"/>
              <a:ext cx="984068" cy="4625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28555D-01B7-4778-9E93-AA7CB5EA8B2F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3107775" y="3439633"/>
              <a:ext cx="984068" cy="3778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E6EC98-7072-4E81-AF6A-D8AD890DAE7B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>
            <a:xfrm>
              <a:off x="4549043" y="2593888"/>
              <a:ext cx="82160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026DEF-5C33-4D35-AA64-4E96AE596DFA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 flipV="1">
              <a:off x="4549043" y="3051088"/>
              <a:ext cx="821604" cy="3885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59C46BD-0A3B-441F-9AD7-9960BC4632A8}"/>
                </a:ext>
              </a:extLst>
            </p:cNvPr>
            <p:cNvCxnSpPr>
              <a:stCxn id="12" idx="6"/>
            </p:cNvCxnSpPr>
            <p:nvPr/>
          </p:nvCxnSpPr>
          <p:spPr>
            <a:xfrm>
              <a:off x="5827847" y="3051088"/>
              <a:ext cx="5558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/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Ink Free" panose="03080402000500000000" pitchFamily="66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2195" r="-12000" b="-5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7EA859-8909-48E4-83E8-E0A1AF88C67C}"/>
                  </a:ext>
                </a:extLst>
              </p:cNvPr>
              <p:cNvSpPr txBox="1"/>
              <p:nvPr/>
            </p:nvSpPr>
            <p:spPr>
              <a:xfrm>
                <a:off x="993426" y="1432740"/>
                <a:ext cx="4480842" cy="5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7EA859-8909-48E4-83E8-E0A1AF88C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26" y="1432740"/>
                <a:ext cx="4480842" cy="558551"/>
              </a:xfrm>
              <a:prstGeom prst="rect">
                <a:avLst/>
              </a:prstGeom>
              <a:blipFill>
                <a:blip r:embed="rId3"/>
                <a:stretch>
                  <a:fillRect l="-1361" t="-13043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6FE93-66A4-46F6-938F-F304432AD392}"/>
                  </a:ext>
                </a:extLst>
              </p:cNvPr>
              <p:cNvSpPr txBox="1"/>
              <p:nvPr/>
            </p:nvSpPr>
            <p:spPr>
              <a:xfrm>
                <a:off x="7246131" y="1542514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6FE93-66A4-46F6-938F-F304432AD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131" y="1542514"/>
                <a:ext cx="463588" cy="309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2715F1D-4F23-4550-BB47-6F3ADA69812B}"/>
                  </a:ext>
                </a:extLst>
              </p:cNvPr>
              <p:cNvSpPr txBox="1"/>
              <p:nvPr/>
            </p:nvSpPr>
            <p:spPr>
              <a:xfrm>
                <a:off x="6997770" y="1768355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2715F1D-4F23-4550-BB47-6F3ADA69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770" y="1768355"/>
                <a:ext cx="463588" cy="3097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A8F649-9F4D-4669-92D8-3CA20EE296C3}"/>
                  </a:ext>
                </a:extLst>
              </p:cNvPr>
              <p:cNvSpPr txBox="1"/>
              <p:nvPr/>
            </p:nvSpPr>
            <p:spPr>
              <a:xfrm>
                <a:off x="7067515" y="2017749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A8F649-9F4D-4669-92D8-3CA20EE29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515" y="2017749"/>
                <a:ext cx="463588" cy="3097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9E47F6D-CFB9-44CE-BE61-628618D0E1EB}"/>
                  </a:ext>
                </a:extLst>
              </p:cNvPr>
              <p:cNvSpPr txBox="1"/>
              <p:nvPr/>
            </p:nvSpPr>
            <p:spPr>
              <a:xfrm>
                <a:off x="7502230" y="2084548"/>
                <a:ext cx="463588" cy="30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9E47F6D-CFB9-44CE-BE61-628618D0E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230" y="2084548"/>
                <a:ext cx="463588" cy="3097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FF663D-AE77-4307-8CB9-D2D1D0FA62D3}"/>
              </a:ext>
            </a:extLst>
          </p:cNvPr>
          <p:cNvCxnSpPr/>
          <p:nvPr/>
        </p:nvCxnSpPr>
        <p:spPr>
          <a:xfrm>
            <a:off x="7097200" y="1409319"/>
            <a:ext cx="1056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B022644-0C98-47B9-8E72-32344BCBBB63}"/>
              </a:ext>
            </a:extLst>
          </p:cNvPr>
          <p:cNvSpPr txBox="1"/>
          <p:nvPr/>
        </p:nvSpPr>
        <p:spPr>
          <a:xfrm>
            <a:off x="7762113" y="1697146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11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F57FD2-38A6-41A9-960D-117C45602995}"/>
              </a:ext>
            </a:extLst>
          </p:cNvPr>
          <p:cNvSpPr txBox="1"/>
          <p:nvPr/>
        </p:nvSpPr>
        <p:spPr>
          <a:xfrm>
            <a:off x="8187506" y="1660941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565E31-35C1-4A22-AFF3-A2C8FD3B99E5}"/>
                  </a:ext>
                </a:extLst>
              </p:cNvPr>
              <p:cNvSpPr txBox="1"/>
              <p:nvPr/>
            </p:nvSpPr>
            <p:spPr>
              <a:xfrm>
                <a:off x="993426" y="2181664"/>
                <a:ext cx="4480842" cy="5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565E31-35C1-4A22-AFF3-A2C8FD3B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26" y="2181664"/>
                <a:ext cx="4480842" cy="558551"/>
              </a:xfrm>
              <a:prstGeom prst="rect">
                <a:avLst/>
              </a:prstGeom>
              <a:blipFill>
                <a:blip r:embed="rId8"/>
                <a:stretch>
                  <a:fillRect l="-1361" t="-1304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06133B3-8D67-41FF-82BD-FF727D2B4149}"/>
              </a:ext>
            </a:extLst>
          </p:cNvPr>
          <p:cNvSpPr txBox="1"/>
          <p:nvPr/>
        </p:nvSpPr>
        <p:spPr>
          <a:xfrm>
            <a:off x="7762113" y="255772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E51617-340E-424A-98F2-AA2A19F34F43}"/>
              </a:ext>
            </a:extLst>
          </p:cNvPr>
          <p:cNvSpPr txBox="1"/>
          <p:nvPr/>
        </p:nvSpPr>
        <p:spPr>
          <a:xfrm>
            <a:off x="8187506" y="2521517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12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099E6A-EDB7-448E-AB4D-F09FAA46EB3F}"/>
              </a:ext>
            </a:extLst>
          </p:cNvPr>
          <p:cNvSpPr txBox="1"/>
          <p:nvPr/>
        </p:nvSpPr>
        <p:spPr>
          <a:xfrm>
            <a:off x="7769280" y="3398424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13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914471-217D-4CE8-800F-187B90EC0140}"/>
              </a:ext>
            </a:extLst>
          </p:cNvPr>
          <p:cNvSpPr txBox="1"/>
          <p:nvPr/>
        </p:nvSpPr>
        <p:spPr>
          <a:xfrm>
            <a:off x="8187368" y="3454786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13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BB084D8-5D73-4779-9892-4BDC053D7E8E}"/>
                  </a:ext>
                </a:extLst>
              </p:cNvPr>
              <p:cNvSpPr txBox="1"/>
              <p:nvPr/>
            </p:nvSpPr>
            <p:spPr>
              <a:xfrm>
                <a:off x="991087" y="2927054"/>
                <a:ext cx="4480842" cy="5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BB084D8-5D73-4779-9892-4BDC053D7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087" y="2927054"/>
                <a:ext cx="4480842" cy="558551"/>
              </a:xfrm>
              <a:prstGeom prst="rect">
                <a:avLst/>
              </a:prstGeom>
              <a:blipFill>
                <a:blip r:embed="rId9"/>
                <a:stretch>
                  <a:fillRect l="-1361" t="-13043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4B5E4BC-2C16-4223-A890-B31993A56FA7}"/>
              </a:ext>
            </a:extLst>
          </p:cNvPr>
          <p:cNvSpPr txBox="1"/>
          <p:nvPr/>
        </p:nvSpPr>
        <p:spPr>
          <a:xfrm>
            <a:off x="343261" y="3747948"/>
            <a:ext cx="5584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Fortunately, this can be done easily using matrix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350789-1868-4BFF-A8ED-60802530F70C}"/>
                  </a:ext>
                </a:extLst>
              </p:cNvPr>
              <p:cNvSpPr txBox="1"/>
              <p:nvPr/>
            </p:nvSpPr>
            <p:spPr>
              <a:xfrm>
                <a:off x="1124651" y="4348845"/>
                <a:ext cx="4230710" cy="1300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41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42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43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350789-1868-4BFF-A8ED-60802530F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51" y="4348845"/>
                <a:ext cx="4230710" cy="13004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1261E0C-2330-48F5-8536-77233EB10024}"/>
                  </a:ext>
                </a:extLst>
              </p:cNvPr>
              <p:cNvSpPr txBox="1"/>
              <p:nvPr/>
            </p:nvSpPr>
            <p:spPr>
              <a:xfrm>
                <a:off x="7110820" y="4651085"/>
                <a:ext cx="1804981" cy="733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1261E0C-2330-48F5-8536-77233EB10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820" y="4651085"/>
                <a:ext cx="1804981" cy="7332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Arrow: Right 60">
            <a:extLst>
              <a:ext uri="{FF2B5EF4-FFF2-40B4-BE49-F238E27FC236}">
                <a16:creationId xmlns:a16="http://schemas.microsoft.com/office/drawing/2014/main" id="{DFD5E049-94E6-43D7-901A-06DE4331B9E3}"/>
              </a:ext>
            </a:extLst>
          </p:cNvPr>
          <p:cNvSpPr/>
          <p:nvPr/>
        </p:nvSpPr>
        <p:spPr>
          <a:xfrm>
            <a:off x="5696560" y="4837263"/>
            <a:ext cx="1229198" cy="391976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62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D6D8-9AD3-D1F4-584A-3B66C674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 Propagation: layer 3 / Output layer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A288-0C39-8334-B059-1DC3B148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413A-1F51-2F98-42AC-B0646FB2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FDC4-8758-7CE2-A920-3C822043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24</a:t>
            </a:fld>
            <a:endParaRPr lang="x-none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5F76E32-25B4-407B-A6C2-80829D6AA975}"/>
              </a:ext>
            </a:extLst>
          </p:cNvPr>
          <p:cNvGrpSpPr>
            <a:grpSpLocks noChangeAspect="1"/>
          </p:cNvGrpSpPr>
          <p:nvPr/>
        </p:nvGrpSpPr>
        <p:grpSpPr>
          <a:xfrm>
            <a:off x="6003338" y="1409319"/>
            <a:ext cx="5957250" cy="2580087"/>
            <a:chOff x="926169" y="1642529"/>
            <a:chExt cx="5853431" cy="253512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E2803EF-59FA-4F5D-9AF7-7B3A3AC0B90F}"/>
                </a:ext>
              </a:extLst>
            </p:cNvPr>
            <p:cNvSpPr/>
            <p:nvPr/>
          </p:nvSpPr>
          <p:spPr>
            <a:xfrm>
              <a:off x="2650575" y="19080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716DFFD-C974-4331-8AC2-84AB3269D5D7}"/>
                </a:ext>
              </a:extLst>
            </p:cNvPr>
            <p:cNvSpPr/>
            <p:nvPr/>
          </p:nvSpPr>
          <p:spPr>
            <a:xfrm>
              <a:off x="2650575" y="2748465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7EB358-75D7-4691-90D1-DDBEF0CB6983}"/>
                </a:ext>
              </a:extLst>
            </p:cNvPr>
            <p:cNvSpPr/>
            <p:nvPr/>
          </p:nvSpPr>
          <p:spPr>
            <a:xfrm>
              <a:off x="2650575" y="3588842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B02B6B-37B4-46F2-B04F-734C304774FE}"/>
                </a:ext>
              </a:extLst>
            </p:cNvPr>
            <p:cNvSpPr/>
            <p:nvPr/>
          </p:nvSpPr>
          <p:spPr>
            <a:xfrm>
              <a:off x="4091843" y="2365288"/>
              <a:ext cx="457200" cy="4572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A7845A-369F-45B5-8E85-F33938448E4A}"/>
                </a:ext>
              </a:extLst>
            </p:cNvPr>
            <p:cNvSpPr/>
            <p:nvPr/>
          </p:nvSpPr>
          <p:spPr>
            <a:xfrm>
              <a:off x="4091843" y="3211033"/>
              <a:ext cx="457200" cy="4572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A7290F7-1AF2-4F26-9002-870A38EF9C20}"/>
                </a:ext>
              </a:extLst>
            </p:cNvPr>
            <p:cNvSpPr/>
            <p:nvPr/>
          </p:nvSpPr>
          <p:spPr>
            <a:xfrm>
              <a:off x="5370647" y="28224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6A025B4-3D71-41E1-B738-16C1CCBDE1E0}"/>
                </a:ext>
              </a:extLst>
            </p:cNvPr>
            <p:cNvSpPr/>
            <p:nvPr/>
          </p:nvSpPr>
          <p:spPr>
            <a:xfrm>
              <a:off x="1351363" y="1830877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4DB80F7-669B-4466-91C7-A25D23E5064A}"/>
                </a:ext>
              </a:extLst>
            </p:cNvPr>
            <p:cNvSpPr/>
            <p:nvPr/>
          </p:nvSpPr>
          <p:spPr>
            <a:xfrm>
              <a:off x="1351363" y="251986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A83DC7-33DE-4A4B-AECC-2AAEC1241E7F}"/>
                </a:ext>
              </a:extLst>
            </p:cNvPr>
            <p:cNvSpPr/>
            <p:nvPr/>
          </p:nvSpPr>
          <p:spPr>
            <a:xfrm>
              <a:off x="1351362" y="320886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42D7A73-D38F-48D2-8059-02848E32280D}"/>
                </a:ext>
              </a:extLst>
            </p:cNvPr>
            <p:cNvSpPr/>
            <p:nvPr/>
          </p:nvSpPr>
          <p:spPr>
            <a:xfrm>
              <a:off x="1351361" y="3992986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659767-972E-470B-844D-00BE488B9234}"/>
                </a:ext>
              </a:extLst>
            </p:cNvPr>
            <p:cNvSpPr txBox="1"/>
            <p:nvPr/>
          </p:nvSpPr>
          <p:spPr>
            <a:xfrm>
              <a:off x="951036" y="1642529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i1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5A0001-0162-431E-8F9D-778E9BA5A943}"/>
                </a:ext>
              </a:extLst>
            </p:cNvPr>
            <p:cNvSpPr txBox="1"/>
            <p:nvPr/>
          </p:nvSpPr>
          <p:spPr>
            <a:xfrm>
              <a:off x="927771" y="2335203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i2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6ABEC6-EEB3-4AAD-9901-896873CEA290}"/>
                </a:ext>
              </a:extLst>
            </p:cNvPr>
            <p:cNvSpPr txBox="1"/>
            <p:nvPr/>
          </p:nvSpPr>
          <p:spPr>
            <a:xfrm>
              <a:off x="926169" y="297706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i3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9DA5B3-69F6-4B70-8D9A-766775C9C2D1}"/>
                </a:ext>
              </a:extLst>
            </p:cNvPr>
            <p:cNvSpPr txBox="1"/>
            <p:nvPr/>
          </p:nvSpPr>
          <p:spPr>
            <a:xfrm>
              <a:off x="926169" y="380832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i4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6309C6-4029-40D2-8029-44A7320F83C0}"/>
                </a:ext>
              </a:extLst>
            </p:cNvPr>
            <p:cNvCxnSpPr>
              <a:cxnSpLocks/>
            </p:cNvCxnSpPr>
            <p:nvPr/>
          </p:nvCxnSpPr>
          <p:spPr>
            <a:xfrm>
              <a:off x="1374223" y="1867887"/>
              <a:ext cx="1276352" cy="2600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30FAF2-A824-45C2-B699-03F6928FF40E}"/>
                </a:ext>
              </a:extLst>
            </p:cNvPr>
            <p:cNvCxnSpPr>
              <a:stCxn id="14" idx="5"/>
              <a:endCxn id="7" idx="2"/>
            </p:cNvCxnSpPr>
            <p:nvPr/>
          </p:nvCxnSpPr>
          <p:spPr>
            <a:xfrm flipV="1">
              <a:off x="1390387" y="2136688"/>
              <a:ext cx="1260188" cy="4222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891A6E-0DB9-454E-B5F7-2A52AE2ECABD}"/>
                </a:ext>
              </a:extLst>
            </p:cNvPr>
            <p:cNvCxnSpPr>
              <a:stCxn id="15" idx="2"/>
              <a:endCxn id="7" idx="2"/>
            </p:cNvCxnSpPr>
            <p:nvPr/>
          </p:nvCxnSpPr>
          <p:spPr>
            <a:xfrm flipV="1">
              <a:off x="1351362" y="2136688"/>
              <a:ext cx="1299213" cy="10950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655B844-671A-4294-9146-CEBDF38A2883}"/>
                </a:ext>
              </a:extLst>
            </p:cNvPr>
            <p:cNvCxnSpPr>
              <a:stCxn id="16" idx="6"/>
              <a:endCxn id="7" idx="2"/>
            </p:cNvCxnSpPr>
            <p:nvPr/>
          </p:nvCxnSpPr>
          <p:spPr>
            <a:xfrm flipV="1">
              <a:off x="1397080" y="2136688"/>
              <a:ext cx="1253495" cy="18791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5FC8A8-E1D1-456B-90CD-96379A0DA2B7}"/>
                </a:ext>
              </a:extLst>
            </p:cNvPr>
            <p:cNvCxnSpPr>
              <a:stCxn id="13" idx="0"/>
              <a:endCxn id="8" idx="2"/>
            </p:cNvCxnSpPr>
            <p:nvPr/>
          </p:nvCxnSpPr>
          <p:spPr>
            <a:xfrm>
              <a:off x="1374223" y="1830877"/>
              <a:ext cx="1276352" cy="11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E5661D-9343-468B-9801-E90C1455A5C8}"/>
                </a:ext>
              </a:extLst>
            </p:cNvPr>
            <p:cNvCxnSpPr>
              <a:stCxn id="14" idx="2"/>
              <a:endCxn id="8" idx="2"/>
            </p:cNvCxnSpPr>
            <p:nvPr/>
          </p:nvCxnSpPr>
          <p:spPr>
            <a:xfrm>
              <a:off x="1351363" y="2542729"/>
              <a:ext cx="1299212" cy="43433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2F8676E-A4D3-4783-9608-BFA2CF623C2E}"/>
                </a:ext>
              </a:extLst>
            </p:cNvPr>
            <p:cNvCxnSpPr>
              <a:stCxn id="15" idx="1"/>
              <a:endCxn id="8" idx="2"/>
            </p:cNvCxnSpPr>
            <p:nvPr/>
          </p:nvCxnSpPr>
          <p:spPr>
            <a:xfrm flipV="1">
              <a:off x="1358057" y="2977065"/>
              <a:ext cx="1292518" cy="238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54493E-0889-4EE5-A504-27867085F0D3}"/>
                </a:ext>
              </a:extLst>
            </p:cNvPr>
            <p:cNvCxnSpPr>
              <a:stCxn id="16" idx="6"/>
              <a:endCxn id="8" idx="2"/>
            </p:cNvCxnSpPr>
            <p:nvPr/>
          </p:nvCxnSpPr>
          <p:spPr>
            <a:xfrm flipV="1">
              <a:off x="1397080" y="2977065"/>
              <a:ext cx="1253495" cy="103878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D0095B-EE5B-4E72-873A-E2C998951569}"/>
                </a:ext>
              </a:extLst>
            </p:cNvPr>
            <p:cNvCxnSpPr>
              <a:stCxn id="13" idx="4"/>
              <a:endCxn id="9" idx="2"/>
            </p:cNvCxnSpPr>
            <p:nvPr/>
          </p:nvCxnSpPr>
          <p:spPr>
            <a:xfrm>
              <a:off x="1374223" y="1876596"/>
              <a:ext cx="1276352" cy="194084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EF3047C-0F38-4DA6-8E80-167F56422CEF}"/>
                </a:ext>
              </a:extLst>
            </p:cNvPr>
            <p:cNvCxnSpPr>
              <a:stCxn id="14" idx="5"/>
              <a:endCxn id="9" idx="2"/>
            </p:cNvCxnSpPr>
            <p:nvPr/>
          </p:nvCxnSpPr>
          <p:spPr>
            <a:xfrm>
              <a:off x="1390387" y="2558893"/>
              <a:ext cx="1260188" cy="125854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FB518B9-1001-472A-9546-20D161F855BB}"/>
                </a:ext>
              </a:extLst>
            </p:cNvPr>
            <p:cNvCxnSpPr>
              <a:stCxn id="15" idx="1"/>
              <a:endCxn id="9" idx="2"/>
            </p:cNvCxnSpPr>
            <p:nvPr/>
          </p:nvCxnSpPr>
          <p:spPr>
            <a:xfrm>
              <a:off x="1358057" y="3215556"/>
              <a:ext cx="1292518" cy="60188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CBBCDA-8AB5-4C0E-A4D7-DFA08D5D6710}"/>
                </a:ext>
              </a:extLst>
            </p:cNvPr>
            <p:cNvCxnSpPr>
              <a:stCxn id="16" idx="7"/>
              <a:endCxn id="9" idx="2"/>
            </p:cNvCxnSpPr>
            <p:nvPr/>
          </p:nvCxnSpPr>
          <p:spPr>
            <a:xfrm flipV="1">
              <a:off x="1390385" y="3817442"/>
              <a:ext cx="1260190" cy="18223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5E29C23-2E81-4622-895D-C6110CC6DB27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3107775" y="2136688"/>
              <a:ext cx="984068" cy="45720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70566-2D4E-4DDA-AB08-3394EDA89CF2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 flipV="1">
              <a:off x="3107775" y="2593888"/>
              <a:ext cx="984068" cy="383177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CA3A3AA-6F45-4D2F-94CC-738710C6E3EE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3107775" y="2593888"/>
              <a:ext cx="984068" cy="122355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E06270-1996-44E5-BB8C-B1D855FC0914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3107775" y="2136688"/>
              <a:ext cx="984068" cy="13029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A7E7D6A-086C-48B4-BFF9-98FE40A8E4B7}"/>
                </a:ext>
              </a:extLst>
            </p:cNvPr>
            <p:cNvCxnSpPr>
              <a:stCxn id="8" idx="6"/>
              <a:endCxn id="11" idx="2"/>
            </p:cNvCxnSpPr>
            <p:nvPr/>
          </p:nvCxnSpPr>
          <p:spPr>
            <a:xfrm>
              <a:off x="3107775" y="2977065"/>
              <a:ext cx="984068" cy="4625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28555D-01B7-4778-9E93-AA7CB5EA8B2F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3107775" y="3439633"/>
              <a:ext cx="984068" cy="3778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E6EC98-7072-4E81-AF6A-D8AD890DAE7B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>
            <a:xfrm>
              <a:off x="4549043" y="2593888"/>
              <a:ext cx="82160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026DEF-5C33-4D35-AA64-4E96AE596DFA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 flipV="1">
              <a:off x="4549043" y="3051088"/>
              <a:ext cx="821604" cy="3885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59C46BD-0A3B-441F-9AD7-9960BC4632A8}"/>
                </a:ext>
              </a:extLst>
            </p:cNvPr>
            <p:cNvCxnSpPr>
              <a:stCxn id="12" idx="6"/>
            </p:cNvCxnSpPr>
            <p:nvPr/>
          </p:nvCxnSpPr>
          <p:spPr>
            <a:xfrm>
              <a:off x="5827847" y="3051088"/>
              <a:ext cx="5558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/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Ink Free" panose="03080402000500000000" pitchFamily="66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2195" r="-12000" b="-5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7EA859-8909-48E4-83E8-E0A1AF88C67C}"/>
                  </a:ext>
                </a:extLst>
              </p:cNvPr>
              <p:cNvSpPr txBox="1"/>
              <p:nvPr/>
            </p:nvSpPr>
            <p:spPr>
              <a:xfrm>
                <a:off x="993426" y="1432740"/>
                <a:ext cx="3860416" cy="559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7EA859-8909-48E4-83E8-E0A1AF88C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26" y="1432740"/>
                <a:ext cx="3860416" cy="559127"/>
              </a:xfrm>
              <a:prstGeom prst="rect">
                <a:avLst/>
              </a:prstGeom>
              <a:blipFill>
                <a:blip r:embed="rId3"/>
                <a:stretch>
                  <a:fillRect l="-474" t="-1087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6FE93-66A4-46F6-938F-F304432AD392}"/>
                  </a:ext>
                </a:extLst>
              </p:cNvPr>
              <p:cNvSpPr txBox="1"/>
              <p:nvPr/>
            </p:nvSpPr>
            <p:spPr>
              <a:xfrm>
                <a:off x="8777955" y="1959396"/>
                <a:ext cx="463588" cy="310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6FE93-66A4-46F6-938F-F304432AD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955" y="1959396"/>
                <a:ext cx="463588" cy="3102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2715F1D-4F23-4550-BB47-6F3ADA69812B}"/>
                  </a:ext>
                </a:extLst>
              </p:cNvPr>
              <p:cNvSpPr txBox="1"/>
              <p:nvPr/>
            </p:nvSpPr>
            <p:spPr>
              <a:xfrm>
                <a:off x="8596938" y="2190654"/>
                <a:ext cx="463588" cy="31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2715F1D-4F23-4550-BB47-6F3ADA69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938" y="2190654"/>
                <a:ext cx="463588" cy="3105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A8F649-9F4D-4669-92D8-3CA20EE296C3}"/>
                  </a:ext>
                </a:extLst>
              </p:cNvPr>
              <p:cNvSpPr txBox="1"/>
              <p:nvPr/>
            </p:nvSpPr>
            <p:spPr>
              <a:xfrm>
                <a:off x="8947866" y="2511451"/>
                <a:ext cx="463588" cy="311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A8F649-9F4D-4669-92D8-3CA20EE29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866" y="2511451"/>
                <a:ext cx="463588" cy="311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FF663D-AE77-4307-8CB9-D2D1D0FA62D3}"/>
              </a:ext>
            </a:extLst>
          </p:cNvPr>
          <p:cNvCxnSpPr/>
          <p:nvPr/>
        </p:nvCxnSpPr>
        <p:spPr>
          <a:xfrm>
            <a:off x="8856953" y="1944824"/>
            <a:ext cx="1056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B022644-0C98-47B9-8E72-32344BCBBB63}"/>
              </a:ext>
            </a:extLst>
          </p:cNvPr>
          <p:cNvSpPr txBox="1"/>
          <p:nvPr/>
        </p:nvSpPr>
        <p:spPr>
          <a:xfrm>
            <a:off x="9254125" y="2139749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F57FD2-38A6-41A9-960D-117C45602995}"/>
              </a:ext>
            </a:extLst>
          </p:cNvPr>
          <p:cNvSpPr txBox="1"/>
          <p:nvPr/>
        </p:nvSpPr>
        <p:spPr>
          <a:xfrm>
            <a:off x="9679518" y="2103544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565E31-35C1-4A22-AFF3-A2C8FD3B99E5}"/>
                  </a:ext>
                </a:extLst>
              </p:cNvPr>
              <p:cNvSpPr txBox="1"/>
              <p:nvPr/>
            </p:nvSpPr>
            <p:spPr>
              <a:xfrm>
                <a:off x="993426" y="2181664"/>
                <a:ext cx="3855094" cy="559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565E31-35C1-4A22-AFF3-A2C8FD3B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26" y="2181664"/>
                <a:ext cx="3855094" cy="559127"/>
              </a:xfrm>
              <a:prstGeom prst="rect">
                <a:avLst/>
              </a:prstGeom>
              <a:blipFill>
                <a:blip r:embed="rId7"/>
                <a:stretch>
                  <a:fillRect l="-475" t="-1087" r="-1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4B5E4BC-2C16-4223-A890-B31993A56FA7}"/>
              </a:ext>
            </a:extLst>
          </p:cNvPr>
          <p:cNvSpPr txBox="1"/>
          <p:nvPr/>
        </p:nvSpPr>
        <p:spPr>
          <a:xfrm>
            <a:off x="343261" y="3747948"/>
            <a:ext cx="5584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Fortunately, this can be done easily using matrix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350789-1868-4BFF-A8ED-60802530F70C}"/>
                  </a:ext>
                </a:extLst>
              </p:cNvPr>
              <p:cNvSpPr txBox="1"/>
              <p:nvPr/>
            </p:nvSpPr>
            <p:spPr>
              <a:xfrm>
                <a:off x="1124651" y="4348845"/>
                <a:ext cx="3549305" cy="978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350789-1868-4BFF-A8ED-60802530F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51" y="4348845"/>
                <a:ext cx="3549305" cy="9780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1261E0C-2330-48F5-8536-77233EB10024}"/>
                  </a:ext>
                </a:extLst>
              </p:cNvPr>
              <p:cNvSpPr txBox="1"/>
              <p:nvPr/>
            </p:nvSpPr>
            <p:spPr>
              <a:xfrm>
                <a:off x="7097200" y="4640210"/>
                <a:ext cx="1729576" cy="461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1261E0C-2330-48F5-8536-77233EB10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200" y="4640210"/>
                <a:ext cx="1729576" cy="4611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Arrow: Right 60">
            <a:extLst>
              <a:ext uri="{FF2B5EF4-FFF2-40B4-BE49-F238E27FC236}">
                <a16:creationId xmlns:a16="http://schemas.microsoft.com/office/drawing/2014/main" id="{DFD5E049-94E6-43D7-901A-06DE4331B9E3}"/>
              </a:ext>
            </a:extLst>
          </p:cNvPr>
          <p:cNvSpPr/>
          <p:nvPr/>
        </p:nvSpPr>
        <p:spPr>
          <a:xfrm>
            <a:off x="5481401" y="4703501"/>
            <a:ext cx="1229198" cy="39197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07805D-432C-439B-8061-7F7817966FE7}"/>
              </a:ext>
            </a:extLst>
          </p:cNvPr>
          <p:cNvSpPr txBox="1"/>
          <p:nvPr/>
        </p:nvSpPr>
        <p:spPr>
          <a:xfrm>
            <a:off x="9254125" y="3031353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22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56B6CB-0E0E-4BF0-B1B8-A3A880B75CDA}"/>
              </a:ext>
            </a:extLst>
          </p:cNvPr>
          <p:cNvSpPr txBox="1"/>
          <p:nvPr/>
        </p:nvSpPr>
        <p:spPr>
          <a:xfrm>
            <a:off x="9650054" y="3129559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22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041817-FCCC-43A6-897C-FD6B9A1F0C25}"/>
              </a:ext>
            </a:extLst>
          </p:cNvPr>
          <p:cNvSpPr txBox="1"/>
          <p:nvPr/>
        </p:nvSpPr>
        <p:spPr>
          <a:xfrm>
            <a:off x="8187506" y="1660941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F4AACA-21E8-4CBE-B13C-7E999037E8C0}"/>
              </a:ext>
            </a:extLst>
          </p:cNvPr>
          <p:cNvSpPr txBox="1"/>
          <p:nvPr/>
        </p:nvSpPr>
        <p:spPr>
          <a:xfrm>
            <a:off x="8187506" y="2521517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12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BD1F95-0106-4EB3-92F9-9C07A8A951A9}"/>
              </a:ext>
            </a:extLst>
          </p:cNvPr>
          <p:cNvSpPr txBox="1"/>
          <p:nvPr/>
        </p:nvSpPr>
        <p:spPr>
          <a:xfrm>
            <a:off x="8187368" y="3454786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13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2FED26-F504-4FF1-B8A1-C7BF1EECC2D3}"/>
              </a:ext>
            </a:extLst>
          </p:cNvPr>
          <p:cNvSpPr txBox="1"/>
          <p:nvPr/>
        </p:nvSpPr>
        <p:spPr>
          <a:xfrm>
            <a:off x="10545045" y="2621241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31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892D98-5B67-4285-8389-05F54E2F9BCE}"/>
              </a:ext>
            </a:extLst>
          </p:cNvPr>
          <p:cNvSpPr txBox="1"/>
          <p:nvPr/>
        </p:nvSpPr>
        <p:spPr>
          <a:xfrm>
            <a:off x="11009128" y="2479861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03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D6D8-9AD3-D1F4-584A-3B66C674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 Propagation: layer 2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A288-0C39-8334-B059-1DC3B148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413A-1F51-2F98-42AC-B0646FB2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FDC4-8758-7CE2-A920-3C822043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25</a:t>
            </a:fld>
            <a:endParaRPr lang="x-none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5F76E32-25B4-407B-A6C2-80829D6AA975}"/>
              </a:ext>
            </a:extLst>
          </p:cNvPr>
          <p:cNvGrpSpPr>
            <a:grpSpLocks noChangeAspect="1"/>
          </p:cNvGrpSpPr>
          <p:nvPr/>
        </p:nvGrpSpPr>
        <p:grpSpPr>
          <a:xfrm>
            <a:off x="6003338" y="1409319"/>
            <a:ext cx="5957250" cy="2580087"/>
            <a:chOff x="926169" y="1642529"/>
            <a:chExt cx="5853431" cy="253512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E2803EF-59FA-4F5D-9AF7-7B3A3AC0B90F}"/>
                </a:ext>
              </a:extLst>
            </p:cNvPr>
            <p:cNvSpPr/>
            <p:nvPr/>
          </p:nvSpPr>
          <p:spPr>
            <a:xfrm>
              <a:off x="2650575" y="19080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716DFFD-C974-4331-8AC2-84AB3269D5D7}"/>
                </a:ext>
              </a:extLst>
            </p:cNvPr>
            <p:cNvSpPr/>
            <p:nvPr/>
          </p:nvSpPr>
          <p:spPr>
            <a:xfrm>
              <a:off x="2650575" y="2748465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7EB358-75D7-4691-90D1-DDBEF0CB6983}"/>
                </a:ext>
              </a:extLst>
            </p:cNvPr>
            <p:cNvSpPr/>
            <p:nvPr/>
          </p:nvSpPr>
          <p:spPr>
            <a:xfrm>
              <a:off x="2650575" y="3588842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B02B6B-37B4-46F2-B04F-734C304774FE}"/>
                </a:ext>
              </a:extLst>
            </p:cNvPr>
            <p:cNvSpPr/>
            <p:nvPr/>
          </p:nvSpPr>
          <p:spPr>
            <a:xfrm>
              <a:off x="4091843" y="2365288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A7845A-369F-45B5-8E85-F33938448E4A}"/>
                </a:ext>
              </a:extLst>
            </p:cNvPr>
            <p:cNvSpPr/>
            <p:nvPr/>
          </p:nvSpPr>
          <p:spPr>
            <a:xfrm>
              <a:off x="4091843" y="3211033"/>
              <a:ext cx="457200" cy="457200"/>
            </a:xfrm>
            <a:prstGeom prst="ellips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A7290F7-1AF2-4F26-9002-870A38EF9C20}"/>
                </a:ext>
              </a:extLst>
            </p:cNvPr>
            <p:cNvSpPr/>
            <p:nvPr/>
          </p:nvSpPr>
          <p:spPr>
            <a:xfrm>
              <a:off x="5370647" y="2822488"/>
              <a:ext cx="457200" cy="4572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6A025B4-3D71-41E1-B738-16C1CCBDE1E0}"/>
                </a:ext>
              </a:extLst>
            </p:cNvPr>
            <p:cNvSpPr/>
            <p:nvPr/>
          </p:nvSpPr>
          <p:spPr>
            <a:xfrm>
              <a:off x="1351363" y="1830877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4DB80F7-669B-4466-91C7-A25D23E5064A}"/>
                </a:ext>
              </a:extLst>
            </p:cNvPr>
            <p:cNvSpPr/>
            <p:nvPr/>
          </p:nvSpPr>
          <p:spPr>
            <a:xfrm>
              <a:off x="1351363" y="251986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A83DC7-33DE-4A4B-AECC-2AAEC1241E7F}"/>
                </a:ext>
              </a:extLst>
            </p:cNvPr>
            <p:cNvSpPr/>
            <p:nvPr/>
          </p:nvSpPr>
          <p:spPr>
            <a:xfrm>
              <a:off x="1351362" y="320886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42D7A73-D38F-48D2-8059-02848E32280D}"/>
                </a:ext>
              </a:extLst>
            </p:cNvPr>
            <p:cNvSpPr/>
            <p:nvPr/>
          </p:nvSpPr>
          <p:spPr>
            <a:xfrm>
              <a:off x="1351361" y="3992986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659767-972E-470B-844D-00BE488B9234}"/>
                </a:ext>
              </a:extLst>
            </p:cNvPr>
            <p:cNvSpPr txBox="1"/>
            <p:nvPr/>
          </p:nvSpPr>
          <p:spPr>
            <a:xfrm>
              <a:off x="951036" y="1642529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i1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5A0001-0162-431E-8F9D-778E9BA5A943}"/>
                </a:ext>
              </a:extLst>
            </p:cNvPr>
            <p:cNvSpPr txBox="1"/>
            <p:nvPr/>
          </p:nvSpPr>
          <p:spPr>
            <a:xfrm>
              <a:off x="927771" y="2335203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i2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6ABEC6-EEB3-4AAD-9901-896873CEA290}"/>
                </a:ext>
              </a:extLst>
            </p:cNvPr>
            <p:cNvSpPr txBox="1"/>
            <p:nvPr/>
          </p:nvSpPr>
          <p:spPr>
            <a:xfrm>
              <a:off x="926169" y="297706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i3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9DA5B3-69F6-4B70-8D9A-766775C9C2D1}"/>
                </a:ext>
              </a:extLst>
            </p:cNvPr>
            <p:cNvSpPr txBox="1"/>
            <p:nvPr/>
          </p:nvSpPr>
          <p:spPr>
            <a:xfrm>
              <a:off x="926169" y="380832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k Free" panose="03080402000500000000" pitchFamily="66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latin typeface="Ink Free" panose="03080402000500000000" pitchFamily="66" charset="0"/>
                  <a:cs typeface="Times New Roman" panose="02020603050405020304" pitchFamily="18" charset="0"/>
                </a:rPr>
                <a:t>i4</a:t>
              </a:r>
              <a:endParaRPr lang="en-US" dirty="0">
                <a:latin typeface="Ink Free" panose="03080402000500000000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6309C6-4029-40D2-8029-44A7320F83C0}"/>
                </a:ext>
              </a:extLst>
            </p:cNvPr>
            <p:cNvCxnSpPr>
              <a:cxnSpLocks/>
            </p:cNvCxnSpPr>
            <p:nvPr/>
          </p:nvCxnSpPr>
          <p:spPr>
            <a:xfrm>
              <a:off x="1374223" y="1867887"/>
              <a:ext cx="1276352" cy="2600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30FAF2-A824-45C2-B699-03F6928FF40E}"/>
                </a:ext>
              </a:extLst>
            </p:cNvPr>
            <p:cNvCxnSpPr>
              <a:stCxn id="14" idx="5"/>
              <a:endCxn id="7" idx="2"/>
            </p:cNvCxnSpPr>
            <p:nvPr/>
          </p:nvCxnSpPr>
          <p:spPr>
            <a:xfrm flipV="1">
              <a:off x="1390387" y="2136688"/>
              <a:ext cx="1260188" cy="4222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891A6E-0DB9-454E-B5F7-2A52AE2ECABD}"/>
                </a:ext>
              </a:extLst>
            </p:cNvPr>
            <p:cNvCxnSpPr>
              <a:stCxn id="15" idx="2"/>
              <a:endCxn id="7" idx="2"/>
            </p:cNvCxnSpPr>
            <p:nvPr/>
          </p:nvCxnSpPr>
          <p:spPr>
            <a:xfrm flipV="1">
              <a:off x="1351362" y="2136688"/>
              <a:ext cx="1299213" cy="10950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655B844-671A-4294-9146-CEBDF38A2883}"/>
                </a:ext>
              </a:extLst>
            </p:cNvPr>
            <p:cNvCxnSpPr>
              <a:stCxn id="16" idx="6"/>
              <a:endCxn id="7" idx="2"/>
            </p:cNvCxnSpPr>
            <p:nvPr/>
          </p:nvCxnSpPr>
          <p:spPr>
            <a:xfrm flipV="1">
              <a:off x="1397080" y="2136688"/>
              <a:ext cx="1253495" cy="18791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5FC8A8-E1D1-456B-90CD-96379A0DA2B7}"/>
                </a:ext>
              </a:extLst>
            </p:cNvPr>
            <p:cNvCxnSpPr>
              <a:stCxn id="13" idx="0"/>
              <a:endCxn id="8" idx="2"/>
            </p:cNvCxnSpPr>
            <p:nvPr/>
          </p:nvCxnSpPr>
          <p:spPr>
            <a:xfrm>
              <a:off x="1374223" y="1830877"/>
              <a:ext cx="1276352" cy="11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E5661D-9343-468B-9801-E90C1455A5C8}"/>
                </a:ext>
              </a:extLst>
            </p:cNvPr>
            <p:cNvCxnSpPr>
              <a:stCxn id="14" idx="2"/>
              <a:endCxn id="8" idx="2"/>
            </p:cNvCxnSpPr>
            <p:nvPr/>
          </p:nvCxnSpPr>
          <p:spPr>
            <a:xfrm>
              <a:off x="1351363" y="2542729"/>
              <a:ext cx="1299212" cy="43433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2F8676E-A4D3-4783-9608-BFA2CF623C2E}"/>
                </a:ext>
              </a:extLst>
            </p:cNvPr>
            <p:cNvCxnSpPr>
              <a:stCxn id="15" idx="1"/>
              <a:endCxn id="8" idx="2"/>
            </p:cNvCxnSpPr>
            <p:nvPr/>
          </p:nvCxnSpPr>
          <p:spPr>
            <a:xfrm flipV="1">
              <a:off x="1358057" y="2977065"/>
              <a:ext cx="1292518" cy="238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54493E-0889-4EE5-A504-27867085F0D3}"/>
                </a:ext>
              </a:extLst>
            </p:cNvPr>
            <p:cNvCxnSpPr>
              <a:stCxn id="16" idx="6"/>
              <a:endCxn id="8" idx="2"/>
            </p:cNvCxnSpPr>
            <p:nvPr/>
          </p:nvCxnSpPr>
          <p:spPr>
            <a:xfrm flipV="1">
              <a:off x="1397080" y="2977065"/>
              <a:ext cx="1253495" cy="103878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D0095B-EE5B-4E72-873A-E2C998951569}"/>
                </a:ext>
              </a:extLst>
            </p:cNvPr>
            <p:cNvCxnSpPr>
              <a:stCxn id="13" idx="4"/>
              <a:endCxn id="9" idx="2"/>
            </p:cNvCxnSpPr>
            <p:nvPr/>
          </p:nvCxnSpPr>
          <p:spPr>
            <a:xfrm>
              <a:off x="1374223" y="1876596"/>
              <a:ext cx="1276352" cy="194084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EF3047C-0F38-4DA6-8E80-167F56422CEF}"/>
                </a:ext>
              </a:extLst>
            </p:cNvPr>
            <p:cNvCxnSpPr>
              <a:stCxn id="14" idx="5"/>
              <a:endCxn id="9" idx="2"/>
            </p:cNvCxnSpPr>
            <p:nvPr/>
          </p:nvCxnSpPr>
          <p:spPr>
            <a:xfrm>
              <a:off x="1390387" y="2558893"/>
              <a:ext cx="1260188" cy="125854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FB518B9-1001-472A-9546-20D161F855BB}"/>
                </a:ext>
              </a:extLst>
            </p:cNvPr>
            <p:cNvCxnSpPr>
              <a:stCxn id="15" idx="1"/>
              <a:endCxn id="9" idx="2"/>
            </p:cNvCxnSpPr>
            <p:nvPr/>
          </p:nvCxnSpPr>
          <p:spPr>
            <a:xfrm>
              <a:off x="1358057" y="3215556"/>
              <a:ext cx="1292518" cy="60188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CBBCDA-8AB5-4C0E-A4D7-DFA08D5D6710}"/>
                </a:ext>
              </a:extLst>
            </p:cNvPr>
            <p:cNvCxnSpPr>
              <a:stCxn id="16" idx="7"/>
              <a:endCxn id="9" idx="2"/>
            </p:cNvCxnSpPr>
            <p:nvPr/>
          </p:nvCxnSpPr>
          <p:spPr>
            <a:xfrm flipV="1">
              <a:off x="1390385" y="3817442"/>
              <a:ext cx="1260190" cy="18223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5E29C23-2E81-4622-895D-C6110CC6DB27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3107775" y="2136688"/>
              <a:ext cx="984068" cy="45720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70566-2D4E-4DDA-AB08-3394EDA89CF2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 flipV="1">
              <a:off x="3107775" y="2593888"/>
              <a:ext cx="984068" cy="383177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CA3A3AA-6F45-4D2F-94CC-738710C6E3EE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3107775" y="2593888"/>
              <a:ext cx="984068" cy="122355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E06270-1996-44E5-BB8C-B1D855FC0914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3107775" y="2136688"/>
              <a:ext cx="984068" cy="13029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A7E7D6A-086C-48B4-BFF9-98FE40A8E4B7}"/>
                </a:ext>
              </a:extLst>
            </p:cNvPr>
            <p:cNvCxnSpPr>
              <a:stCxn id="8" idx="6"/>
              <a:endCxn id="11" idx="2"/>
            </p:cNvCxnSpPr>
            <p:nvPr/>
          </p:nvCxnSpPr>
          <p:spPr>
            <a:xfrm>
              <a:off x="3107775" y="2977065"/>
              <a:ext cx="984068" cy="4625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28555D-01B7-4778-9E93-AA7CB5EA8B2F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3107775" y="3439633"/>
              <a:ext cx="984068" cy="3778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E6EC98-7072-4E81-AF6A-D8AD890DAE7B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>
            <a:xfrm>
              <a:off x="4549043" y="2593888"/>
              <a:ext cx="82160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026DEF-5C33-4D35-AA64-4E96AE596DFA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 flipV="1">
              <a:off x="4549043" y="3051088"/>
              <a:ext cx="821604" cy="3885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59C46BD-0A3B-441F-9AD7-9960BC4632A8}"/>
                </a:ext>
              </a:extLst>
            </p:cNvPr>
            <p:cNvCxnSpPr>
              <a:stCxn id="12" idx="6"/>
            </p:cNvCxnSpPr>
            <p:nvPr/>
          </p:nvCxnSpPr>
          <p:spPr>
            <a:xfrm>
              <a:off x="5827847" y="3051088"/>
              <a:ext cx="5558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/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Ink Free" panose="03080402000500000000" pitchFamily="66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08C2C-C767-48D5-A32B-0F98504FA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720" y="2813141"/>
                  <a:ext cx="44788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2195" r="-12000" b="-5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7EA859-8909-48E4-83E8-E0A1AF88C67C}"/>
                  </a:ext>
                </a:extLst>
              </p:cNvPr>
              <p:cNvSpPr txBox="1"/>
              <p:nvPr/>
            </p:nvSpPr>
            <p:spPr>
              <a:xfrm>
                <a:off x="993426" y="1432740"/>
                <a:ext cx="2912079" cy="559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7EA859-8909-48E4-83E8-E0A1AF88C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26" y="1432740"/>
                <a:ext cx="2912079" cy="559127"/>
              </a:xfrm>
              <a:prstGeom prst="rect">
                <a:avLst/>
              </a:prstGeom>
              <a:blipFill>
                <a:blip r:embed="rId3"/>
                <a:stretch>
                  <a:fillRect l="-628" t="-1087" r="-209" b="-11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6FE93-66A4-46F6-938F-F304432AD392}"/>
                  </a:ext>
                </a:extLst>
              </p:cNvPr>
              <p:cNvSpPr txBox="1"/>
              <p:nvPr/>
            </p:nvSpPr>
            <p:spPr>
              <a:xfrm>
                <a:off x="10101872" y="2390453"/>
                <a:ext cx="463588" cy="311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F9ED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0F9ED7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6FE93-66A4-46F6-938F-F304432AD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1872" y="2390453"/>
                <a:ext cx="463588" cy="3112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2715F1D-4F23-4550-BB47-6F3ADA69812B}"/>
                  </a:ext>
                </a:extLst>
              </p:cNvPr>
              <p:cNvSpPr txBox="1"/>
              <p:nvPr/>
            </p:nvSpPr>
            <p:spPr>
              <a:xfrm>
                <a:off x="10132180" y="2920215"/>
                <a:ext cx="463588" cy="311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2715F1D-4F23-4550-BB47-6F3ADA69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2180" y="2920215"/>
                <a:ext cx="463588" cy="3116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FF663D-AE77-4307-8CB9-D2D1D0FA62D3}"/>
              </a:ext>
            </a:extLst>
          </p:cNvPr>
          <p:cNvCxnSpPr/>
          <p:nvPr/>
        </p:nvCxnSpPr>
        <p:spPr>
          <a:xfrm>
            <a:off x="10113642" y="2377552"/>
            <a:ext cx="1056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EF57FD2-38A6-41A9-960D-117C45602995}"/>
              </a:ext>
            </a:extLst>
          </p:cNvPr>
          <p:cNvSpPr txBox="1"/>
          <p:nvPr/>
        </p:nvSpPr>
        <p:spPr>
          <a:xfrm>
            <a:off x="10938048" y="2439631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B5E4BC-2C16-4223-A890-B31993A56FA7}"/>
              </a:ext>
            </a:extLst>
          </p:cNvPr>
          <p:cNvSpPr txBox="1"/>
          <p:nvPr/>
        </p:nvSpPr>
        <p:spPr>
          <a:xfrm>
            <a:off x="343261" y="3747948"/>
            <a:ext cx="5584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Fortunately, this can be done easily using matrix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350789-1868-4BFF-A8ED-60802530F70C}"/>
                  </a:ext>
                </a:extLst>
              </p:cNvPr>
              <p:cNvSpPr txBox="1"/>
              <p:nvPr/>
            </p:nvSpPr>
            <p:spPr>
              <a:xfrm>
                <a:off x="2449465" y="4424268"/>
                <a:ext cx="2586093" cy="6712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350789-1868-4BFF-A8ED-60802530F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465" y="4424268"/>
                <a:ext cx="2586093" cy="6712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1261E0C-2330-48F5-8536-77233EB10024}"/>
                  </a:ext>
                </a:extLst>
              </p:cNvPr>
              <p:cNvSpPr txBox="1"/>
              <p:nvPr/>
            </p:nvSpPr>
            <p:spPr>
              <a:xfrm>
                <a:off x="7117058" y="4609958"/>
                <a:ext cx="1817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1261E0C-2330-48F5-8536-77233EB10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058" y="4609958"/>
                <a:ext cx="1817934" cy="276999"/>
              </a:xfrm>
              <a:prstGeom prst="rect">
                <a:avLst/>
              </a:prstGeom>
              <a:blipFill>
                <a:blip r:embed="rId7"/>
                <a:stretch>
                  <a:fillRect l="-1338" t="-23913" r="-1538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Arrow: Right 60">
            <a:extLst>
              <a:ext uri="{FF2B5EF4-FFF2-40B4-BE49-F238E27FC236}">
                <a16:creationId xmlns:a16="http://schemas.microsoft.com/office/drawing/2014/main" id="{DFD5E049-94E6-43D7-901A-06DE4331B9E3}"/>
              </a:ext>
            </a:extLst>
          </p:cNvPr>
          <p:cNvSpPr/>
          <p:nvPr/>
        </p:nvSpPr>
        <p:spPr>
          <a:xfrm>
            <a:off x="5451780" y="4618598"/>
            <a:ext cx="1229198" cy="39197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56B6CB-0E0E-4BF0-B1B8-A3A880B75CDA}"/>
              </a:ext>
            </a:extLst>
          </p:cNvPr>
          <p:cNvSpPr txBox="1"/>
          <p:nvPr/>
        </p:nvSpPr>
        <p:spPr>
          <a:xfrm>
            <a:off x="9650054" y="3129559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22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F59BBC-C666-4312-A98A-78B330F0524B}"/>
              </a:ext>
            </a:extLst>
          </p:cNvPr>
          <p:cNvSpPr txBox="1"/>
          <p:nvPr/>
        </p:nvSpPr>
        <p:spPr>
          <a:xfrm>
            <a:off x="10535114" y="263084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baseline="-25000" dirty="0">
                <a:solidFill>
                  <a:srgbClr val="FF0000"/>
                </a:solidFill>
              </a:rPr>
              <a:t>31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62107F-E75B-43DA-8F9C-1B778CA704A6}"/>
              </a:ext>
            </a:extLst>
          </p:cNvPr>
          <p:cNvSpPr txBox="1"/>
          <p:nvPr/>
        </p:nvSpPr>
        <p:spPr>
          <a:xfrm>
            <a:off x="9644477" y="2098490"/>
            <a:ext cx="4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637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1EDAE-8D8A-4D4E-8AE0-6BE82CDA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Loss Functions in deep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87BA4-A9C1-AC7A-0EF6-8F23B13F3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97FEA-BE2D-EC70-8954-486DC8F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6E838-59ED-EA32-DD25-BD8EE24E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25984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D6D8-9AD3-D1F4-584A-3B66C674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Loss Function?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A288-0C39-8334-B059-1DC3B148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413A-1F51-2F98-42AC-B0646FB2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FDC4-8758-7CE2-A920-3C822043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27</a:t>
            </a:fld>
            <a:endParaRPr lang="x-none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E7E0D54F-5E60-4DB7-96A5-5A5C4712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040"/>
            <a:ext cx="10515600" cy="4967923"/>
          </a:xfrm>
        </p:spPr>
        <p:txBody>
          <a:bodyPr>
            <a:normAutofit/>
          </a:bodyPr>
          <a:lstStyle/>
          <a:p>
            <a:r>
              <a:rPr lang="en-US" sz="2400" dirty="0"/>
              <a:t>A method of evaluating how well your algorithm is modelling your dataset.</a:t>
            </a:r>
          </a:p>
          <a:p>
            <a:r>
              <a:rPr lang="en-US" sz="2400" dirty="0"/>
              <a:t>Usually high loss </a:t>
            </a:r>
            <a:r>
              <a:rPr lang="en-US" sz="2400" dirty="0">
                <a:sym typeface="Wingdings" panose="05000000000000000000" pitchFamily="2" charset="2"/>
              </a:rPr>
              <a:t> poor performance</a:t>
            </a:r>
          </a:p>
          <a:p>
            <a:r>
              <a:rPr lang="en-US" sz="2400" dirty="0">
                <a:sym typeface="Wingdings" panose="05000000000000000000" pitchFamily="2" charset="2"/>
              </a:rPr>
              <a:t>Low loss  great performance</a:t>
            </a:r>
          </a:p>
          <a:p>
            <a:r>
              <a:rPr lang="en-US" sz="2400" dirty="0">
                <a:sym typeface="Wingdings" panose="05000000000000000000" pitchFamily="2" charset="2"/>
              </a:rPr>
              <a:t>In ML/DL, loss is a function of the model parameters.</a:t>
            </a:r>
          </a:p>
          <a:p>
            <a:r>
              <a:rPr lang="en-US" sz="2400" dirty="0">
                <a:sym typeface="Wingdings" panose="05000000000000000000" pitchFamily="2" charset="2"/>
              </a:rPr>
              <a:t>Why is loss function important?</a:t>
            </a:r>
          </a:p>
        </p:txBody>
      </p:sp>
      <p:pic>
        <p:nvPicPr>
          <p:cNvPr id="1030" name="Picture 6" descr="You Can't Manage What You Can't Measure ...">
            <a:extLst>
              <a:ext uri="{FF2B5EF4-FFF2-40B4-BE49-F238E27FC236}">
                <a16:creationId xmlns:a16="http://schemas.microsoft.com/office/drawing/2014/main" id="{74842370-3267-4C1E-AE35-E72088FE1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21" y="3352426"/>
            <a:ext cx="2824537" cy="28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70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BAF5-EF6D-403F-918C-4F7B1E1D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Loss function in ML (Linear Regression)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BE831-CBE2-4755-8B6B-DAA9BC0D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01C47-CD3E-4BC6-AE5D-5F6933C0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28BFF-CEA5-4637-8C5C-543AAAEB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28</a:t>
            </a:fld>
            <a:endParaRPr lang="x-none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B7368E-BF8E-4E7E-9DB5-77CDB4EA70D3}"/>
              </a:ext>
            </a:extLst>
          </p:cNvPr>
          <p:cNvGrpSpPr/>
          <p:nvPr/>
        </p:nvGrpSpPr>
        <p:grpSpPr>
          <a:xfrm>
            <a:off x="924674" y="1571946"/>
            <a:ext cx="3472665" cy="2342508"/>
            <a:chOff x="924674" y="1571946"/>
            <a:chExt cx="3472665" cy="234250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B5F5E87-62BD-491F-A2F7-4D7FE8ED5E35}"/>
                </a:ext>
              </a:extLst>
            </p:cNvPr>
            <p:cNvCxnSpPr/>
            <p:nvPr/>
          </p:nvCxnSpPr>
          <p:spPr>
            <a:xfrm>
              <a:off x="1078787" y="1571946"/>
              <a:ext cx="0" cy="23425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C1FDBD-82C7-4E5A-A92F-6546221021D1}"/>
                </a:ext>
              </a:extLst>
            </p:cNvPr>
            <p:cNvCxnSpPr/>
            <p:nvPr/>
          </p:nvCxnSpPr>
          <p:spPr>
            <a:xfrm>
              <a:off x="924674" y="3780890"/>
              <a:ext cx="3472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74383862-D468-4F5A-894D-ECEFFEA7A050}"/>
              </a:ext>
            </a:extLst>
          </p:cNvPr>
          <p:cNvSpPr/>
          <p:nvPr/>
        </p:nvSpPr>
        <p:spPr>
          <a:xfrm>
            <a:off x="2328466" y="272734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16EBF8-4CAC-445C-918C-A7B7622980EC}"/>
              </a:ext>
            </a:extLst>
          </p:cNvPr>
          <p:cNvSpPr/>
          <p:nvPr/>
        </p:nvSpPr>
        <p:spPr>
          <a:xfrm>
            <a:off x="2164081" y="221797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B545FBE-1306-4DE8-9749-B28FF5CDAA49}"/>
              </a:ext>
            </a:extLst>
          </p:cNvPr>
          <p:cNvSpPr/>
          <p:nvPr/>
        </p:nvSpPr>
        <p:spPr>
          <a:xfrm>
            <a:off x="1792457" y="268553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0B6A05-9D91-48CA-B7D4-C73EC0F91C16}"/>
              </a:ext>
            </a:extLst>
          </p:cNvPr>
          <p:cNvSpPr/>
          <p:nvPr/>
        </p:nvSpPr>
        <p:spPr>
          <a:xfrm>
            <a:off x="2872658" y="185042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73DDCF-5536-440F-9351-6619F77F083A}"/>
              </a:ext>
            </a:extLst>
          </p:cNvPr>
          <p:cNvSpPr/>
          <p:nvPr/>
        </p:nvSpPr>
        <p:spPr>
          <a:xfrm>
            <a:off x="2118362" y="243018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D2CF68-6A9C-4E3C-A283-78643E0B272A}"/>
              </a:ext>
            </a:extLst>
          </p:cNvPr>
          <p:cNvSpPr/>
          <p:nvPr/>
        </p:nvSpPr>
        <p:spPr>
          <a:xfrm>
            <a:off x="2661006" y="245304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56A568-0B56-4EE5-AAC9-880E8B23E546}"/>
              </a:ext>
            </a:extLst>
          </p:cNvPr>
          <p:cNvSpPr/>
          <p:nvPr/>
        </p:nvSpPr>
        <p:spPr>
          <a:xfrm>
            <a:off x="2597566" y="208796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E8DA2-1435-493E-8C6B-8A94D433E5CA}"/>
              </a:ext>
            </a:extLst>
          </p:cNvPr>
          <p:cNvSpPr/>
          <p:nvPr/>
        </p:nvSpPr>
        <p:spPr>
          <a:xfrm rot="21299929">
            <a:off x="1963562" y="290443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D2408B-CA18-40DF-8B24-65F4DD15F57D}"/>
              </a:ext>
            </a:extLst>
          </p:cNvPr>
          <p:cNvSpPr/>
          <p:nvPr/>
        </p:nvSpPr>
        <p:spPr>
          <a:xfrm>
            <a:off x="2910671" y="234751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7CC1ED-8B8D-4827-B59A-5514AEB0CF8F}"/>
              </a:ext>
            </a:extLst>
          </p:cNvPr>
          <p:cNvCxnSpPr/>
          <p:nvPr/>
        </p:nvCxnSpPr>
        <p:spPr>
          <a:xfrm flipV="1">
            <a:off x="708917" y="1571946"/>
            <a:ext cx="3092521" cy="19418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176368-1DDC-4037-B0A5-1375CB617BD4}"/>
              </a:ext>
            </a:extLst>
          </p:cNvPr>
          <p:cNvCxnSpPr/>
          <p:nvPr/>
        </p:nvCxnSpPr>
        <p:spPr>
          <a:xfrm>
            <a:off x="606690" y="3174714"/>
            <a:ext cx="402747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9229BE-C428-4BD4-A6A6-89646DC46A89}"/>
                  </a:ext>
                </a:extLst>
              </p:cNvPr>
              <p:cNvSpPr txBox="1"/>
              <p:nvPr/>
            </p:nvSpPr>
            <p:spPr>
              <a:xfrm>
                <a:off x="4788273" y="2990048"/>
                <a:ext cx="22405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Loss,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9229BE-C428-4BD4-A6A6-89646DC46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73" y="2990048"/>
                <a:ext cx="2240550" cy="369332"/>
              </a:xfrm>
              <a:prstGeom prst="rect">
                <a:avLst/>
              </a:prstGeom>
              <a:blipFill>
                <a:blip r:embed="rId2"/>
                <a:stretch>
                  <a:fillRect l="-2174" t="-8197" r="-2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B3295E-8FC5-4D59-8FE0-CB2A2594F3E4}"/>
              </a:ext>
            </a:extLst>
          </p:cNvPr>
          <p:cNvCxnSpPr/>
          <p:nvPr/>
        </p:nvCxnSpPr>
        <p:spPr>
          <a:xfrm>
            <a:off x="606690" y="2263698"/>
            <a:ext cx="2824879" cy="19281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518594-CC48-48FC-A420-CFE5ACC5637A}"/>
              </a:ext>
            </a:extLst>
          </p:cNvPr>
          <p:cNvCxnSpPr/>
          <p:nvPr/>
        </p:nvCxnSpPr>
        <p:spPr>
          <a:xfrm flipV="1">
            <a:off x="1438382" y="1303349"/>
            <a:ext cx="1027673" cy="261110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3BCCE03-BB96-4FBF-80A6-8F59609E267E}"/>
              </a:ext>
            </a:extLst>
          </p:cNvPr>
          <p:cNvSpPr txBox="1"/>
          <p:nvPr/>
        </p:nvSpPr>
        <p:spPr>
          <a:xfrm>
            <a:off x="1438382" y="4623371"/>
            <a:ext cx="4335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Goal: Find the line that minimizes the “Loss”</a:t>
            </a:r>
          </a:p>
        </p:txBody>
      </p:sp>
    </p:spTree>
    <p:extLst>
      <p:ext uri="{BB962C8B-B14F-4D97-AF65-F5344CB8AC3E}">
        <p14:creationId xmlns:p14="http://schemas.microsoft.com/office/powerpoint/2010/main" val="370294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47B5-6AD6-4D11-8F6C-013EAF13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Loss function in Deep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0C83D-5225-418A-BF4F-69930E95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F4491-8833-43B6-89EA-19C0FB73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F6DAA-03D6-4DD6-9CCC-2759FBB5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29</a:t>
            </a:fld>
            <a:endParaRPr lang="x-none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29963F-5547-4306-B5B1-5CE24AEC711A}"/>
              </a:ext>
            </a:extLst>
          </p:cNvPr>
          <p:cNvGrpSpPr/>
          <p:nvPr/>
        </p:nvGrpSpPr>
        <p:grpSpPr>
          <a:xfrm>
            <a:off x="6452171" y="2178121"/>
            <a:ext cx="4863158" cy="2315111"/>
            <a:chOff x="6452171" y="2178121"/>
            <a:chExt cx="4863158" cy="231511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34FD40-0A2E-407E-B6FD-817624A240C3}"/>
                </a:ext>
              </a:extLst>
            </p:cNvPr>
            <p:cNvSpPr/>
            <p:nvPr/>
          </p:nvSpPr>
          <p:spPr>
            <a:xfrm>
              <a:off x="8301519" y="2178121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8C744FA-C8D2-479C-963E-A5C7E20195F8}"/>
                </a:ext>
              </a:extLst>
            </p:cNvPr>
            <p:cNvSpPr/>
            <p:nvPr/>
          </p:nvSpPr>
          <p:spPr>
            <a:xfrm>
              <a:off x="8301519" y="3058274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93F7A49-14D7-4831-917E-4498CC8507FB}"/>
                </a:ext>
              </a:extLst>
            </p:cNvPr>
            <p:cNvSpPr/>
            <p:nvPr/>
          </p:nvSpPr>
          <p:spPr>
            <a:xfrm>
              <a:off x="8301518" y="3938427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40D3D9B-F660-423D-B3E9-07E2F1D4826B}"/>
                </a:ext>
              </a:extLst>
            </p:cNvPr>
            <p:cNvSpPr/>
            <p:nvPr/>
          </p:nvSpPr>
          <p:spPr>
            <a:xfrm>
              <a:off x="9699660" y="3058273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1A9735-AA79-47D5-8C48-F07BDDEA06A4}"/>
                </a:ext>
              </a:extLst>
            </p:cNvPr>
            <p:cNvSpPr txBox="1"/>
            <p:nvPr/>
          </p:nvSpPr>
          <p:spPr>
            <a:xfrm>
              <a:off x="6452171" y="2548260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CGPA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7D0FBD-EDB8-4090-B13A-980E88A527C8}"/>
                </a:ext>
              </a:extLst>
            </p:cNvPr>
            <p:cNvSpPr txBox="1"/>
            <p:nvPr/>
          </p:nvSpPr>
          <p:spPr>
            <a:xfrm>
              <a:off x="6606059" y="3753761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IQ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F8EA838-7C29-4210-B8FF-3F32E7763A11}"/>
                </a:ext>
              </a:extLst>
            </p:cNvPr>
            <p:cNvCxnSpPr>
              <a:cxnSpLocks/>
              <a:stCxn id="11" idx="3"/>
              <a:endCxn id="7" idx="2"/>
            </p:cNvCxnSpPr>
            <p:nvPr/>
          </p:nvCxnSpPr>
          <p:spPr>
            <a:xfrm flipV="1">
              <a:off x="7157813" y="2455524"/>
              <a:ext cx="1143706" cy="2774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BD908A1-A122-4A09-BA30-804C71212B2F}"/>
                </a:ext>
              </a:extLst>
            </p:cNvPr>
            <p:cNvCxnSpPr>
              <a:stCxn id="11" idx="3"/>
              <a:endCxn id="8" idx="2"/>
            </p:cNvCxnSpPr>
            <p:nvPr/>
          </p:nvCxnSpPr>
          <p:spPr>
            <a:xfrm>
              <a:off x="7157813" y="2732926"/>
              <a:ext cx="1143706" cy="6027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ACF58A-67AB-4238-B2B3-81D8E91B84F1}"/>
                </a:ext>
              </a:extLst>
            </p:cNvPr>
            <p:cNvCxnSpPr>
              <a:stCxn id="11" idx="3"/>
              <a:endCxn id="9" idx="2"/>
            </p:cNvCxnSpPr>
            <p:nvPr/>
          </p:nvCxnSpPr>
          <p:spPr>
            <a:xfrm>
              <a:off x="7157813" y="2732926"/>
              <a:ext cx="1143705" cy="14829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6DBD7D6-06B6-42D7-BA3C-09138065C7FA}"/>
                </a:ext>
              </a:extLst>
            </p:cNvPr>
            <p:cNvCxnSpPr>
              <a:cxnSpLocks/>
              <a:stCxn id="12" idx="3"/>
              <a:endCxn id="7" idx="2"/>
            </p:cNvCxnSpPr>
            <p:nvPr/>
          </p:nvCxnSpPr>
          <p:spPr>
            <a:xfrm flipV="1">
              <a:off x="7003925" y="2455524"/>
              <a:ext cx="1297594" cy="148290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5A2513-7FF9-4C2C-80B8-4CE39DDCD9DD}"/>
                </a:ext>
              </a:extLst>
            </p:cNvPr>
            <p:cNvCxnSpPr>
              <a:stCxn id="12" idx="3"/>
              <a:endCxn id="8" idx="2"/>
            </p:cNvCxnSpPr>
            <p:nvPr/>
          </p:nvCxnSpPr>
          <p:spPr>
            <a:xfrm flipV="1">
              <a:off x="7003925" y="3335677"/>
              <a:ext cx="1297594" cy="6027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E746BC-3F05-46C6-99DC-07C53299C668}"/>
                </a:ext>
              </a:extLst>
            </p:cNvPr>
            <p:cNvCxnSpPr>
              <a:stCxn id="12" idx="3"/>
              <a:endCxn id="9" idx="2"/>
            </p:cNvCxnSpPr>
            <p:nvPr/>
          </p:nvCxnSpPr>
          <p:spPr>
            <a:xfrm>
              <a:off x="7003925" y="3938427"/>
              <a:ext cx="1297593" cy="27740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8CC4D7-8DE6-4B2A-BB0F-45D41DAC6CD3}"/>
                </a:ext>
              </a:extLst>
            </p:cNvPr>
            <p:cNvCxnSpPr>
              <a:cxnSpLocks/>
              <a:stCxn id="7" idx="6"/>
              <a:endCxn id="10" idx="2"/>
            </p:cNvCxnSpPr>
            <p:nvPr/>
          </p:nvCxnSpPr>
          <p:spPr>
            <a:xfrm>
              <a:off x="8866598" y="2455524"/>
              <a:ext cx="833062" cy="8801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070C640-F100-48CE-971B-0FADF5618132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 flipV="1">
              <a:off x="8866598" y="3335676"/>
              <a:ext cx="83306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56B843D-F802-487B-A357-B94B97AF2683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8866597" y="3335676"/>
              <a:ext cx="833063" cy="8801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EB877D4-F291-48C8-BCA7-3AE6E04675CF}"/>
                </a:ext>
              </a:extLst>
            </p:cNvPr>
            <p:cNvCxnSpPr>
              <a:stCxn id="10" idx="6"/>
            </p:cNvCxnSpPr>
            <p:nvPr/>
          </p:nvCxnSpPr>
          <p:spPr>
            <a:xfrm flipV="1">
              <a:off x="10264739" y="3335675"/>
              <a:ext cx="574497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12A270-D5FB-4A7A-999B-E5F0CA3BB127}"/>
                    </a:ext>
                  </a:extLst>
                </p:cNvPr>
                <p:cNvSpPr txBox="1"/>
                <p:nvPr/>
              </p:nvSpPr>
              <p:spPr>
                <a:xfrm>
                  <a:off x="10880273" y="3142478"/>
                  <a:ext cx="4350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12A270-D5FB-4A7A-999B-E5F0CA3BB1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0273" y="3142478"/>
                  <a:ext cx="435056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6557" r="-1267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7BD7AD-D32E-440D-9126-D94F2B669AD8}"/>
                </a:ext>
              </a:extLst>
            </p:cNvPr>
            <p:cNvSpPr txBox="1"/>
            <p:nvPr/>
          </p:nvSpPr>
          <p:spPr>
            <a:xfrm>
              <a:off x="8365903" y="2243424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11</a:t>
              </a:r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D8D01B7-839D-4F6D-B3BC-CDA7C573D0C4}"/>
                </a:ext>
              </a:extLst>
            </p:cNvPr>
            <p:cNvSpPr txBox="1"/>
            <p:nvPr/>
          </p:nvSpPr>
          <p:spPr>
            <a:xfrm>
              <a:off x="8338626" y="3105046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12</a:t>
              </a:r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65927A-BE92-4A9B-9032-A61FE82A3416}"/>
                </a:ext>
              </a:extLst>
            </p:cNvPr>
            <p:cNvSpPr txBox="1"/>
            <p:nvPr/>
          </p:nvSpPr>
          <p:spPr>
            <a:xfrm>
              <a:off x="8352263" y="402918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13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7A1E293-8601-4449-ABBB-7AB2CD177167}"/>
                </a:ext>
              </a:extLst>
            </p:cNvPr>
            <p:cNvSpPr txBox="1"/>
            <p:nvPr/>
          </p:nvSpPr>
          <p:spPr>
            <a:xfrm>
              <a:off x="9760993" y="3105046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21</a:t>
              </a:r>
              <a:endParaRPr lang="en-US" dirty="0"/>
            </a:p>
          </p:txBody>
        </p:sp>
      </p:grpSp>
      <p:graphicFrame>
        <p:nvGraphicFramePr>
          <p:cNvPr id="39" name="Table 39">
            <a:extLst>
              <a:ext uri="{FF2B5EF4-FFF2-40B4-BE49-F238E27FC236}">
                <a16:creationId xmlns:a16="http://schemas.microsoft.com/office/drawing/2014/main" id="{F0C40CD4-D653-448C-8348-58E27FE1CCAB}"/>
              </a:ext>
            </a:extLst>
          </p:cNvPr>
          <p:cNvGraphicFramePr>
            <a:graphicFrameLocks noGrp="1"/>
          </p:cNvGraphicFramePr>
          <p:nvPr/>
        </p:nvGraphicFramePr>
        <p:xfrm>
          <a:off x="664727" y="1679438"/>
          <a:ext cx="4341093" cy="2926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031">
                  <a:extLst>
                    <a:ext uri="{9D8B030D-6E8A-4147-A177-3AD203B41FA5}">
                      <a16:colId xmlns:a16="http://schemas.microsoft.com/office/drawing/2014/main" val="1208420072"/>
                    </a:ext>
                  </a:extLst>
                </a:gridCol>
                <a:gridCol w="962521">
                  <a:extLst>
                    <a:ext uri="{9D8B030D-6E8A-4147-A177-3AD203B41FA5}">
                      <a16:colId xmlns:a16="http://schemas.microsoft.com/office/drawing/2014/main" val="3124022004"/>
                    </a:ext>
                  </a:extLst>
                </a:gridCol>
                <a:gridCol w="1931541">
                  <a:extLst>
                    <a:ext uri="{9D8B030D-6E8A-4147-A177-3AD203B41FA5}">
                      <a16:colId xmlns:a16="http://schemas.microsoft.com/office/drawing/2014/main" val="2097223519"/>
                    </a:ext>
                  </a:extLst>
                </a:gridCol>
              </a:tblGrid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Package (Lakh)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1920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2086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13486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40200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455241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62294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725223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19724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9E02178C-DF57-41FA-9B28-3F100B52F782}"/>
              </a:ext>
            </a:extLst>
          </p:cNvPr>
          <p:cNvSpPr txBox="1"/>
          <p:nvPr/>
        </p:nvSpPr>
        <p:spPr>
          <a:xfrm>
            <a:off x="5238028" y="2006411"/>
            <a:ext cx="64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758220-E7C0-4DED-8764-D047412A0C3B}"/>
              </a:ext>
            </a:extLst>
          </p:cNvPr>
          <p:cNvSpPr txBox="1"/>
          <p:nvPr/>
        </p:nvSpPr>
        <p:spPr>
          <a:xfrm>
            <a:off x="5252582" y="2394685"/>
            <a:ext cx="630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4.3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1CB758-E675-482A-845D-4FBD914CD513}"/>
              </a:ext>
            </a:extLst>
          </p:cNvPr>
          <p:cNvCxnSpPr/>
          <p:nvPr/>
        </p:nvCxnSpPr>
        <p:spPr>
          <a:xfrm>
            <a:off x="7808360" y="4900773"/>
            <a:ext cx="15616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7A4010F-DA64-41D5-A48A-1AA9EB48C40D}"/>
              </a:ext>
            </a:extLst>
          </p:cNvPr>
          <p:cNvSpPr txBox="1"/>
          <p:nvPr/>
        </p:nvSpPr>
        <p:spPr>
          <a:xfrm>
            <a:off x="7609570" y="4929954"/>
            <a:ext cx="215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237A21F-4B81-4432-A93D-6CEEB1A1AB9F}"/>
                  </a:ext>
                </a:extLst>
              </p:cNvPr>
              <p:cNvSpPr txBox="1"/>
              <p:nvPr/>
            </p:nvSpPr>
            <p:spPr>
              <a:xfrm>
                <a:off x="9982199" y="4282279"/>
                <a:ext cx="1636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237A21F-4B81-4432-A93D-6CEEB1A1A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199" y="4282279"/>
                <a:ext cx="1636730" cy="369332"/>
              </a:xfrm>
              <a:prstGeom prst="rect">
                <a:avLst/>
              </a:prstGeom>
              <a:blipFill>
                <a:blip r:embed="rId3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19278396-19CC-4376-A091-99FB0CBCC475}"/>
              </a:ext>
            </a:extLst>
          </p:cNvPr>
          <p:cNvSpPr txBox="1"/>
          <p:nvPr/>
        </p:nvSpPr>
        <p:spPr>
          <a:xfrm>
            <a:off x="696406" y="5349326"/>
            <a:ext cx="105705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weights and biases are initialized randomly.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After every iteration, these parameters are “adjusted” to pull down the loss.</a:t>
            </a:r>
          </a:p>
        </p:txBody>
      </p:sp>
    </p:spTree>
    <p:extLst>
      <p:ext uri="{BB962C8B-B14F-4D97-AF65-F5344CB8AC3E}">
        <p14:creationId xmlns:p14="http://schemas.microsoft.com/office/powerpoint/2010/main" val="282342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5" grpId="0"/>
      <p:bldP spid="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C591-9445-4F9B-8394-D63875F1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Loss function vs Cost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C1F0-057E-4AA1-A94D-1A6FE7BED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Loss function: Error in single training</a:t>
            </a:r>
          </a:p>
          <a:p>
            <a:r>
              <a:rPr lang="en-US" sz="2400" dirty="0"/>
              <a:t>Cost function: Error in the entire batch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CF722-ECB0-456F-B971-E0FF6C79B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EA207-16D7-47C2-886B-CA51283F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D902D-2416-4747-8BAC-19F44394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30</a:t>
            </a:fld>
            <a:endParaRPr lang="x-none" dirty="0"/>
          </a:p>
        </p:txBody>
      </p:sp>
      <p:graphicFrame>
        <p:nvGraphicFramePr>
          <p:cNvPr id="7" name="Table 39">
            <a:extLst>
              <a:ext uri="{FF2B5EF4-FFF2-40B4-BE49-F238E27FC236}">
                <a16:creationId xmlns:a16="http://schemas.microsoft.com/office/drawing/2014/main" id="{459DB970-9298-4BAD-9D6B-2B382C17B08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50744"/>
          <a:ext cx="4965511" cy="2103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5491">
                  <a:extLst>
                    <a:ext uri="{9D8B030D-6E8A-4147-A177-3AD203B41FA5}">
                      <a16:colId xmlns:a16="http://schemas.microsoft.com/office/drawing/2014/main" val="1208420072"/>
                    </a:ext>
                  </a:extLst>
                </a:gridCol>
                <a:gridCol w="761946">
                  <a:extLst>
                    <a:ext uri="{9D8B030D-6E8A-4147-A177-3AD203B41FA5}">
                      <a16:colId xmlns:a16="http://schemas.microsoft.com/office/drawing/2014/main" val="3124022004"/>
                    </a:ext>
                  </a:extLst>
                </a:gridCol>
                <a:gridCol w="1529037">
                  <a:extLst>
                    <a:ext uri="{9D8B030D-6E8A-4147-A177-3AD203B41FA5}">
                      <a16:colId xmlns:a16="http://schemas.microsoft.com/office/drawing/2014/main" val="2097223519"/>
                    </a:ext>
                  </a:extLst>
                </a:gridCol>
                <a:gridCol w="1529037">
                  <a:extLst>
                    <a:ext uri="{9D8B030D-6E8A-4147-A177-3AD203B41FA5}">
                      <a16:colId xmlns:a16="http://schemas.microsoft.com/office/drawing/2014/main" val="2444033626"/>
                    </a:ext>
                  </a:extLst>
                </a:gridCol>
              </a:tblGrid>
              <a:tr h="2413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 (Lakh)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1920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2086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13486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40200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45524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E4F74DE-183C-4DFD-A558-DD67E0727213}"/>
              </a:ext>
            </a:extLst>
          </p:cNvPr>
          <p:cNvGrpSpPr/>
          <p:nvPr/>
        </p:nvGrpSpPr>
        <p:grpSpPr>
          <a:xfrm>
            <a:off x="7665377" y="1326105"/>
            <a:ext cx="3914454" cy="1680298"/>
            <a:chOff x="6452171" y="2178121"/>
            <a:chExt cx="4863158" cy="231812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63507E5-1CD7-407B-96AA-2B527CC78CA0}"/>
                </a:ext>
              </a:extLst>
            </p:cNvPr>
            <p:cNvSpPr/>
            <p:nvPr/>
          </p:nvSpPr>
          <p:spPr>
            <a:xfrm>
              <a:off x="8301519" y="2178121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C088D46-F7B7-4B7C-B948-6CF8F3B78102}"/>
                </a:ext>
              </a:extLst>
            </p:cNvPr>
            <p:cNvSpPr/>
            <p:nvPr/>
          </p:nvSpPr>
          <p:spPr>
            <a:xfrm>
              <a:off x="8301519" y="3058274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DADB78-763B-4BA8-B3C3-53C4C60E781A}"/>
                </a:ext>
              </a:extLst>
            </p:cNvPr>
            <p:cNvSpPr/>
            <p:nvPr/>
          </p:nvSpPr>
          <p:spPr>
            <a:xfrm>
              <a:off x="8301518" y="3938427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BFFA43D-6D57-4652-B558-61E21A98BC07}"/>
                </a:ext>
              </a:extLst>
            </p:cNvPr>
            <p:cNvSpPr/>
            <p:nvPr/>
          </p:nvSpPr>
          <p:spPr>
            <a:xfrm>
              <a:off x="9699660" y="3058273"/>
              <a:ext cx="565079" cy="55480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F4B405-FB2F-4C75-8274-5EA042F30F51}"/>
                </a:ext>
              </a:extLst>
            </p:cNvPr>
            <p:cNvSpPr txBox="1"/>
            <p:nvPr/>
          </p:nvSpPr>
          <p:spPr>
            <a:xfrm>
              <a:off x="6452171" y="2548260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CGPA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2A391E3-530E-41F0-9ED0-592EF6CA8FED}"/>
                </a:ext>
              </a:extLst>
            </p:cNvPr>
            <p:cNvSpPr txBox="1"/>
            <p:nvPr/>
          </p:nvSpPr>
          <p:spPr>
            <a:xfrm>
              <a:off x="6606059" y="3753761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IQ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C30F47-EAD7-46F8-8EF9-C8B0EC562CDA}"/>
                </a:ext>
              </a:extLst>
            </p:cNvPr>
            <p:cNvCxnSpPr>
              <a:cxnSpLocks/>
              <a:stCxn id="13" idx="3"/>
              <a:endCxn id="9" idx="2"/>
            </p:cNvCxnSpPr>
            <p:nvPr/>
          </p:nvCxnSpPr>
          <p:spPr>
            <a:xfrm flipV="1">
              <a:off x="7157813" y="2455524"/>
              <a:ext cx="1143706" cy="2774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1FA6449-2938-42EF-A6C9-0AF7D1773E4D}"/>
                </a:ext>
              </a:extLst>
            </p:cNvPr>
            <p:cNvCxnSpPr>
              <a:stCxn id="13" idx="3"/>
              <a:endCxn id="10" idx="2"/>
            </p:cNvCxnSpPr>
            <p:nvPr/>
          </p:nvCxnSpPr>
          <p:spPr>
            <a:xfrm>
              <a:off x="7157813" y="2732926"/>
              <a:ext cx="1143706" cy="6027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9C24CE-A375-4975-AA83-DAE1FDC807E0}"/>
                </a:ext>
              </a:extLst>
            </p:cNvPr>
            <p:cNvCxnSpPr>
              <a:stCxn id="13" idx="3"/>
              <a:endCxn id="11" idx="2"/>
            </p:cNvCxnSpPr>
            <p:nvPr/>
          </p:nvCxnSpPr>
          <p:spPr>
            <a:xfrm>
              <a:off x="7157813" y="2732926"/>
              <a:ext cx="1143705" cy="14829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C1F340-FCB8-4399-904A-82828C9B90C5}"/>
                </a:ext>
              </a:extLst>
            </p:cNvPr>
            <p:cNvCxnSpPr>
              <a:cxnSpLocks/>
              <a:stCxn id="14" idx="3"/>
              <a:endCxn id="9" idx="2"/>
            </p:cNvCxnSpPr>
            <p:nvPr/>
          </p:nvCxnSpPr>
          <p:spPr>
            <a:xfrm flipV="1">
              <a:off x="7003925" y="2455524"/>
              <a:ext cx="1297594" cy="148290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6AFC85C-CAB9-4BB5-BB9F-BE83E53BE838}"/>
                </a:ext>
              </a:extLst>
            </p:cNvPr>
            <p:cNvCxnSpPr>
              <a:stCxn id="14" idx="3"/>
              <a:endCxn id="10" idx="2"/>
            </p:cNvCxnSpPr>
            <p:nvPr/>
          </p:nvCxnSpPr>
          <p:spPr>
            <a:xfrm flipV="1">
              <a:off x="7003925" y="3335677"/>
              <a:ext cx="1297594" cy="6027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897B1E-2AA4-47BB-8775-86EA6964729F}"/>
                </a:ext>
              </a:extLst>
            </p:cNvPr>
            <p:cNvCxnSpPr>
              <a:stCxn id="14" idx="3"/>
              <a:endCxn id="11" idx="2"/>
            </p:cNvCxnSpPr>
            <p:nvPr/>
          </p:nvCxnSpPr>
          <p:spPr>
            <a:xfrm>
              <a:off x="7003925" y="3938427"/>
              <a:ext cx="1297593" cy="27740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8EEADE-77F4-400B-82B5-E11354EBA06D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>
              <a:off x="8866598" y="2455524"/>
              <a:ext cx="833062" cy="8801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2A814D-8BE8-4950-9B15-D7E5443D1643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 flipV="1">
              <a:off x="8866598" y="3335676"/>
              <a:ext cx="83306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7AFC1D-7CE8-4E52-B5BA-9BD1AF5E6C95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 flipV="1">
              <a:off x="8866597" y="3335676"/>
              <a:ext cx="833063" cy="8801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82D817B-BE0E-4507-9967-693B82276A16}"/>
                </a:ext>
              </a:extLst>
            </p:cNvPr>
            <p:cNvCxnSpPr>
              <a:stCxn id="12" idx="6"/>
            </p:cNvCxnSpPr>
            <p:nvPr/>
          </p:nvCxnSpPr>
          <p:spPr>
            <a:xfrm flipV="1">
              <a:off x="10264739" y="3335675"/>
              <a:ext cx="574497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C6300BD-D3CC-4504-955F-03413F4EE415}"/>
                    </a:ext>
                  </a:extLst>
                </p:cNvPr>
                <p:cNvSpPr txBox="1"/>
                <p:nvPr/>
              </p:nvSpPr>
              <p:spPr>
                <a:xfrm>
                  <a:off x="10880273" y="3142478"/>
                  <a:ext cx="4350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C6300BD-D3CC-4504-955F-03413F4EE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0273" y="3142478"/>
                  <a:ext cx="435056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9091" r="-8621" b="-47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E5ECFA-83DE-4FAD-B4F5-5432A4EED72A}"/>
                </a:ext>
              </a:extLst>
            </p:cNvPr>
            <p:cNvSpPr txBox="1"/>
            <p:nvPr/>
          </p:nvSpPr>
          <p:spPr>
            <a:xfrm>
              <a:off x="8365904" y="2243424"/>
              <a:ext cx="534123" cy="46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</a:t>
              </a:r>
              <a:r>
                <a:rPr lang="en-US" sz="1600" baseline="-25000" dirty="0"/>
                <a:t>11</a:t>
              </a:r>
              <a:endParaRPr lang="en-US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F4F1AC1-EAD3-413E-A20A-B48C3C9E4E56}"/>
                </a:ext>
              </a:extLst>
            </p:cNvPr>
            <p:cNvSpPr txBox="1"/>
            <p:nvPr/>
          </p:nvSpPr>
          <p:spPr>
            <a:xfrm>
              <a:off x="8338626" y="3105047"/>
              <a:ext cx="534123" cy="46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</a:t>
              </a:r>
              <a:r>
                <a:rPr lang="en-US" sz="1600" baseline="-25000" dirty="0"/>
                <a:t>12</a:t>
              </a:r>
              <a:endParaRPr lang="en-US" sz="16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57D3D4-8DB7-43B4-ADEF-41545FF92068}"/>
                </a:ext>
              </a:extLst>
            </p:cNvPr>
            <p:cNvSpPr txBox="1"/>
            <p:nvPr/>
          </p:nvSpPr>
          <p:spPr>
            <a:xfrm>
              <a:off x="8352263" y="4029181"/>
              <a:ext cx="534123" cy="46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</a:t>
              </a:r>
              <a:r>
                <a:rPr lang="en-US" sz="1600" baseline="-25000" dirty="0"/>
                <a:t>13</a:t>
              </a:r>
              <a:endParaRPr lang="en-US" sz="16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492242-96F4-43FC-A5D7-9F897A2CE6F7}"/>
                </a:ext>
              </a:extLst>
            </p:cNvPr>
            <p:cNvSpPr txBox="1"/>
            <p:nvPr/>
          </p:nvSpPr>
          <p:spPr>
            <a:xfrm>
              <a:off x="9760994" y="3105047"/>
              <a:ext cx="534123" cy="46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</a:t>
              </a:r>
              <a:r>
                <a:rPr lang="en-US" sz="1600" baseline="-25000" dirty="0"/>
                <a:t>21</a:t>
              </a:r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19D69A-57D5-489D-A7B2-5A6E4B2861A9}"/>
                  </a:ext>
                </a:extLst>
              </p:cNvPr>
              <p:cNvSpPr txBox="1"/>
              <p:nvPr/>
            </p:nvSpPr>
            <p:spPr>
              <a:xfrm>
                <a:off x="5791891" y="3197967"/>
                <a:ext cx="3121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6.3−6.1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19D69A-57D5-489D-A7B2-5A6E4B286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891" y="3197967"/>
                <a:ext cx="3121880" cy="369332"/>
              </a:xfrm>
              <a:prstGeom prst="rect">
                <a:avLst/>
              </a:prstGeom>
              <a:blipFill>
                <a:blip r:embed="rId3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F8A975-FBBB-485D-AAE8-6892BB5821DA}"/>
                  </a:ext>
                </a:extLst>
              </p:cNvPr>
              <p:cNvSpPr txBox="1"/>
              <p:nvPr/>
            </p:nvSpPr>
            <p:spPr>
              <a:xfrm>
                <a:off x="5950243" y="4108505"/>
                <a:ext cx="3431132" cy="763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F8A975-FBBB-485D-AAE8-6892BB58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243" y="4108505"/>
                <a:ext cx="3431132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9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E2EA-3CC7-4C59-86AE-799F5E51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Various loss functions in DL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85ECFF3-9F4A-4A62-8EC1-96ABE10BEB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209675"/>
          <a:ext cx="10515600" cy="4967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BB7F-5858-47C3-B5D9-89B6FEA5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5167A-D80D-4D28-A4F9-46E8CBAF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1BAFE-177F-436A-BBCA-1A41EDA5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31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14936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1E80-313B-EDB8-B42F-ADB33D05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Mean Squared Error (MSE)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7901A-57C2-2303-0FB2-516194024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2400" dirty="0"/>
                  <a:t>Commonly used loss function for </a:t>
                </a:r>
                <a:r>
                  <a:rPr lang="en-GB" sz="2400" b="1" dirty="0"/>
                  <a:t>regression</a:t>
                </a:r>
                <a:r>
                  <a:rPr lang="en-GB" sz="2400" dirty="0"/>
                  <a:t> problems.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dirty="0"/>
                  <a:t>It measures the average of the squares of the differences between the actual (true) values and the predicted values.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none" sz="24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GB" sz="2000" dirty="0"/>
                  <a:t>w</a:t>
                </a:r>
                <a:r>
                  <a:rPr lang="x-none" sz="2000" dirty="0"/>
                  <a:t>here: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is the number of data points,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is the actual value,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the predicted value.</a:t>
                </a:r>
              </a:p>
              <a:p>
                <a:pPr lvl="1"/>
                <a:endParaRPr lang="x-none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7901A-57C2-2303-0FB2-516194024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020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151C-253B-D95F-B315-F472B878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39ABD-4784-62BC-EF51-C71574C3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C111-D171-A4D5-9885-F94B0974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32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47553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C892-0DE1-06A5-79DB-48F8EC15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MSE (Key characteristics)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024A-A888-B3B3-5FCD-1666B54E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2400" b="1" dirty="0"/>
              <a:t>Squaring the Errors</a:t>
            </a:r>
            <a:r>
              <a:rPr lang="en-GB" sz="2400" dirty="0"/>
              <a:t>: By squaring the differences, MSE penalizes larger errors more heavily than smaller ones. This makes MSE highly sensitive to outliers.</a:t>
            </a:r>
          </a:p>
          <a:p>
            <a:pPr>
              <a:lnSpc>
                <a:spcPct val="100000"/>
              </a:lnSpc>
            </a:pPr>
            <a:r>
              <a:rPr lang="en-GB" sz="2400" b="1" dirty="0"/>
              <a:t>Units</a:t>
            </a:r>
            <a:r>
              <a:rPr lang="en-GB" sz="2400" dirty="0"/>
              <a:t>: The output unit of MSE is the </a:t>
            </a:r>
            <a:r>
              <a:rPr lang="en-GB" sz="2400" b="1" dirty="0"/>
              <a:t>square of the unit</a:t>
            </a:r>
            <a:r>
              <a:rPr lang="en-GB" sz="2400" dirty="0"/>
              <a:t> of the target variable. For example, if the target is measured in dollars, the MSE is in dollars squared.</a:t>
            </a:r>
          </a:p>
          <a:p>
            <a:pPr>
              <a:lnSpc>
                <a:spcPct val="100000"/>
              </a:lnSpc>
            </a:pPr>
            <a:r>
              <a:rPr lang="en-GB" sz="2400" b="1" dirty="0"/>
              <a:t>Differentiability</a:t>
            </a:r>
            <a:r>
              <a:rPr lang="en-GB" sz="2400" dirty="0"/>
              <a:t>: MSE is a </a:t>
            </a:r>
            <a:r>
              <a:rPr lang="en-GB" sz="2400" b="1" dirty="0"/>
              <a:t>differentiable</a:t>
            </a:r>
            <a:r>
              <a:rPr lang="en-GB" sz="2400" dirty="0"/>
              <a:t> function, which makes it suitable for optimization using gradient-based methods such as stochastic gradient descent (SGD).</a:t>
            </a:r>
          </a:p>
          <a:p>
            <a:pPr>
              <a:lnSpc>
                <a:spcPct val="100000"/>
              </a:lnSpc>
            </a:pPr>
            <a:r>
              <a:rPr lang="en-GB" sz="2400" b="1" dirty="0"/>
              <a:t>Convexity</a:t>
            </a:r>
            <a:r>
              <a:rPr lang="en-GB" sz="2400" dirty="0"/>
              <a:t>: For linear models, the MSE loss surface is convex, ensuring that gradient descent converges to a global minimum.</a:t>
            </a:r>
            <a:endParaRPr lang="x-none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D9526-CC91-8B89-3BDB-D4C19B541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716B1-1279-408F-759E-DDC401042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D171-8924-3E2A-C5EC-5179ACCA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33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38350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F139E-0840-C89B-DA2E-93125BFC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Mean Average Error (MAE)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7947B-80FA-2BD7-0277-0424C4EAF7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x-none" sz="2400" dirty="0"/>
                  <a:t>Another </a:t>
                </a:r>
                <a:r>
                  <a:rPr lang="en-GB" sz="2400" dirty="0"/>
                  <a:t>commonly used loss function for </a:t>
                </a:r>
                <a:r>
                  <a:rPr lang="en-GB" sz="2400" b="1" dirty="0"/>
                  <a:t>regression</a:t>
                </a:r>
                <a:r>
                  <a:rPr lang="en-GB" sz="2400" dirty="0"/>
                  <a:t> problems.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dirty="0"/>
                  <a:t>It measures the average magnitude of the absolute differences between predicted values and actual values, </a:t>
                </a:r>
                <a:r>
                  <a:rPr lang="en-GB" sz="2400" b="1" dirty="0"/>
                  <a:t>without considering their direction</a:t>
                </a:r>
                <a:r>
                  <a:rPr lang="en-GB" sz="2400" dirty="0"/>
                  <a:t> (i.e., it does not square the errors).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x-none" sz="24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GB" sz="2000" dirty="0"/>
                  <a:t>w</a:t>
                </a:r>
                <a:r>
                  <a:rPr lang="x-none" sz="2000" dirty="0"/>
                  <a:t>here: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is the number of data points,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is the actual value,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the predicted value.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7947B-80FA-2BD7-0277-0424C4EAF7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020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F77E3-8F4C-F856-5DFB-029F4310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52A78-4238-1D85-DC99-E66567133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CF6C9-0538-7BD9-9837-96CE7EE8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34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43230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D13B-F127-52F5-D2C6-06330F2D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MAE (Key characteristics)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E74F4-50E2-DEF0-C936-6D8495137B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Linear Penalty</a:t>
                </a:r>
                <a:r>
                  <a:rPr lang="en-GB" sz="2400" dirty="0"/>
                  <a:t>: MAE penalizes all errors in </a:t>
                </a:r>
                <a:r>
                  <a:rPr lang="en-GB" sz="2400" b="1" dirty="0"/>
                  <a:t>direct proportion</a:t>
                </a:r>
                <a:r>
                  <a:rPr lang="en-GB" sz="2400" dirty="0"/>
                  <a:t> to their magnitude. This means that </a:t>
                </a:r>
                <a:r>
                  <a:rPr lang="en-GB" sz="2400" b="1" dirty="0"/>
                  <a:t>each unit of error contributes equally</a:t>
                </a:r>
                <a:r>
                  <a:rPr lang="en-GB" sz="2400" dirty="0"/>
                  <a:t>, regardless of whether the error is large or small.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Robustness to Outliers</a:t>
                </a:r>
                <a:r>
                  <a:rPr lang="en-GB" sz="2400" dirty="0"/>
                  <a:t>: Because it does not square the errors, MAE is </a:t>
                </a:r>
                <a:r>
                  <a:rPr lang="en-GB" sz="2400" b="1" dirty="0"/>
                  <a:t>less sensitive to outliers</a:t>
                </a:r>
                <a:r>
                  <a:rPr lang="en-GB" sz="2400" dirty="0"/>
                  <a:t> than MSE. Outliers contribute linearly to the total error.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Units</a:t>
                </a:r>
                <a:r>
                  <a:rPr lang="en-GB" sz="2400" dirty="0"/>
                  <a:t>: The output unit of MAE is the </a:t>
                </a:r>
                <a:r>
                  <a:rPr lang="en-GB" sz="2400" b="1" dirty="0"/>
                  <a:t>same as the target variable</a:t>
                </a:r>
                <a:r>
                  <a:rPr lang="en-GB" sz="2400" dirty="0"/>
                  <a:t> (e.g., dollars, temperature), making it more interpretable in some real-world contexts.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Non-Differentiability at Zero</a:t>
                </a:r>
                <a:r>
                  <a:rPr lang="en-GB" sz="2400" dirty="0"/>
                  <a:t>: MAE is </a:t>
                </a:r>
                <a:r>
                  <a:rPr lang="en-GB" sz="2400" b="1" dirty="0"/>
                  <a:t>not differentiable at​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due to the sharp corner at zero in the absolute value function. This can make gradient-based optimization less smooth or slower to converge, though </a:t>
                </a:r>
                <a:r>
                  <a:rPr lang="en-GB" sz="2400" dirty="0" err="1"/>
                  <a:t>subgradient</a:t>
                </a:r>
                <a:r>
                  <a:rPr lang="en-GB" sz="2400" dirty="0"/>
                  <a:t> methods are often used in practice.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Convexity</a:t>
                </a:r>
                <a:r>
                  <a:rPr lang="en-GB" sz="2400" dirty="0"/>
                  <a:t>: The MAE loss function is </a:t>
                </a:r>
                <a:r>
                  <a:rPr lang="en-GB" sz="2400" b="1" dirty="0"/>
                  <a:t>convex</a:t>
                </a:r>
                <a:r>
                  <a:rPr lang="en-GB" sz="2400" dirty="0"/>
                  <a:t>, which guarantees that local minima are also global minima (though the optimization surface is not smooth).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E74F4-50E2-DEF0-C936-6D8495137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765" b="-2041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01C2A-DC38-5419-12EA-96BB96B4D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1833-AF0E-1C65-1FE1-5B50E15F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9513-75AE-FF0D-48F2-FB558637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35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570403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9EF5-587C-6E20-B416-9948E7F8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Huber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916BC-F89A-EDF5-DA3B-93A23D6B09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Huber Loss</a:t>
                </a:r>
                <a:r>
                  <a:rPr lang="en-GB" sz="2400" dirty="0"/>
                  <a:t> is a loss function used in regression that combines the advantages of </a:t>
                </a:r>
                <a:r>
                  <a:rPr lang="en-GB" sz="2400" b="1" dirty="0"/>
                  <a:t>MSE</a:t>
                </a:r>
                <a:r>
                  <a:rPr lang="en-GB" sz="2400" dirty="0"/>
                  <a:t> and </a:t>
                </a:r>
                <a:r>
                  <a:rPr lang="en-GB" sz="2400" b="1" dirty="0"/>
                  <a:t>MAE</a:t>
                </a:r>
                <a:r>
                  <a:rPr lang="en-GB" sz="24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dirty="0"/>
                  <a:t>It is </a:t>
                </a:r>
                <a:r>
                  <a:rPr lang="en-GB" sz="2400" b="1" dirty="0"/>
                  <a:t>quadratic for small errors</a:t>
                </a:r>
                <a:r>
                  <a:rPr lang="en-GB" sz="2400" dirty="0"/>
                  <a:t> and </a:t>
                </a:r>
                <a:r>
                  <a:rPr lang="en-GB" sz="2400" b="1" dirty="0"/>
                  <a:t>linear for large errors</a:t>
                </a:r>
                <a:r>
                  <a:rPr lang="en-GB" sz="2400" dirty="0"/>
                  <a:t>, which makes it </a:t>
                </a:r>
                <a:r>
                  <a:rPr lang="en-GB" sz="2400" b="1" dirty="0"/>
                  <a:t>less sensitive to outliers</a:t>
                </a:r>
                <a:r>
                  <a:rPr lang="en-GB" sz="2400" dirty="0"/>
                  <a:t> than MSE, while still maintaining differentiability.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dirty="0"/>
                  <a:t>The Huber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sub>
                    </m:sSub>
                  </m:oMath>
                </a14:m>
                <a:r>
                  <a:rPr lang="en-GB" sz="2400" dirty="0"/>
                  <a:t> is defined as: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𝑓𝑜𝑟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x-none" sz="2000" dirty="0"/>
              </a:p>
              <a:p>
                <a:r>
                  <a:rPr lang="en-GB" sz="2400" dirty="0"/>
                  <a:t>The </a:t>
                </a:r>
                <a:r>
                  <a:rPr lang="en-GB" sz="2400" b="1" dirty="0"/>
                  <a:t>Huber Loss (average over n samples)</a:t>
                </a:r>
                <a:r>
                  <a:rPr lang="en-GB" sz="2400" dirty="0"/>
                  <a:t> is:</a:t>
                </a:r>
              </a:p>
              <a:p>
                <a:pPr marL="103505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x-non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𝐻𝑢𝑏𝑒𝑟</m:t>
                          </m:r>
                        </m:e>
                        <m:sub>
                          <m:r>
                            <a:rPr lang="x-non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916BC-F89A-EDF5-DA3B-93A23D6B0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765" b="-2576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9E334-8B16-DAEF-61A7-44F0F437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8EFED-FCEA-216E-7024-5AB9DB1B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35F5-C847-8AE2-8DA3-D9B7E1C6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36</a:t>
            </a:fld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4292DF-0060-54AF-ED21-1543639720B9}"/>
                  </a:ext>
                </a:extLst>
              </p:cNvPr>
              <p:cNvSpPr txBox="1"/>
              <p:nvPr/>
            </p:nvSpPr>
            <p:spPr>
              <a:xfrm>
                <a:off x="6608619" y="3020290"/>
                <a:ext cx="588818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x-none" dirty="0">
                    <a:latin typeface="Arial" panose="020B0604020202020204" pitchFamily="34" charset="0"/>
                    <a:cs typeface="Arial" panose="020B0604020202020204" pitchFamily="34" charset="0"/>
                  </a:rPr>
                  <a:t>here:</a:t>
                </a:r>
              </a:p>
              <a:p>
                <a:pPr marL="800100" lvl="1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x-none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true value; </a:t>
                </a:r>
              </a:p>
              <a:p>
                <a:pPr marL="800100" lvl="1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x-none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predicted value;</a:t>
                </a:r>
              </a:p>
              <a:p>
                <a:pPr marL="800100" lvl="1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x-none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hyperparameter that controls the threshold between the quadratic and linear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behavior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x-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x-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4292DF-0060-54AF-ED21-154363972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19" y="3020290"/>
                <a:ext cx="5888181" cy="2031325"/>
              </a:xfrm>
              <a:prstGeom prst="rect">
                <a:avLst/>
              </a:prstGeom>
              <a:blipFill>
                <a:blip r:embed="rId3"/>
                <a:stretch>
                  <a:fillRect t="-1242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963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417D-24A4-AC99-1C86-8828CC0E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Huber Loss (Key Characteristics)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F78C6-9A01-0ACB-1B31-25297A160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Hybrid Nature</a:t>
                </a:r>
                <a:r>
                  <a:rPr lang="en-GB" sz="2400" dirty="0"/>
                  <a:t>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For small errors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GB" sz="2000" dirty="0"/>
                  <a:t>), it behaves like </a:t>
                </a:r>
                <a:r>
                  <a:rPr lang="en-GB" sz="2000" b="1" dirty="0"/>
                  <a:t>MSE</a:t>
                </a:r>
                <a:r>
                  <a:rPr lang="en-GB" sz="2000" dirty="0"/>
                  <a:t> (quadratic), ensuring smooth gradients.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For large errors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GB" sz="2000" dirty="0"/>
                  <a:t>), it behaves like </a:t>
                </a:r>
                <a:r>
                  <a:rPr lang="en-GB" sz="2000" b="1" dirty="0"/>
                  <a:t>MAE</a:t>
                </a:r>
                <a:r>
                  <a:rPr lang="en-GB" sz="2000" dirty="0"/>
                  <a:t> (linear), reducing the influence of outliers.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Robustness</a:t>
                </a:r>
                <a:r>
                  <a:rPr lang="en-GB" sz="2400" dirty="0"/>
                  <a:t>: Less sensitive to outliers compared to MSE, which is beneficial in datasets with noisy labels or anomalies.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Differentiability</a:t>
                </a:r>
                <a:r>
                  <a:rPr lang="en-GB" sz="2400" dirty="0"/>
                  <a:t>: Fully differentiable everywhere, making it suitable for optimization using gradient-based methods.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Parameter </a:t>
                </a:r>
                <a:r>
                  <a:rPr lang="el-GR" sz="2400" b="1" dirty="0"/>
                  <a:t>δ</a:t>
                </a:r>
                <a:r>
                  <a:rPr lang="el-GR" sz="2400" dirty="0"/>
                  <a:t>: </a:t>
                </a:r>
                <a:r>
                  <a:rPr lang="en-GB" sz="2400" dirty="0"/>
                  <a:t>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l-GR" sz="2400" dirty="0"/>
                  <a:t> </a:t>
                </a:r>
                <a:r>
                  <a:rPr lang="en-GB" sz="2400" dirty="0"/>
                  <a:t>must be chosen (or tuned) carefully; smaller values make the loss more robust, but too small a value may under-penalize moderate errors.</a:t>
                </a:r>
                <a:endParaRPr lang="x-none" sz="2400" dirty="0"/>
              </a:p>
              <a:p>
                <a:pPr marL="0" indent="0">
                  <a:buNone/>
                </a:pPr>
                <a:endParaRPr lang="x-non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4AF78C6-9A01-0ACB-1B31-25297A160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48FE6-C569-B377-AB55-12A58AA5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AF0B5-4111-81AF-24D9-01B22891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0862-7BA5-8DCE-CEE9-0920296AB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37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73892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D088-7BEF-B00C-DE97-19F5B692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Comparison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F8CCF54-AB2F-809E-582E-6BCAF0738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691" y="1561049"/>
            <a:ext cx="6795264" cy="40407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0CB28-4C10-1206-E0F3-E1D4EDD6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67578-9619-89C4-BF17-1683689B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F76BC-220D-5461-C565-0AC45470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38</a:t>
            </a:fld>
            <a:endParaRPr lang="x-none" dirty="0"/>
          </a:p>
        </p:txBody>
      </p:sp>
      <p:sp>
        <p:nvSpPr>
          <p:cNvPr id="7" name="AutoShape 2" descr="Output image">
            <a:extLst>
              <a:ext uri="{FF2B5EF4-FFF2-40B4-BE49-F238E27FC236}">
                <a16:creationId xmlns:a16="http://schemas.microsoft.com/office/drawing/2014/main" id="{9E0A90A3-9C2A-21DB-608B-76EE11495C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x-non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A8039-9827-5CB0-0ED3-E841C6278B27}"/>
              </a:ext>
            </a:extLst>
          </p:cNvPr>
          <p:cNvSpPr txBox="1"/>
          <p:nvPr/>
        </p:nvSpPr>
        <p:spPr>
          <a:xfrm>
            <a:off x="7536873" y="1801080"/>
            <a:ext cx="428798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MSE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(red curve): Quadratic growth; penalizes large errors heavily.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MAE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(blue curve): Linear growth; treats all errors equally regardless of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Huber Loss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(green curve): Quadratic for small errors and linear beyond a threshold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1;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balances smooth optimization with robustness to outliers.</a:t>
            </a:r>
            <a:endParaRPr lang="x-non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3409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E345-7964-44BB-0FFF-A3C61BC9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Summary Comparison</a:t>
            </a:r>
            <a:endParaRPr lang="x-none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A3888A-E503-4950-C7AC-037E54F269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929091"/>
              </p:ext>
            </p:extLst>
          </p:nvPr>
        </p:nvGraphicFramePr>
        <p:xfrm>
          <a:off x="838200" y="1639166"/>
          <a:ext cx="10515600" cy="303276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410573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4350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577638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2295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Property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MSE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MAE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Huber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9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Error Weighting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Squared (emphasizes large errors)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Linear (equal weight to all errors)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Quadratic for small, linear for 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07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Sensitivity to Outliers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99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Differentiable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  <a:r>
                        <a:rPr lang="x-none" dirty="0"/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Not at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  <a:r>
                        <a:rPr lang="x-none" dirty="0"/>
                        <a:t>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Unit of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Squared unit of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Same as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Depends on regime (quadratic/linear)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834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Smooth optimization, no outliers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Outlier-resistant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Balance between MSE and 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83556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7841F-BB56-49A5-0726-BCC74618C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BC617-A7A6-1443-CEEA-0F06EAA7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9B9B-178C-0C9D-921B-B87955A2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39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83432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A636-CA61-9A49-1341-9AAAA1DD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Binary Cross Entropy (BCE)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2FD401-9827-6BFF-7CAE-8ED4BD9C7E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GB" sz="2400" b="1" dirty="0"/>
                  <a:t>Binary Cross-Entropy (BCE)</a:t>
                </a:r>
                <a:r>
                  <a:rPr lang="en-GB" sz="2400" dirty="0"/>
                  <a:t>, also known as </a:t>
                </a:r>
                <a:r>
                  <a:rPr lang="en-GB" sz="2400" b="1" dirty="0"/>
                  <a:t>log loss</a:t>
                </a:r>
                <a:r>
                  <a:rPr lang="en-GB" sz="2400" dirty="0"/>
                  <a:t>, is the standard loss function used for binary classification tasks.</a:t>
                </a:r>
              </a:p>
              <a:p>
                <a:pPr>
                  <a:lnSpc>
                    <a:spcPct val="110000"/>
                  </a:lnSpc>
                </a:pPr>
                <a:r>
                  <a:rPr lang="en-GB" sz="2400" dirty="0"/>
                  <a:t>It quantifies the dissimilarity between the </a:t>
                </a:r>
                <a:r>
                  <a:rPr lang="en-GB" sz="2400" b="1" dirty="0"/>
                  <a:t>predicted probability</a:t>
                </a:r>
                <a:r>
                  <a:rPr lang="en-GB" sz="2400" dirty="0"/>
                  <a:t> and the </a:t>
                </a:r>
                <a:r>
                  <a:rPr lang="en-GB" sz="2400" b="1" dirty="0"/>
                  <a:t>actual class label</a:t>
                </a:r>
                <a:r>
                  <a:rPr lang="en-GB" sz="2400" dirty="0"/>
                  <a:t> (which is either 0 or 1), using the concept of information entropy.</a:t>
                </a:r>
              </a:p>
              <a:p>
                <a:pPr>
                  <a:lnSpc>
                    <a:spcPct val="110000"/>
                  </a:lnSpc>
                </a:pPr>
                <a:r>
                  <a:rPr lang="en-GB" sz="2400" dirty="0"/>
                  <a:t>The </a:t>
                </a:r>
                <a:r>
                  <a:rPr lang="en-GB" sz="2400" b="1" dirty="0"/>
                  <a:t>Binary Cross-Entropy Loss</a:t>
                </a:r>
                <a:r>
                  <a:rPr lang="en-GB" sz="2400" dirty="0"/>
                  <a:t> for a single data point is defined as:</a:t>
                </a:r>
              </a:p>
              <a:p>
                <a:pPr>
                  <a:lnSpc>
                    <a:spcPct val="110000"/>
                  </a:lnSpc>
                </a:pPr>
                <a:endParaRPr lang="en-GB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𝐵𝐶𝐸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x-none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GB" sz="2000" dirty="0"/>
                  <a:t>where: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∈ {0,1} is the true label,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x-none" sz="2000" dirty="0"/>
                  <a:t> </a:t>
                </a:r>
                <a:r>
                  <a:rPr lang="en-GB" sz="2000" dirty="0"/>
                  <a:t>∈ {0,1} is the predicted probability of the positive class (after applying the sigmoid function),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GB" sz="2000" dirty="0"/>
                  <a:t>Logarithms are typically natural logs (base e).</a:t>
                </a:r>
              </a:p>
              <a:p>
                <a:pPr>
                  <a:lnSpc>
                    <a:spcPct val="110000"/>
                  </a:lnSpc>
                </a:pPr>
                <a:r>
                  <a:rPr lang="en-GB" sz="2400" dirty="0"/>
                  <a:t>The </a:t>
                </a:r>
                <a:r>
                  <a:rPr lang="en-GB" sz="2400" b="1" dirty="0"/>
                  <a:t>mean BCE over n samples</a:t>
                </a:r>
                <a:r>
                  <a:rPr lang="en-GB" sz="2400" dirty="0"/>
                  <a:t> is: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−(1−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52FD401-9827-6BFF-7CAE-8ED4BD9C7E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464" t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4C125-78FD-965F-C683-140C0A9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F7089-6642-1441-B07D-0E228EEF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E161-43CF-B222-0C06-729CA38B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40</a:t>
            </a:fld>
            <a:endParaRPr lang="x-none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469624"/>
            <a:ext cx="5399024" cy="65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90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DCD1-C796-8D7E-8ACD-18DA5489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BCE (Key characteristics)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1CF5B-7E21-FDB8-B403-933533610A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Probabilistic Interpretation</a:t>
                </a:r>
                <a:r>
                  <a:rPr lang="en-GB" sz="2400" dirty="0"/>
                  <a:t>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BCE models the output as a probability and measures how close the predicted probability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to the actual label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When the model is confident and correct, the loss is low; if confident and wrong, the loss is very high (logarithmic penalty).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Asymptotic </a:t>
                </a:r>
                <a:r>
                  <a:rPr lang="en-GB" sz="2400" b="1" dirty="0" err="1"/>
                  <a:t>Behavior</a:t>
                </a:r>
                <a:r>
                  <a:rPr lang="en-GB" sz="2400" dirty="0"/>
                  <a:t>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As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, the loss approaches zero.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As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000" dirty="0"/>
                  <a:t> when y = 1, 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000" dirty="0"/>
                  <a:t> when y = 0, the loss approaches infinity.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Differentiability</a:t>
                </a:r>
                <a:r>
                  <a:rPr lang="en-GB" sz="2400" dirty="0"/>
                  <a:t>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BCE is </a:t>
                </a:r>
                <a:r>
                  <a:rPr lang="en-GB" sz="2000" b="1" dirty="0"/>
                  <a:t>fully differentiable</a:t>
                </a:r>
                <a:r>
                  <a:rPr lang="en-GB" sz="2000" dirty="0"/>
                  <a:t>, making it suitable for gradient-based optimization.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Typically combined with the </a:t>
                </a:r>
                <a:r>
                  <a:rPr lang="en-GB" sz="2000" b="1" dirty="0"/>
                  <a:t>sigmoid activation function</a:t>
                </a:r>
                <a:r>
                  <a:rPr lang="en-GB" sz="2000" dirty="0"/>
                  <a:t> in the final layer of the model to map outputs to [0, 1].</a:t>
                </a:r>
                <a:endParaRPr lang="x-none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1CF5B-7E21-FDB8-B403-933533610A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020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42577-61BC-B3FA-B2EB-72B1E9E3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4C913-A00F-874C-AAE9-DD3D3D643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476E0-D5A2-9CCD-3CA3-5D60BCD4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41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52983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62B1-21D3-103D-2011-EA2950E2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BCE (Key characteristics) contd.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EE8BA-7877-9568-A615-82CC9EEB42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Convexity</a:t>
                </a:r>
                <a:r>
                  <a:rPr lang="en-GB" sz="2400" dirty="0"/>
                  <a:t>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BCE is </a:t>
                </a:r>
                <a:r>
                  <a:rPr lang="en-GB" sz="2000" b="1" dirty="0"/>
                  <a:t>convex</a:t>
                </a:r>
                <a:r>
                  <a:rPr lang="en-GB" sz="2000" dirty="0"/>
                  <a:t> with respect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is fixed, which helps ensure stable convergence during training for logistic regression and shallow networks.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Output Range</a:t>
                </a:r>
                <a:r>
                  <a:rPr lang="en-GB" sz="2400" dirty="0"/>
                  <a:t>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BCE loss values are </a:t>
                </a:r>
                <a:r>
                  <a:rPr lang="en-GB" sz="2000" b="1" dirty="0"/>
                  <a:t>non-negative</a:t>
                </a:r>
                <a:r>
                  <a:rPr lang="en-GB" sz="2000" dirty="0"/>
                  <a:t> and unbounded above.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400" b="1" dirty="0"/>
                  <a:t>Sensitivity</a:t>
                </a:r>
                <a:r>
                  <a:rPr lang="en-GB" sz="2400" dirty="0"/>
                  <a:t>:	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sz="2000" dirty="0"/>
                  <a:t>BCE is </a:t>
                </a:r>
                <a:r>
                  <a:rPr lang="en-GB" sz="2000" b="1" dirty="0"/>
                  <a:t>very sensitive to confident misclassifications</a:t>
                </a:r>
                <a:r>
                  <a:rPr lang="en-GB" sz="2000" dirty="0"/>
                  <a:t> — if the model predicts a probability close to 0 for a true class 1, the loss becomes very large.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2400" u="sng" dirty="0">
                    <a:solidFill>
                      <a:schemeClr val="accent6">
                        <a:lumMod val="75000"/>
                      </a:schemeClr>
                    </a:solidFill>
                  </a:rPr>
                  <a:t>Common Use Case: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2400" dirty="0"/>
                  <a:t>Binary classification tasks such as spam detection, medical diagnosis (disease vs. no disease), and binary sentiment analysis (positive vs. negative).</a:t>
                </a:r>
                <a:endParaRPr lang="x-none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EE8BA-7877-9568-A615-82CC9EEB42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020" b="-76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02C45-8B04-F5FE-760E-D7B453A7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4603C-40EC-67AA-3461-4B8342AA8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57BB9-0995-0581-38ED-23E2A6C4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42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4567608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D8D4-CBDB-15D2-2FC7-AE7A6493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dirty="0"/>
              <a:t>Categorical Cross Entropy (CCE)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7B21A1-FBD5-B506-A327-120526D89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b="1" dirty="0"/>
                  <a:t>Categorical Cross-Entropy (CCE)</a:t>
                </a:r>
                <a:r>
                  <a:rPr lang="en-GB" sz="2400" dirty="0"/>
                  <a:t> is a loss function used in </a:t>
                </a:r>
                <a:r>
                  <a:rPr lang="en-GB" sz="2400" b="1" dirty="0"/>
                  <a:t>multi-class classification</a:t>
                </a:r>
                <a:r>
                  <a:rPr lang="en-GB" sz="2400" dirty="0"/>
                  <a:t> tasks, where each input belongs to exactly one of K possible classes.</a:t>
                </a:r>
              </a:p>
              <a:p>
                <a:r>
                  <a:rPr lang="en-GB" sz="2400" dirty="0"/>
                  <a:t>It measures the dissimilarity between the </a:t>
                </a:r>
                <a:r>
                  <a:rPr lang="en-GB" sz="2400" b="1" dirty="0"/>
                  <a:t>true class distribution</a:t>
                </a:r>
                <a:r>
                  <a:rPr lang="en-GB" sz="2400" dirty="0"/>
                  <a:t> (usually one-hot encoded) and the </a:t>
                </a:r>
                <a:r>
                  <a:rPr lang="en-GB" sz="2400" b="1" dirty="0"/>
                  <a:t>predicted class probability distribution</a:t>
                </a:r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The </a:t>
                </a:r>
                <a:r>
                  <a:rPr lang="en-GB" sz="2400" b="1" dirty="0"/>
                  <a:t>CCE loss for a single sample</a:t>
                </a:r>
                <a:r>
                  <a:rPr lang="en-GB" sz="2400" dirty="0"/>
                  <a:t>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𝐶𝐶𝐸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x-none" sz="2400" dirty="0"/>
              </a:p>
              <a:p>
                <a:r>
                  <a:rPr lang="en-GB" sz="2400" dirty="0"/>
                  <a:t>The </a:t>
                </a:r>
                <a:r>
                  <a:rPr lang="en-GB" sz="2400" b="1" dirty="0"/>
                  <a:t>average CCE over n samples</a:t>
                </a:r>
                <a:r>
                  <a:rPr lang="en-GB" sz="2400" dirty="0"/>
                  <a:t>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𝐶𝐶𝐸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7B21A1-FBD5-B506-A327-120526D89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6D699-3378-AA04-F4DB-58237869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E9242-915B-F98F-7C3D-2618A6C5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CB5AE-7486-ED20-62C7-73E9754C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43</a:t>
            </a:fld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A2C9C-56CD-2C47-3C65-E251A54D4D12}"/>
              </a:ext>
            </a:extLst>
          </p:cNvPr>
          <p:cNvSpPr txBox="1"/>
          <p:nvPr/>
        </p:nvSpPr>
        <p:spPr>
          <a:xfrm>
            <a:off x="6569359" y="3693001"/>
            <a:ext cx="50268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x-none" dirty="0">
                <a:latin typeface="Arial" panose="020B0604020202020204" pitchFamily="34" charset="0"/>
                <a:cs typeface="Arial" panose="020B0604020202020204" pitchFamily="34" charset="0"/>
              </a:rPr>
              <a:t>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 is the number of classes,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y</a:t>
            </a:r>
            <a:r>
              <a:rPr lang="en-GB" baseline="-25000" dirty="0" err="1"/>
              <a:t>k</a:t>
            </a:r>
            <a:r>
              <a:rPr lang="en-GB" dirty="0"/>
              <a:t>​∈{0,1} is the indicator for the true class (i.e., 1 for the correct class, 0 </a:t>
            </a:r>
            <a:r>
              <a:rPr lang="en-GB"/>
              <a:t>otherwise),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9595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132E-8B6B-4C3D-AF19-D4CE930B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842AF-1AAF-4BB7-88DC-70EFB6F34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2428-7F12-4B1D-B580-11D6FD92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FE06C-F4C0-4654-95A9-84F952ED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480844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8C27-E5B3-47BE-8AC3-AAC7D180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6186B-4A1E-4E22-A7D4-ED92663E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4006C-5F62-43D6-A130-8ADA27AC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73B6E-9D3E-45BA-88AD-94796638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45</a:t>
            </a:fld>
            <a:endParaRPr lang="x-none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362B9CA-2464-4785-9781-E419326572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476375"/>
          <a:ext cx="4350249" cy="249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1697">
                  <a:extLst>
                    <a:ext uri="{9D8B030D-6E8A-4147-A177-3AD203B41FA5}">
                      <a16:colId xmlns:a16="http://schemas.microsoft.com/office/drawing/2014/main" val="1876506450"/>
                    </a:ext>
                  </a:extLst>
                </a:gridCol>
                <a:gridCol w="1099334">
                  <a:extLst>
                    <a:ext uri="{9D8B030D-6E8A-4147-A177-3AD203B41FA5}">
                      <a16:colId xmlns:a16="http://schemas.microsoft.com/office/drawing/2014/main" val="2442306809"/>
                    </a:ext>
                  </a:extLst>
                </a:gridCol>
                <a:gridCol w="1212351">
                  <a:extLst>
                    <a:ext uri="{9D8B030D-6E8A-4147-A177-3AD203B41FA5}">
                      <a16:colId xmlns:a16="http://schemas.microsoft.com/office/drawing/2014/main" val="3395554273"/>
                    </a:ext>
                  </a:extLst>
                </a:gridCol>
                <a:gridCol w="1006867">
                  <a:extLst>
                    <a:ext uri="{9D8B030D-6E8A-4147-A177-3AD203B41FA5}">
                      <a16:colId xmlns:a16="http://schemas.microsoft.com/office/drawing/2014/main" val="4261156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Exp, x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Profile, x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Gender, x</a:t>
                      </a:r>
                      <a:r>
                        <a:rPr lang="en-US" baseline="-25000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Salary,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075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 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91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6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 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72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 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6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9023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925DCF-1CE4-48B9-946A-280426EFBD2F}"/>
              </a:ext>
            </a:extLst>
          </p:cNvPr>
          <p:cNvSpPr txBox="1"/>
          <p:nvPr/>
        </p:nvSpPr>
        <p:spPr>
          <a:xfrm>
            <a:off x="2445250" y="3761978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BD0985-AD8E-405D-AC9E-C564C2567821}"/>
              </a:ext>
            </a:extLst>
          </p:cNvPr>
          <p:cNvSpPr txBox="1"/>
          <p:nvPr/>
        </p:nvSpPr>
        <p:spPr>
          <a:xfrm>
            <a:off x="838200" y="4320500"/>
            <a:ext cx="46570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y = mx + b  Line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3D  y = ax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bx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c  Plane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4D  y = ax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bx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cx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d  Hyperplane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D308F-1432-4A33-ABBA-FBFB5929AEF9}"/>
              </a:ext>
            </a:extLst>
          </p:cNvPr>
          <p:cNvSpPr txBox="1"/>
          <p:nvPr/>
        </p:nvSpPr>
        <p:spPr>
          <a:xfrm>
            <a:off x="1171254" y="5347174"/>
            <a:ext cx="736099" cy="369332"/>
          </a:xfrm>
          <a:prstGeom prst="rect">
            <a:avLst/>
          </a:prstGeom>
          <a:noFill/>
          <a:ln>
            <a:solidFill>
              <a:srgbClr val="359ED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F9ED7"/>
                </a:solidFill>
              </a:rPr>
              <a:t>a, b, 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C2754-E2AD-48CC-8EB5-2C4AC99797CE}"/>
              </a:ext>
            </a:extLst>
          </p:cNvPr>
          <p:cNvSpPr txBox="1"/>
          <p:nvPr/>
        </p:nvSpPr>
        <p:spPr>
          <a:xfrm>
            <a:off x="1171254" y="5678249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2B17C-A021-48E9-9289-8C6DA8093370}"/>
              </a:ext>
            </a:extLst>
          </p:cNvPr>
          <p:cNvSpPr txBox="1"/>
          <p:nvPr/>
        </p:nvSpPr>
        <p:spPr>
          <a:xfrm>
            <a:off x="2277225" y="5351517"/>
            <a:ext cx="306494" cy="369332"/>
          </a:xfrm>
          <a:prstGeom prst="rect">
            <a:avLst/>
          </a:prstGeom>
          <a:noFill/>
          <a:ln>
            <a:solidFill>
              <a:srgbClr val="359ED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F9ED7"/>
                </a:solidFill>
              </a:rPr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AD6DE5-004D-4293-BA93-48200A3B0DD7}"/>
              </a:ext>
            </a:extLst>
          </p:cNvPr>
          <p:cNvSpPr txBox="1"/>
          <p:nvPr/>
        </p:nvSpPr>
        <p:spPr>
          <a:xfrm>
            <a:off x="2264019" y="5678249"/>
            <a:ext cx="1295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(offset)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52F97-94A0-459B-976C-9E532144C5FF}"/>
              </a:ext>
            </a:extLst>
          </p:cNvPr>
          <p:cNvSpPr txBox="1"/>
          <p:nvPr/>
        </p:nvSpPr>
        <p:spPr>
          <a:xfrm>
            <a:off x="7219728" y="2229245"/>
            <a:ext cx="319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Very close to neural networks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F09011-6879-432C-AABF-B43BCD1627B6}"/>
              </a:ext>
            </a:extLst>
          </p:cNvPr>
          <p:cNvSpPr/>
          <p:nvPr/>
        </p:nvSpPr>
        <p:spPr>
          <a:xfrm>
            <a:off x="8352982" y="333831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E62EC8-A66D-41D9-8FE0-0B7321C5CDF7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7798085" y="3143892"/>
            <a:ext cx="621852" cy="2613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1BA3EF-63C0-475A-8864-92335BF32F70}"/>
              </a:ext>
            </a:extLst>
          </p:cNvPr>
          <p:cNvCxnSpPr>
            <a:stCxn id="15" idx="2"/>
          </p:cNvCxnSpPr>
          <p:nvPr/>
        </p:nvCxnSpPr>
        <p:spPr>
          <a:xfrm flipH="1">
            <a:off x="7561780" y="3566919"/>
            <a:ext cx="7912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681765-4E49-469B-B8BA-8F81F6D1D79E}"/>
              </a:ext>
            </a:extLst>
          </p:cNvPr>
          <p:cNvCxnSpPr>
            <a:stCxn id="15" idx="3"/>
          </p:cNvCxnSpPr>
          <p:nvPr/>
        </p:nvCxnSpPr>
        <p:spPr>
          <a:xfrm flipH="1">
            <a:off x="7798085" y="3728564"/>
            <a:ext cx="621852" cy="4027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037F45-57E1-47B5-BEBE-E5C3D564E013}"/>
              </a:ext>
            </a:extLst>
          </p:cNvPr>
          <p:cNvCxnSpPr>
            <a:stCxn id="15" idx="4"/>
          </p:cNvCxnSpPr>
          <p:nvPr/>
        </p:nvCxnSpPr>
        <p:spPr>
          <a:xfrm>
            <a:off x="8581582" y="3795519"/>
            <a:ext cx="0" cy="335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21D0FA-FBC2-4F93-A1A9-D2B3C0174A49}"/>
              </a:ext>
            </a:extLst>
          </p:cNvPr>
          <p:cNvCxnSpPr>
            <a:stCxn id="15" idx="6"/>
          </p:cNvCxnSpPr>
          <p:nvPr/>
        </p:nvCxnSpPr>
        <p:spPr>
          <a:xfrm>
            <a:off x="8810182" y="3566919"/>
            <a:ext cx="9091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D51E02-5706-4364-B248-16930B7A2A88}"/>
              </a:ext>
            </a:extLst>
          </p:cNvPr>
          <p:cNvSpPr txBox="1"/>
          <p:nvPr/>
        </p:nvSpPr>
        <p:spPr>
          <a:xfrm>
            <a:off x="7435485" y="287840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F68FA3-BC4D-4228-8264-00CC2C87030E}"/>
              </a:ext>
            </a:extLst>
          </p:cNvPr>
          <p:cNvSpPr txBox="1"/>
          <p:nvPr/>
        </p:nvSpPr>
        <p:spPr>
          <a:xfrm>
            <a:off x="7219728" y="333208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44A071-B865-40AF-9FE6-A30A4E3F6B60}"/>
              </a:ext>
            </a:extLst>
          </p:cNvPr>
          <p:cNvSpPr txBox="1"/>
          <p:nvPr/>
        </p:nvSpPr>
        <p:spPr>
          <a:xfrm>
            <a:off x="7497607" y="396341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7ACFCE-56DA-4524-9609-1FB37DC058B5}"/>
              </a:ext>
            </a:extLst>
          </p:cNvPr>
          <p:cNvSpPr txBox="1"/>
          <p:nvPr/>
        </p:nvSpPr>
        <p:spPr>
          <a:xfrm>
            <a:off x="8400282" y="40680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F2ADC2-2989-42A3-84DB-32265EE7AC25}"/>
              </a:ext>
            </a:extLst>
          </p:cNvPr>
          <p:cNvSpPr txBox="1"/>
          <p:nvPr/>
        </p:nvSpPr>
        <p:spPr>
          <a:xfrm>
            <a:off x="8009474" y="295199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FE2090-B000-47E4-9427-BE8B6A3DF253}"/>
              </a:ext>
            </a:extLst>
          </p:cNvPr>
          <p:cNvSpPr txBox="1"/>
          <p:nvPr/>
        </p:nvSpPr>
        <p:spPr>
          <a:xfrm>
            <a:off x="7749515" y="32063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B7895C-5648-478D-B8F1-336CF88DBAD9}"/>
              </a:ext>
            </a:extLst>
          </p:cNvPr>
          <p:cNvSpPr txBox="1"/>
          <p:nvPr/>
        </p:nvSpPr>
        <p:spPr>
          <a:xfrm>
            <a:off x="7843838" y="356654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876CBC-B705-42C5-9781-C8CBDA476C6B}"/>
                  </a:ext>
                </a:extLst>
              </p:cNvPr>
              <p:cNvSpPr txBox="1"/>
              <p:nvPr/>
            </p:nvSpPr>
            <p:spPr>
              <a:xfrm>
                <a:off x="9719353" y="3359232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876CBC-B705-42C5-9781-C8CBDA476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353" y="3359232"/>
                <a:ext cx="371384" cy="369332"/>
              </a:xfrm>
              <a:prstGeom prst="rect">
                <a:avLst/>
              </a:prstGeom>
              <a:blipFill>
                <a:blip r:embed="rId2"/>
                <a:stretch>
                  <a:fillRect t="-6557" r="-1639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1048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62FF-84A3-4526-A8DE-EFB6DE78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Optimization?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1C551-8609-4DC6-8B52-1C4179F3C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Optimization</a:t>
            </a:r>
            <a:r>
              <a:rPr lang="en-US" sz="2400" dirty="0"/>
              <a:t> is the process of </a:t>
            </a:r>
            <a:r>
              <a:rPr lang="en-US" sz="2400" b="1" dirty="0"/>
              <a:t>adjusting the model parameters</a:t>
            </a:r>
            <a:r>
              <a:rPr lang="en-US" sz="2400" dirty="0"/>
              <a:t> to </a:t>
            </a:r>
            <a:r>
              <a:rPr lang="en-US" sz="2400" b="1" dirty="0"/>
              <a:t>minimize the loss function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It’s like finding the bottom of a valley in a loss landscape — the lowest possible value of the loss based on the current weights and biases.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Imagine the loss function as a surface or curve: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The </a:t>
            </a:r>
            <a:r>
              <a:rPr lang="en-US" sz="2000" b="1" dirty="0"/>
              <a:t>x and y axes</a:t>
            </a:r>
            <a:r>
              <a:rPr lang="en-US" sz="2000" dirty="0"/>
              <a:t> are the weights (W) and biases (b)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The </a:t>
            </a:r>
            <a:r>
              <a:rPr lang="en-US" sz="2000" b="1" dirty="0"/>
              <a:t>z axis</a:t>
            </a:r>
            <a:r>
              <a:rPr lang="en-US" sz="2000" dirty="0"/>
              <a:t> is the loss value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Optimization is the process of </a:t>
            </a:r>
            <a:r>
              <a:rPr lang="en-US" sz="2400" b="1" dirty="0"/>
              <a:t>navigating this surface</a:t>
            </a:r>
            <a:r>
              <a:rPr lang="en-US" sz="2400" dirty="0"/>
              <a:t> to find the </a:t>
            </a:r>
            <a:r>
              <a:rPr lang="en-US" sz="2400" b="1" dirty="0"/>
              <a:t>lowest point (minimum)</a:t>
            </a:r>
            <a:r>
              <a:rPr lang="en-US" sz="2400" dirty="0"/>
              <a:t> — the point where the model performs best.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How Do We Minimize the Loss?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This is where </a:t>
            </a:r>
            <a:r>
              <a:rPr lang="en-US" b="1" dirty="0"/>
              <a:t>optimization algorithms</a:t>
            </a:r>
            <a:r>
              <a:rPr lang="en-US" dirty="0"/>
              <a:t> come in.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most common one in neural networks is: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Gradient Descent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F6C8-CA4D-41F8-AC54-E13E159E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FBF5-B4BA-44A7-9B13-0CBBB537F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0375-EC1F-464A-AE30-472F5555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46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767297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13B-2628-4923-91EE-177BCBB1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E223-6F72-42ED-B52D-2553D29B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Applied in: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Linear Regression, Logistic Regression, PCA, Neural Network (Backbone of DL)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Gradient Descent</a:t>
            </a:r>
            <a:r>
              <a:rPr lang="en-US" sz="2400" dirty="0"/>
              <a:t> is an optimization algorithm used to </a:t>
            </a:r>
            <a:r>
              <a:rPr lang="en-US" sz="2400" b="1" dirty="0"/>
              <a:t>minimize a cost function</a:t>
            </a:r>
            <a:r>
              <a:rPr lang="en-US" sz="2400" dirty="0"/>
              <a:t> (also called the loss function) by iteratively moving in the direction of the </a:t>
            </a:r>
            <a:r>
              <a:rPr lang="en-US" sz="2400" b="1" dirty="0"/>
              <a:t>steepest descent</a:t>
            </a:r>
            <a:r>
              <a:rPr lang="en-US" sz="2400" dirty="0"/>
              <a:t>, i.e., the </a:t>
            </a:r>
            <a:r>
              <a:rPr lang="en-US" sz="2400" b="1" dirty="0"/>
              <a:t>negative of the gradient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202122"/>
                </a:solidFill>
              </a:rPr>
              <a:t>Analogy: Hiking down a hill blindfolded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02122"/>
                </a:solidFill>
              </a:rPr>
              <a:t>Imagine you’re standing on a hilltop, blindfolded. Your goal is to reach the lowest point in the valley.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rgbClr val="202122"/>
                </a:solidFill>
              </a:rPr>
              <a:t>You can’t see where to go. So, you feel the ground around you to check which direction is sloping down.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rgbClr val="202122"/>
                </a:solidFill>
              </a:rPr>
              <a:t>You then take a small step in that direction.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rgbClr val="202122"/>
                </a:solidFill>
              </a:rPr>
              <a:t>Repeat this process until you can’t go any lower – voila!! The bottom!!!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D315-9886-44F9-9351-8D62F2B1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037AF-C3FB-4CF1-9E09-E25B2FC1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C37B-F358-435B-857F-32F5788A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47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93454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1865-8035-47EE-AC05-A87D1726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it works: Simple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4F33F-E14F-4F69-A3C2-E2E5F44E2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09040"/>
            <a:ext cx="10860741" cy="49679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model makes a prediction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 checks how wrong the prediction is (using a loss function)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Then it calculates which direction to change the parameters to reduce the error (gradient).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C323E-AB91-4594-BB5D-26368E91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403-1133-4E65-8563-060894C6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D6A80-975A-49DA-A99C-20B252C1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48</a:t>
            </a:fld>
            <a:endParaRPr lang="x-none" dirty="0"/>
          </a:p>
        </p:txBody>
      </p:sp>
      <p:pic>
        <p:nvPicPr>
          <p:cNvPr id="1026" name="Picture 2" descr="What are gradient descent and stochastic gradient descent?">
            <a:extLst>
              <a:ext uri="{FF2B5EF4-FFF2-40B4-BE49-F238E27FC236}">
                <a16:creationId xmlns:a16="http://schemas.microsoft.com/office/drawing/2014/main" id="{FD19C5F9-F586-476C-B3DD-DF42F0FB8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43413"/>
            <a:ext cx="5782235" cy="31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92FECB-6AAA-4CE5-A9D9-66E8EEB3F3CF}"/>
              </a:ext>
            </a:extLst>
          </p:cNvPr>
          <p:cNvSpPr txBox="1"/>
          <p:nvPr/>
        </p:nvSpPr>
        <p:spPr>
          <a:xfrm>
            <a:off x="838199" y="3047791"/>
            <a:ext cx="50785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takes a small step in that direction (descent).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Repeat this over and over until the error is as small as possible.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68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E5F9-5708-4484-A8B0-A273B7AE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Mathematical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29C67F-94C7-4FE3-869E-46D3C5F80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Let: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: loss function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: parameter vector (weights and biases in a neural network)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/>
                  <a:t>: learning rate (step size)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1" dirty="0"/>
                  <a:t>Update Rule: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Repeat this step until the loss converges or a stopping condition is met.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29C67F-94C7-4FE3-869E-46D3C5F80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F0FAD-9DC3-4476-A1F8-A2E56FF3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300C7-2D8F-4FA1-B4BE-040870B6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49DC-C873-41E6-BDFF-79D9324D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49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66696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7B0E-901A-4C0F-AFCA-5F7659C0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9633" cy="681355"/>
          </a:xfrm>
        </p:spPr>
        <p:txBody>
          <a:bodyPr>
            <a:noAutofit/>
          </a:bodyPr>
          <a:lstStyle/>
          <a:p>
            <a:r>
              <a:rPr lang="en-US" sz="3800" dirty="0"/>
              <a:t>How Gradient Descent Works in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5B163D-A5B6-4CD4-B5E3-27AFCD904B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In a neural network, θ includes: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All weights W</a:t>
                </a:r>
                <a:r>
                  <a:rPr lang="en-US" baseline="30000" dirty="0"/>
                  <a:t>[l]</a:t>
                </a:r>
                <a:r>
                  <a:rPr lang="en-US" dirty="0"/>
                  <a:t> and biases b</a:t>
                </a:r>
                <a:r>
                  <a:rPr lang="en-US" baseline="30000" dirty="0"/>
                  <a:t>[l]</a:t>
                </a:r>
                <a:r>
                  <a:rPr lang="en-US" dirty="0"/>
                  <a:t> for each layer l.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At each iteration (epoch):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Do a </a:t>
                </a:r>
                <a:r>
                  <a:rPr lang="en-US" b="1" dirty="0"/>
                  <a:t>forward pass</a:t>
                </a:r>
                <a:r>
                  <a:rPr lang="en-US" dirty="0"/>
                  <a:t> to compute the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/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Compute the </a:t>
                </a:r>
                <a:r>
                  <a:rPr lang="en-US" b="1" dirty="0"/>
                  <a:t>loss</a:t>
                </a:r>
                <a:r>
                  <a:rPr lang="en-US" dirty="0"/>
                  <a:t> between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 and actual y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Do </a:t>
                </a:r>
                <a:r>
                  <a:rPr lang="en-US" b="1" dirty="0"/>
                  <a:t>backward pass</a:t>
                </a:r>
                <a:r>
                  <a:rPr lang="en-US" dirty="0"/>
                  <a:t> (backpropagation) to 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Update parameters using gradient descent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5B163D-A5B6-4CD4-B5E3-27AFCD904B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B77E1-D5DF-4790-A5FF-0D35F1A9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487FA-467F-4048-902C-0B4638F3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AC1D-08A5-41D6-A0F1-8634BE90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50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193422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2FEB6-A791-4845-AB51-87AF63D8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Variants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149F1-1463-4C75-878A-CCF6E5C48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key difference</a:t>
            </a:r>
            <a:r>
              <a:rPr lang="en-US" dirty="0"/>
              <a:t> in gradient descent variants lies in </a:t>
            </a:r>
            <a:r>
              <a:rPr lang="en-US" b="1" dirty="0"/>
              <a:t>how much data</a:t>
            </a:r>
            <a:r>
              <a:rPr lang="en-US" dirty="0"/>
              <a:t> is used to compute the gradient at each step.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fr-FR" dirty="0"/>
              <a:t>Batch Gradient </a:t>
            </a:r>
            <a:r>
              <a:rPr lang="fr-FR" dirty="0" err="1"/>
              <a:t>Descent</a:t>
            </a:r>
            <a:r>
              <a:rPr lang="fr-FR" dirty="0"/>
              <a:t> (</a:t>
            </a:r>
            <a:r>
              <a:rPr lang="fr-FR" dirty="0" err="1"/>
              <a:t>Vanilla</a:t>
            </a:r>
            <a:r>
              <a:rPr lang="fr-FR" dirty="0"/>
              <a:t> Gradient </a:t>
            </a:r>
            <a:r>
              <a:rPr lang="fr-FR" dirty="0" err="1"/>
              <a:t>Descent</a:t>
            </a:r>
            <a:r>
              <a:rPr lang="fr-FR" dirty="0"/>
              <a:t>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Stochastic Gradient Descent (SGD)</a:t>
            </a:r>
            <a:endParaRPr lang="fr-F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Mini-Batch Gradient Descent (Most Common in Practice)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086B1-DFA1-4D37-9452-5962A841B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5099-4402-424F-9E27-3700ED61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B84E-D31D-4839-9E7F-8D1E598C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51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66061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5966-6CA0-4BAF-A4FC-A3E4D7A6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1. Batch Gradient </a:t>
            </a:r>
            <a:r>
              <a:rPr lang="fr-FR" dirty="0" err="1"/>
              <a:t>Descent</a:t>
            </a:r>
            <a:r>
              <a:rPr lang="fr-FR" dirty="0"/>
              <a:t> (</a:t>
            </a:r>
            <a:r>
              <a:rPr lang="fr-FR" dirty="0" err="1"/>
              <a:t>Vanilla</a:t>
            </a:r>
            <a:r>
              <a:rPr lang="fr-FR" dirty="0"/>
              <a:t> GD)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59158D-490F-4207-9ED4-D4E67F6FE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9041"/>
                <a:ext cx="10515600" cy="2957846"/>
              </a:xfrm>
            </p:spPr>
            <p:txBody>
              <a:bodyPr/>
              <a:lstStyle/>
              <a:p>
                <a:r>
                  <a:rPr lang="en-US" sz="2400" dirty="0"/>
                  <a:t>Uses </a:t>
                </a:r>
                <a:r>
                  <a:rPr lang="en-US" sz="2400" b="1" dirty="0"/>
                  <a:t>all training samples</a:t>
                </a:r>
                <a:r>
                  <a:rPr lang="en-US" sz="2400" dirty="0"/>
                  <a:t> to compute the gradient</a:t>
                </a:r>
              </a:p>
              <a:p>
                <a:r>
                  <a:rPr lang="en-US" sz="2400" dirty="0"/>
                  <a:t>Very </a:t>
                </a:r>
                <a:r>
                  <a:rPr lang="en-US" sz="2400" b="1" dirty="0"/>
                  <a:t>accurate gradient</a:t>
                </a:r>
                <a:r>
                  <a:rPr lang="en-US" sz="2400" dirty="0"/>
                  <a:t>, but </a:t>
                </a:r>
                <a:r>
                  <a:rPr lang="en-US" sz="2400" b="1" dirty="0"/>
                  <a:t>computationally expensive</a:t>
                </a:r>
                <a:r>
                  <a:rPr lang="en-US" sz="2400" dirty="0"/>
                  <a:t> for large datasets</a:t>
                </a:r>
              </a:p>
              <a:p>
                <a:r>
                  <a:rPr lang="en-US" sz="2400" dirty="0"/>
                  <a:t>Update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lvl="1"/>
                <a:r>
                  <a:rPr lang="en-US" sz="2000" dirty="0"/>
                  <a:t>m: number of training samples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59158D-490F-4207-9ED4-D4E67F6FE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9041"/>
                <a:ext cx="10515600" cy="2957846"/>
              </a:xfrm>
              <a:blipFill>
                <a:blip r:embed="rId2"/>
                <a:stretch>
                  <a:fillRect l="-812" t="-2675" b="-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7D66F-1758-4FDA-AEE1-3852FB8B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DFE91-7066-4CC4-8592-17D259BB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516D0-183A-4B63-A587-50E363B1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52</a:t>
            </a:fld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D6601-0486-4684-9BDD-EA99B5389A09}"/>
              </a:ext>
            </a:extLst>
          </p:cNvPr>
          <p:cNvSpPr txBox="1"/>
          <p:nvPr/>
        </p:nvSpPr>
        <p:spPr>
          <a:xfrm>
            <a:off x="838200" y="4583575"/>
            <a:ext cx="4347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Stable convergence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Fewer oscillations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94622-470D-432E-B843-663AB52DA2E4}"/>
              </a:ext>
            </a:extLst>
          </p:cNvPr>
          <p:cNvSpPr txBox="1"/>
          <p:nvPr/>
        </p:nvSpPr>
        <p:spPr>
          <a:xfrm>
            <a:off x="6436971" y="4583575"/>
            <a:ext cx="4347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Slow for large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Memory intensive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801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4F35-438E-4B6E-B32D-17055DD0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Stochastic Gradient Descent (SGD)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39FF08-DBD5-45A3-A883-AB2F3122E7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Uses </a:t>
                </a:r>
                <a:r>
                  <a:rPr lang="en-US" b="1" dirty="0"/>
                  <a:t>one training example</a:t>
                </a:r>
                <a:r>
                  <a:rPr lang="en-US" dirty="0"/>
                  <a:t> per update</a:t>
                </a:r>
              </a:p>
              <a:p>
                <a:r>
                  <a:rPr lang="en-US" dirty="0"/>
                  <a:t>Fast, but </a:t>
                </a:r>
                <a:r>
                  <a:rPr lang="en-US" b="1" dirty="0"/>
                  <a:t>noisy estimates of the gradient</a:t>
                </a:r>
              </a:p>
              <a:p>
                <a:r>
                  <a:rPr lang="en-US" dirty="0"/>
                  <a:t>Update rule: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39FF08-DBD5-45A3-A883-AB2F3122E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8BAFB-DFF8-4BC9-90C8-6E8E9B204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23C3-77B7-4D43-ADB8-81CC5386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3AF05-3C39-4C40-96ED-1F322AA7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53</a:t>
            </a:fld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2AE7E-543D-4219-992D-F812BCCE5A3C}"/>
              </a:ext>
            </a:extLst>
          </p:cNvPr>
          <p:cNvSpPr txBox="1"/>
          <p:nvPr/>
        </p:nvSpPr>
        <p:spPr>
          <a:xfrm>
            <a:off x="838200" y="3912167"/>
            <a:ext cx="4347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Very 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escape local minima due to noise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34C01-455F-4AD5-A63D-F1A00F75D61A}"/>
              </a:ext>
            </a:extLst>
          </p:cNvPr>
          <p:cNvSpPr txBox="1"/>
          <p:nvPr/>
        </p:nvSpPr>
        <p:spPr>
          <a:xfrm>
            <a:off x="6436971" y="3912167"/>
            <a:ext cx="4347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variance in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May not converge smoothly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7596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2541-BD76-41B0-895B-45FA78A1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Mini-Batch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34DFBB-D9CE-435B-9D6E-2EE7F07E9F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9040"/>
                <a:ext cx="10515600" cy="3281937"/>
              </a:xfrm>
            </p:spPr>
            <p:txBody>
              <a:bodyPr/>
              <a:lstStyle/>
              <a:p>
                <a:r>
                  <a:rPr lang="en-US" dirty="0"/>
                  <a:t>Uses a </a:t>
                </a:r>
                <a:r>
                  <a:rPr lang="en-US" b="1" dirty="0"/>
                  <a:t>small batch</a:t>
                </a:r>
                <a:r>
                  <a:rPr lang="en-US" dirty="0"/>
                  <a:t> (e.g., 32, 64, 128 samples) to compute each gradient</a:t>
                </a:r>
              </a:p>
              <a:p>
                <a:r>
                  <a:rPr lang="en-US" dirty="0"/>
                  <a:t>Balance between speed and stability</a:t>
                </a:r>
              </a:p>
              <a:p>
                <a:r>
                  <a:rPr lang="en-US" dirty="0"/>
                  <a:t>Update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k</a:t>
                </a:r>
                <a:r>
                  <a:rPr lang="en-US" sz="2400" dirty="0"/>
                  <a:t>: mini-batch size (e.g., 32)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34DFBB-D9CE-435B-9D6E-2EE7F07E9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9040"/>
                <a:ext cx="10515600" cy="3281937"/>
              </a:xfrm>
              <a:blipFill>
                <a:blip r:embed="rId2"/>
                <a:stretch>
                  <a:fillRect l="-1043" t="-3154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F80D-81BF-45C7-9504-54DD59661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E72FB-8261-446F-AF14-7622F1F9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4F22C-BB98-48B7-B4E1-C04DF165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54</a:t>
            </a:fld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07818-1445-4267-B05D-659BE9067617}"/>
              </a:ext>
            </a:extLst>
          </p:cNvPr>
          <p:cNvSpPr txBox="1"/>
          <p:nvPr/>
        </p:nvSpPr>
        <p:spPr>
          <a:xfrm>
            <a:off x="838200" y="4583575"/>
            <a:ext cx="4347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 and efficient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Parallelizable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Smooth convergence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18CFDA-BA56-4227-B840-A241E7F1C0F9}"/>
              </a:ext>
            </a:extLst>
          </p:cNvPr>
          <p:cNvSpPr txBox="1"/>
          <p:nvPr/>
        </p:nvSpPr>
        <p:spPr>
          <a:xfrm>
            <a:off x="6436971" y="4583575"/>
            <a:ext cx="4347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Still a bit noisy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Needs tuning of batch size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257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123B-91F9-4EFD-BA4A-6D7C706A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the Learning Rate (η)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5B2B-C1DB-4444-AD4F-9B676B21C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hyperparameter.</a:t>
            </a:r>
          </a:p>
          <a:p>
            <a:r>
              <a:rPr lang="en-US" dirty="0"/>
              <a:t>Too </a:t>
            </a:r>
            <a:r>
              <a:rPr lang="en-US" b="1" dirty="0"/>
              <a:t>small</a:t>
            </a:r>
            <a:r>
              <a:rPr lang="en-US" dirty="0"/>
              <a:t>: Convergence is slow</a:t>
            </a:r>
          </a:p>
          <a:p>
            <a:r>
              <a:rPr lang="en-US" dirty="0"/>
              <a:t>Too </a:t>
            </a:r>
            <a:r>
              <a:rPr lang="en-US" b="1" dirty="0"/>
              <a:t>large</a:t>
            </a:r>
            <a:r>
              <a:rPr lang="en-US" dirty="0"/>
              <a:t>: May overshoot or diverge</a:t>
            </a:r>
          </a:p>
          <a:p>
            <a:r>
              <a:rPr lang="en-US" dirty="0"/>
              <a:t>Use </a:t>
            </a:r>
            <a:r>
              <a:rPr lang="en-US" b="1" dirty="0"/>
              <a:t>learning rate schedulers</a:t>
            </a:r>
            <a:r>
              <a:rPr lang="en-US" dirty="0"/>
              <a:t> to adjust over 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3387B-21AF-46FA-BF05-2D1503E54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320D-6F57-439D-87E4-761AD7DC1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EB810-4B9E-463B-818B-9BD7E5E7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55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7314446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C429-7AD7-4C2F-9B04-A7FD30F7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Optimizers (Beyond Basic GD)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7C1C9-EFA5-4826-BC6B-A632EF039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While not strictly "variations" of gradient descent, these are </a:t>
            </a:r>
            <a:r>
              <a:rPr lang="en-US" b="1" dirty="0"/>
              <a:t>improvements based on GD</a:t>
            </a:r>
            <a:r>
              <a:rPr lang="en-US" dirty="0"/>
              <a:t>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4B17-055B-403E-8928-26694D13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BD4E-2973-40A9-98A4-3B7D2F70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E42B4-0FF8-48E9-9010-46C7CF72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56</a:t>
            </a:fld>
            <a:endParaRPr lang="x-none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E48D84E-6A86-401D-AF5A-6BA7FD58A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227733"/>
              </p:ext>
            </p:extLst>
          </p:nvPr>
        </p:nvGraphicFramePr>
        <p:xfrm>
          <a:off x="838200" y="2438400"/>
          <a:ext cx="10515600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127339">
                  <a:extLst>
                    <a:ext uri="{9D8B030D-6E8A-4147-A177-3AD203B41FA5}">
                      <a16:colId xmlns:a16="http://schemas.microsoft.com/office/drawing/2014/main" val="2021278522"/>
                    </a:ext>
                  </a:extLst>
                </a:gridCol>
                <a:gridCol w="6388261">
                  <a:extLst>
                    <a:ext uri="{9D8B030D-6E8A-4147-A177-3AD203B41FA5}">
                      <a16:colId xmlns:a16="http://schemas.microsoft.com/office/drawing/2014/main" val="1425866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08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Accelerates GD by adding velocity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302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RMSProp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Adapts learning rate per parameter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30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Combines momentum and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RMSProp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682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Adagrad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Increases learning rate for infrequent 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974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7066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EC48-46E4-4F88-98E8-8CD7DD37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Additional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352BB-6B23-45D8-BE38-515A242F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b="1" dirty="0"/>
              <a:t>Epoch vs Iteration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Epoch</a:t>
            </a:r>
            <a:r>
              <a:rPr lang="en-US" dirty="0"/>
              <a:t> = 1 pass through full dataset</a:t>
            </a:r>
          </a:p>
          <a:p>
            <a:pPr lvl="1"/>
            <a:r>
              <a:rPr lang="en-US" b="1" dirty="0"/>
              <a:t>Iteration</a:t>
            </a:r>
            <a:r>
              <a:rPr lang="en-US" dirty="0"/>
              <a:t> = 1 update step (i.e., per batch or mini-batch)</a:t>
            </a:r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b="1" dirty="0"/>
              <a:t>Loss Landscape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shape of the cost function affects how gradients behave</a:t>
            </a:r>
          </a:p>
          <a:p>
            <a:pPr lvl="1"/>
            <a:r>
              <a:rPr lang="en-US" dirty="0"/>
              <a:t>Flat areas → slow learning; steep areas → possible instability</a:t>
            </a: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b="1" dirty="0"/>
              <a:t>Convergence Criteria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Early stopping (based on validation loss)</a:t>
            </a:r>
          </a:p>
          <a:p>
            <a:pPr lvl="1"/>
            <a:r>
              <a:rPr lang="en-US" dirty="0"/>
              <a:t>Max number of epochs</a:t>
            </a:r>
          </a:p>
          <a:p>
            <a:pPr lvl="1"/>
            <a:r>
              <a:rPr lang="en-US" dirty="0"/>
              <a:t>Gradient norm approaching zero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5EEFF-96F9-40B9-95AC-A6E2A65E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9790D-32A5-472C-8726-9166EAFC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EBC95-EF4A-4333-81A6-8C162231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57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7319122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EF5B-BB69-437D-8B96-27C771E9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E493F9-5B08-46C8-BB1B-038001E35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183621"/>
              </p:ext>
            </p:extLst>
          </p:nvPr>
        </p:nvGraphicFramePr>
        <p:xfrm>
          <a:off x="838200" y="2116848"/>
          <a:ext cx="10515600" cy="158496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1229234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49342092"/>
                    </a:ext>
                  </a:extLst>
                </a:gridCol>
                <a:gridCol w="1807773">
                  <a:extLst>
                    <a:ext uri="{9D8B030D-6E8A-4147-A177-3AD203B41FA5}">
                      <a16:colId xmlns:a16="http://schemas.microsoft.com/office/drawing/2014/main" val="3659937994"/>
                    </a:ext>
                  </a:extLst>
                </a:gridCol>
                <a:gridCol w="1909822">
                  <a:extLst>
                    <a:ext uri="{9D8B030D-6E8A-4147-A177-3AD203B41FA5}">
                      <a16:colId xmlns:a16="http://schemas.microsoft.com/office/drawing/2014/main" val="133008470"/>
                    </a:ext>
                  </a:extLst>
                </a:gridCol>
                <a:gridCol w="2591765">
                  <a:extLst>
                    <a:ext uri="{9D8B030D-6E8A-4147-A177-3AD203B41FA5}">
                      <a16:colId xmlns:a16="http://schemas.microsoft.com/office/drawing/2014/main" val="3701207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30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GD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49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Stochastic GD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696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Mini-batch GD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 batch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learning (✅)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81787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6FDC5-62A4-4171-9E40-0EF556CF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B233-F088-4EFE-8191-1AEEA06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BFFA-3FBC-4FE2-B52D-85F1C9B8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58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91926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BCD3-A185-49F3-B4D3-E309C3C7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Backpropagation: A complete guide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13AB3-BCD4-4D20-9980-5DA3D67D9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D8618-BEA5-4B29-990E-B61FFDB5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59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F376-1D1F-4C33-9C53-F07B623C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1051003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7BF6-9487-592B-5E11-5F44FAF8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The “What”? -  Understanding backpropagation</a:t>
            </a:r>
            <a:endParaRPr lang="x-none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DA7DD-B184-EAB4-A7B5-875B34C2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161616"/>
                </a:solidFill>
                <a:effectLst/>
              </a:rPr>
              <a:t>Short for “backward propagation of error”.</a:t>
            </a:r>
          </a:p>
          <a:p>
            <a:r>
              <a:rPr lang="en-US" sz="2400" dirty="0">
                <a:solidFill>
                  <a:srgbClr val="161616"/>
                </a:solidFill>
              </a:rPr>
              <a:t>T</a:t>
            </a:r>
            <a:r>
              <a:rPr lang="en-US" sz="2400" b="0" i="0" dirty="0">
                <a:solidFill>
                  <a:srgbClr val="161616"/>
                </a:solidFill>
                <a:effectLst/>
              </a:rPr>
              <a:t>he derivation of the backpropagation algorithm as used and understood in a modern machine learning context was first published </a:t>
            </a:r>
            <a:r>
              <a:rPr lang="en-US" sz="2400" dirty="0">
                <a:solidFill>
                  <a:srgbClr val="161616"/>
                </a:solidFill>
              </a:rPr>
              <a:t>by </a:t>
            </a:r>
            <a:r>
              <a:rPr lang="en-US" sz="2400" b="0" i="0" dirty="0">
                <a:solidFill>
                  <a:srgbClr val="161616"/>
                </a:solidFill>
                <a:effectLst/>
              </a:rPr>
              <a:t>David E. </a:t>
            </a:r>
            <a:r>
              <a:rPr lang="en-US" sz="2400" b="0" i="0" dirty="0" err="1">
                <a:solidFill>
                  <a:srgbClr val="161616"/>
                </a:solidFill>
                <a:effectLst/>
              </a:rPr>
              <a:t>Rumelhart</a:t>
            </a:r>
            <a:r>
              <a:rPr lang="en-US" sz="2400" b="0" i="0" dirty="0">
                <a:solidFill>
                  <a:srgbClr val="161616"/>
                </a:solidFill>
                <a:effectLst/>
              </a:rPr>
              <a:t>, Geoffrey Hinton and Ronald J. Williams in their 1986 paper, “Learning representations by back-propagating errors”.[2]</a:t>
            </a:r>
          </a:p>
          <a:p>
            <a:r>
              <a:rPr lang="en-US" sz="2400" b="0" i="0" dirty="0">
                <a:effectLst/>
              </a:rPr>
              <a:t>Backpropagation is a </a:t>
            </a:r>
            <a:r>
              <a:rPr lang="en-US" sz="2400" b="0" i="0" u="none" strike="noStrike" dirty="0">
                <a:effectLst/>
              </a:rPr>
              <a:t>machine learning</a:t>
            </a:r>
            <a:r>
              <a:rPr lang="en-US" sz="2400" b="0" i="0" dirty="0">
                <a:effectLst/>
              </a:rPr>
              <a:t> technique essential to the optimization of </a:t>
            </a:r>
            <a:r>
              <a:rPr lang="en-US" sz="2400" b="0" i="0" u="none" strike="noStrike" dirty="0">
                <a:effectLst/>
              </a:rPr>
              <a:t>artificial neural networks</a:t>
            </a:r>
            <a:r>
              <a:rPr lang="en-US" sz="2400" b="0" i="0" dirty="0">
                <a:effectLst/>
              </a:rPr>
              <a:t>. It facilitates the use of </a:t>
            </a:r>
            <a:r>
              <a:rPr lang="en-US" sz="2400" b="0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gradient descent</a:t>
            </a:r>
            <a:r>
              <a:rPr lang="en-US" sz="2400" b="0" i="0" dirty="0">
                <a:effectLst/>
              </a:rPr>
              <a:t> algorithms to update network weights, which is how the </a:t>
            </a:r>
            <a:r>
              <a:rPr lang="en-US" sz="2400" b="0" i="0" u="none" strike="noStrike" dirty="0">
                <a:effectLst/>
              </a:rPr>
              <a:t>deep learning</a:t>
            </a:r>
            <a:r>
              <a:rPr lang="en-US" sz="2400" b="0" i="0" dirty="0">
                <a:effectLst/>
              </a:rPr>
              <a:t> models driving modern </a:t>
            </a:r>
            <a:r>
              <a:rPr lang="en-US" sz="2400" b="0" i="0" u="none" strike="noStrike" dirty="0">
                <a:effectLst/>
              </a:rPr>
              <a:t>artificial intelligence (AI)</a:t>
            </a:r>
            <a:r>
              <a:rPr lang="en-US" sz="2400" b="0" i="0" dirty="0">
                <a:effectLst/>
              </a:rPr>
              <a:t> “learn.” [3]</a:t>
            </a:r>
          </a:p>
          <a:p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Prerequisites for Understanding Backpropagation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Gradient Descent: An optimization algorithm</a:t>
            </a:r>
            <a:endParaRPr lang="en-US" sz="2000" b="0" i="0" dirty="0">
              <a:solidFill>
                <a:srgbClr val="222222"/>
              </a:solidFill>
              <a:effectLst/>
            </a:endParaRPr>
          </a:p>
          <a:p>
            <a:pPr lvl="1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Forward Propagation: A technique for neural network predictions</a:t>
            </a:r>
            <a:endParaRPr lang="en-US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x-none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32CDB-91F5-1A7C-44FB-5FF75686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5C406-3943-9EA4-1E42-5DB6BC60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92F65-4925-B43C-D057-F61923FF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60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0914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B32A-B874-2DFD-7E7F-A9CBCFB1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5162" cy="681355"/>
          </a:xfrm>
        </p:spPr>
        <p:txBody>
          <a:bodyPr>
            <a:noAutofit/>
          </a:bodyPr>
          <a:lstStyle/>
          <a:p>
            <a:r>
              <a:rPr lang="en-US" sz="3800" dirty="0"/>
              <a:t>Purpose of Backpropagation Algorithm</a:t>
            </a:r>
            <a:endParaRPr lang="x-none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D602F-2F6F-70FF-461A-F7B0D4E2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4DDFD-C8C1-4A72-90E9-627E6FAA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8ABE-D918-4BDD-A5DF-D1A96391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61</a:t>
            </a:fld>
            <a:endParaRPr lang="x-none" dirty="0"/>
          </a:p>
        </p:txBody>
      </p:sp>
      <p:graphicFrame>
        <p:nvGraphicFramePr>
          <p:cNvPr id="7" name="Table 39">
            <a:extLst>
              <a:ext uri="{FF2B5EF4-FFF2-40B4-BE49-F238E27FC236}">
                <a16:creationId xmlns:a16="http://schemas.microsoft.com/office/drawing/2014/main" id="{5253ECF9-4749-4E6B-AF4D-52618CFBB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580642"/>
              </p:ext>
            </p:extLst>
          </p:nvPr>
        </p:nvGraphicFramePr>
        <p:xfrm>
          <a:off x="757760" y="2149315"/>
          <a:ext cx="4341093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031">
                  <a:extLst>
                    <a:ext uri="{9D8B030D-6E8A-4147-A177-3AD203B41FA5}">
                      <a16:colId xmlns:a16="http://schemas.microsoft.com/office/drawing/2014/main" val="1208420072"/>
                    </a:ext>
                  </a:extLst>
                </a:gridCol>
                <a:gridCol w="962521">
                  <a:extLst>
                    <a:ext uri="{9D8B030D-6E8A-4147-A177-3AD203B41FA5}">
                      <a16:colId xmlns:a16="http://schemas.microsoft.com/office/drawing/2014/main" val="3124022004"/>
                    </a:ext>
                  </a:extLst>
                </a:gridCol>
                <a:gridCol w="1931541">
                  <a:extLst>
                    <a:ext uri="{9D8B030D-6E8A-4147-A177-3AD203B41FA5}">
                      <a16:colId xmlns:a16="http://schemas.microsoft.com/office/drawing/2014/main" val="2097223519"/>
                    </a:ext>
                  </a:extLst>
                </a:gridCol>
              </a:tblGrid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Package (Lakh)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1920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2086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13486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40200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455241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475DE78-AF16-40E4-BF31-027C3E0448DB}"/>
              </a:ext>
            </a:extLst>
          </p:cNvPr>
          <p:cNvSpPr txBox="1"/>
          <p:nvPr/>
        </p:nvSpPr>
        <p:spPr>
          <a:xfrm>
            <a:off x="754380" y="1200956"/>
            <a:ext cx="6470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 algorithm used to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Neural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Example: </a:t>
            </a:r>
            <a:endParaRPr lang="en-US" sz="24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994386D-2562-4A4A-837E-5913D4BD0ED6}"/>
              </a:ext>
            </a:extLst>
          </p:cNvPr>
          <p:cNvGrpSpPr/>
          <p:nvPr/>
        </p:nvGrpSpPr>
        <p:grpSpPr>
          <a:xfrm>
            <a:off x="6290781" y="2186429"/>
            <a:ext cx="3949666" cy="1573584"/>
            <a:chOff x="337709" y="4168145"/>
            <a:chExt cx="3949666" cy="157358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D296BCC-C9A5-4302-B5DE-CBF91E5ABFBE}"/>
                </a:ext>
              </a:extLst>
            </p:cNvPr>
            <p:cNvGrpSpPr/>
            <p:nvPr/>
          </p:nvGrpSpPr>
          <p:grpSpPr>
            <a:xfrm>
              <a:off x="337709" y="4289807"/>
              <a:ext cx="3949666" cy="1370372"/>
              <a:chOff x="225403" y="3376491"/>
              <a:chExt cx="3949666" cy="137037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EBC8C3-5E81-4A2A-A2C1-2BCDA19C1320}"/>
                  </a:ext>
                </a:extLst>
              </p:cNvPr>
              <p:cNvSpPr txBox="1"/>
              <p:nvPr/>
            </p:nvSpPr>
            <p:spPr>
              <a:xfrm>
                <a:off x="225403" y="3395335"/>
                <a:ext cx="750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2B3FFE-A960-4D8D-AD8D-6A356104FE93}"/>
                  </a:ext>
                </a:extLst>
              </p:cNvPr>
              <p:cNvSpPr txBox="1"/>
              <p:nvPr/>
            </p:nvSpPr>
            <p:spPr>
              <a:xfrm>
                <a:off x="465754" y="4320527"/>
                <a:ext cx="5868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IQ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DBE166D-E16E-4F36-BD91-059D9E47D06E}"/>
                  </a:ext>
                </a:extLst>
              </p:cNvPr>
              <p:cNvGrpSpPr/>
              <p:nvPr/>
            </p:nvGrpSpPr>
            <p:grpSpPr>
              <a:xfrm>
                <a:off x="992363" y="3376491"/>
                <a:ext cx="2726882" cy="1370372"/>
                <a:chOff x="992363" y="3869652"/>
                <a:chExt cx="2726882" cy="1370372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9727234-EE80-413C-A4E0-95FC42D031AD}"/>
                    </a:ext>
                  </a:extLst>
                </p:cNvPr>
                <p:cNvSpPr/>
                <p:nvPr/>
              </p:nvSpPr>
              <p:spPr>
                <a:xfrm>
                  <a:off x="1756724" y="386965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A58FB581-A9AB-4F0B-98EB-81C75EEB4F28}"/>
                    </a:ext>
                  </a:extLst>
                </p:cNvPr>
                <p:cNvSpPr/>
                <p:nvPr/>
              </p:nvSpPr>
              <p:spPr>
                <a:xfrm>
                  <a:off x="1763742" y="4782824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7676492-CEBC-4703-A1C5-7C14CDA4742F}"/>
                    </a:ext>
                  </a:extLst>
                </p:cNvPr>
                <p:cNvSpPr/>
                <p:nvPr/>
              </p:nvSpPr>
              <p:spPr>
                <a:xfrm>
                  <a:off x="2960559" y="437902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829C6A9-0D3B-418D-9E84-123510BD68A2}"/>
                    </a:ext>
                  </a:extLst>
                </p:cNvPr>
                <p:cNvSpPr/>
                <p:nvPr/>
              </p:nvSpPr>
              <p:spPr>
                <a:xfrm>
                  <a:off x="992363" y="407539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289CA1F0-558A-4FC9-BBED-823F68DFD2B6}"/>
                    </a:ext>
                  </a:extLst>
                </p:cNvPr>
                <p:cNvSpPr/>
                <p:nvPr/>
              </p:nvSpPr>
              <p:spPr>
                <a:xfrm>
                  <a:off x="1015222" y="501142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BD816C1-1086-4247-B3C0-08CF98147AEC}"/>
                    </a:ext>
                  </a:extLst>
                </p:cNvPr>
                <p:cNvCxnSpPr>
                  <a:stCxn id="13" idx="6"/>
                  <a:endCxn id="8" idx="2"/>
                </p:cNvCxnSpPr>
                <p:nvPr/>
              </p:nvCxnSpPr>
              <p:spPr>
                <a:xfrm flipV="1">
                  <a:off x="1038082" y="4098252"/>
                  <a:ext cx="71864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EAB462B-5807-4430-A824-33B5847D5109}"/>
                    </a:ext>
                  </a:extLst>
                </p:cNvPr>
                <p:cNvCxnSpPr>
                  <a:stCxn id="13" idx="7"/>
                  <a:endCxn id="9" idx="2"/>
                </p:cNvCxnSpPr>
                <p:nvPr/>
              </p:nvCxnSpPr>
              <p:spPr>
                <a:xfrm>
                  <a:off x="1031387" y="4082088"/>
                  <a:ext cx="732355" cy="92933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E69E3F30-18B6-4832-BF83-95E53A87CD11}"/>
                    </a:ext>
                  </a:extLst>
                </p:cNvPr>
                <p:cNvCxnSpPr>
                  <a:stCxn id="15" idx="0"/>
                  <a:endCxn id="8" idx="2"/>
                </p:cNvCxnSpPr>
                <p:nvPr/>
              </p:nvCxnSpPr>
              <p:spPr>
                <a:xfrm flipV="1">
                  <a:off x="1038082" y="4098252"/>
                  <a:ext cx="718642" cy="91317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F64F64A-A260-40BA-8D52-797E977CEFBE}"/>
                    </a:ext>
                  </a:extLst>
                </p:cNvPr>
                <p:cNvCxnSpPr>
                  <a:stCxn id="15" idx="0"/>
                  <a:endCxn id="9" idx="2"/>
                </p:cNvCxnSpPr>
                <p:nvPr/>
              </p:nvCxnSpPr>
              <p:spPr>
                <a:xfrm>
                  <a:off x="1038082" y="5011424"/>
                  <a:ext cx="72566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20A37F8E-AAA9-4327-A4DF-EEB6B892F69D}"/>
                    </a:ext>
                  </a:extLst>
                </p:cNvPr>
                <p:cNvCxnSpPr>
                  <a:stCxn id="8" idx="6"/>
                  <a:endCxn id="10" idx="2"/>
                </p:cNvCxnSpPr>
                <p:nvPr/>
              </p:nvCxnSpPr>
              <p:spPr>
                <a:xfrm>
                  <a:off x="2213924" y="4098252"/>
                  <a:ext cx="746635" cy="50937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49D70790-55B9-4728-9924-0FC07A5EFEA0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2220942" y="4607622"/>
                  <a:ext cx="739617" cy="4038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214CD2F-DA10-462D-BCC8-738E73FE1083}"/>
                    </a:ext>
                  </a:extLst>
                </p:cNvPr>
                <p:cNvCxnSpPr>
                  <a:stCxn id="10" idx="6"/>
                </p:cNvCxnSpPr>
                <p:nvPr/>
              </p:nvCxnSpPr>
              <p:spPr>
                <a:xfrm>
                  <a:off x="3417759" y="4607622"/>
                  <a:ext cx="30148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0D39F7F-2E71-469E-BEAD-71F46E165558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Ink Free" panose="03080402000500000000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0D39F7F-2E71-469E-BEAD-71F46E1655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8197" r="-16000" b="-327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3785DB-E918-406D-B87B-69FC99C91662}"/>
                    </a:ext>
                  </a:extLst>
                </p:cNvPr>
                <p:cNvSpPr txBox="1"/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3785DB-E918-406D-B87B-69FC99C91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4031AD8-E1CA-408D-AF51-2A55011F192E}"/>
                    </a:ext>
                  </a:extLst>
                </p:cNvPr>
                <p:cNvSpPr txBox="1"/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4031AD8-E1CA-408D-AF51-2A55011F1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53EB915-6166-499C-9D82-F20319E7D568}"/>
                </a:ext>
              </a:extLst>
            </p:cNvPr>
            <p:cNvSpPr txBox="1"/>
            <p:nvPr/>
          </p:nvSpPr>
          <p:spPr>
            <a:xfrm>
              <a:off x="1854418" y="427614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842300F-4C43-42CD-81E1-888DDA850CE3}"/>
                    </a:ext>
                  </a:extLst>
                </p:cNvPr>
                <p:cNvSpPr txBox="1"/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842300F-4C43-42CD-81E1-888DDA850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6E5AD7E-D50D-47A0-8CA7-32417709A8D3}"/>
                    </a:ext>
                  </a:extLst>
                </p:cNvPr>
                <p:cNvSpPr txBox="1"/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6E5AD7E-D50D-47A0-8CA7-32417709A8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FA844DC-DB62-45AC-B0D1-2FDBD43CBC4C}"/>
                </a:ext>
              </a:extLst>
            </p:cNvPr>
            <p:cNvSpPr txBox="1"/>
            <p:nvPr/>
          </p:nvSpPr>
          <p:spPr>
            <a:xfrm>
              <a:off x="1863461" y="522386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EDF485D-5A0B-43F6-A533-A01122A9C556}"/>
                    </a:ext>
                  </a:extLst>
                </p:cNvPr>
                <p:cNvSpPr txBox="1"/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EDF485D-5A0B-43F6-A533-A01122A9C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1C9C85-CA85-495C-AF85-295CE5795E9A}"/>
                    </a:ext>
                  </a:extLst>
                </p:cNvPr>
                <p:cNvSpPr txBox="1"/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1C9C85-CA85-495C-AF85-295CE5795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2707EAA-1757-4B82-912E-CA6D279E0C7C}"/>
                </a:ext>
              </a:extLst>
            </p:cNvPr>
            <p:cNvSpPr txBox="1"/>
            <p:nvPr/>
          </p:nvSpPr>
          <p:spPr>
            <a:xfrm>
              <a:off x="3064641" y="480954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21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22CC7D5-C295-42E8-BC04-B4BE6E6456F2}"/>
              </a:ext>
            </a:extLst>
          </p:cNvPr>
          <p:cNvSpPr txBox="1"/>
          <p:nvPr/>
        </p:nvSpPr>
        <p:spPr>
          <a:xfrm>
            <a:off x="754380" y="4500372"/>
            <a:ext cx="10269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 find the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optimum values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weights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biases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for a given dataset, enabling the neural network to make the best predictions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441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B32A-B874-2DFD-7E7F-A9CBCFB1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5162" cy="681355"/>
          </a:xfrm>
        </p:spPr>
        <p:txBody>
          <a:bodyPr>
            <a:noAutofit/>
          </a:bodyPr>
          <a:lstStyle/>
          <a:p>
            <a:r>
              <a:rPr lang="en-US" sz="3800" dirty="0"/>
              <a:t>The Backpropagation Algorithm: A Series of Steps</a:t>
            </a:r>
            <a:endParaRPr lang="x-none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B6D25-0290-5113-A805-3F2715036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02529" y="1193822"/>
                <a:ext cx="6311411" cy="509061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0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Step 0: Initialize Weights and Biases</a:t>
                </a:r>
              </a:p>
              <a:p>
                <a:pPr lvl="1"/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Methods: Random values, or specific values like weights = 1 and biases = 0.</a:t>
                </a:r>
              </a:p>
              <a:p>
                <a:r>
                  <a:rPr lang="en-US" sz="20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Step 1: Select a Data Point</a:t>
                </a:r>
              </a:p>
              <a:p>
                <a:pPr lvl="1"/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Choose one row of data from the dataset (e.g., a student's CGPA and IQ)</a:t>
                </a:r>
              </a:p>
              <a:p>
                <a:r>
                  <a:rPr lang="en-US" sz="20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Step 2: Forward Propagation to Get a Prediction,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Feed the selected data point into the neural network.</a:t>
                </a:r>
              </a:p>
              <a:p>
                <a:pPr lvl="1"/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Calculate the output (prediction) using the current weights and biases</a:t>
                </a:r>
              </a:p>
              <a:p>
                <a:r>
                  <a:rPr lang="en-US" sz="20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Step 3: Calculate the Loss (Error)</a:t>
                </a:r>
              </a:p>
              <a:p>
                <a:pPr lvl="1"/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Use a suitable </a:t>
                </a:r>
                <a:r>
                  <a:rPr lang="en-US" sz="1600" b="1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Loss Function</a:t>
                </a:r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 (e.g., MSE for regression problems</a:t>
                </a:r>
              </a:p>
              <a:p>
                <a:r>
                  <a:rPr lang="en-US" sz="20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Step 4: Update Weights and Biases</a:t>
                </a:r>
              </a:p>
              <a:p>
                <a:pPr lvl="1"/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Adjust weights and biases to reduce the calculated loss</a:t>
                </a:r>
                <a:r>
                  <a:rPr lang="en-US" sz="1600" dirty="0">
                    <a:solidFill>
                      <a:srgbClr val="222222"/>
                    </a:solidFill>
                  </a:rPr>
                  <a:t>. </a:t>
                </a:r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This is where </a:t>
                </a:r>
                <a:r>
                  <a:rPr lang="en-US" sz="1600" b="1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Backpropagation</a:t>
                </a:r>
                <a:r>
                  <a:rPr lang="en-US" sz="16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 happens – propagating the error backward through the network</a:t>
                </a:r>
                <a:endParaRPr lang="x-none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B6D25-0290-5113-A805-3F2715036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2529" y="1193822"/>
                <a:ext cx="6311411" cy="5090610"/>
              </a:xfrm>
              <a:blipFill>
                <a:blip r:embed="rId2"/>
                <a:stretch>
                  <a:fillRect l="-870" t="-1198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D602F-2F6F-70FF-461A-F7B0D4E2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4DDFD-C8C1-4A72-90E9-627E6FAA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8ABE-D918-4BDD-A5DF-D1A96391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62</a:t>
            </a:fld>
            <a:endParaRPr lang="x-none" dirty="0"/>
          </a:p>
        </p:txBody>
      </p:sp>
      <p:graphicFrame>
        <p:nvGraphicFramePr>
          <p:cNvPr id="7" name="Table 39">
            <a:extLst>
              <a:ext uri="{FF2B5EF4-FFF2-40B4-BE49-F238E27FC236}">
                <a16:creationId xmlns:a16="http://schemas.microsoft.com/office/drawing/2014/main" id="{5253ECF9-4749-4E6B-AF4D-52618CFBB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69822"/>
              </p:ext>
            </p:extLst>
          </p:nvPr>
        </p:nvGraphicFramePr>
        <p:xfrm>
          <a:off x="757760" y="1265740"/>
          <a:ext cx="4341093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031">
                  <a:extLst>
                    <a:ext uri="{9D8B030D-6E8A-4147-A177-3AD203B41FA5}">
                      <a16:colId xmlns:a16="http://schemas.microsoft.com/office/drawing/2014/main" val="1208420072"/>
                    </a:ext>
                  </a:extLst>
                </a:gridCol>
                <a:gridCol w="962521">
                  <a:extLst>
                    <a:ext uri="{9D8B030D-6E8A-4147-A177-3AD203B41FA5}">
                      <a16:colId xmlns:a16="http://schemas.microsoft.com/office/drawing/2014/main" val="3124022004"/>
                    </a:ext>
                  </a:extLst>
                </a:gridCol>
                <a:gridCol w="1931541">
                  <a:extLst>
                    <a:ext uri="{9D8B030D-6E8A-4147-A177-3AD203B41FA5}">
                      <a16:colId xmlns:a16="http://schemas.microsoft.com/office/drawing/2014/main" val="2097223519"/>
                    </a:ext>
                  </a:extLst>
                </a:gridCol>
              </a:tblGrid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Package (Lakh)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1920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2086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13486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40200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455241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1E37B8CA-27DA-4DAB-93BB-C8D206170877}"/>
              </a:ext>
            </a:extLst>
          </p:cNvPr>
          <p:cNvGrpSpPr/>
          <p:nvPr/>
        </p:nvGrpSpPr>
        <p:grpSpPr>
          <a:xfrm>
            <a:off x="757760" y="3521498"/>
            <a:ext cx="3949666" cy="1573584"/>
            <a:chOff x="337709" y="4168145"/>
            <a:chExt cx="3949666" cy="157358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D296BCC-C9A5-4302-B5DE-CBF91E5ABFBE}"/>
                </a:ext>
              </a:extLst>
            </p:cNvPr>
            <p:cNvGrpSpPr/>
            <p:nvPr/>
          </p:nvGrpSpPr>
          <p:grpSpPr>
            <a:xfrm>
              <a:off x="337709" y="4289807"/>
              <a:ext cx="3949666" cy="1370372"/>
              <a:chOff x="225403" y="3376491"/>
              <a:chExt cx="3949666" cy="137037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EBC8C3-5E81-4A2A-A2C1-2BCDA19C1320}"/>
                  </a:ext>
                </a:extLst>
              </p:cNvPr>
              <p:cNvSpPr txBox="1"/>
              <p:nvPr/>
            </p:nvSpPr>
            <p:spPr>
              <a:xfrm>
                <a:off x="225403" y="3395335"/>
                <a:ext cx="750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2B3FFE-A960-4D8D-AD8D-6A356104FE93}"/>
                  </a:ext>
                </a:extLst>
              </p:cNvPr>
              <p:cNvSpPr txBox="1"/>
              <p:nvPr/>
            </p:nvSpPr>
            <p:spPr>
              <a:xfrm>
                <a:off x="465754" y="4320527"/>
                <a:ext cx="5868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IQ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DBE166D-E16E-4F36-BD91-059D9E47D06E}"/>
                  </a:ext>
                </a:extLst>
              </p:cNvPr>
              <p:cNvGrpSpPr/>
              <p:nvPr/>
            </p:nvGrpSpPr>
            <p:grpSpPr>
              <a:xfrm>
                <a:off x="992363" y="3376491"/>
                <a:ext cx="2726882" cy="1370372"/>
                <a:chOff x="992363" y="3869652"/>
                <a:chExt cx="2726882" cy="1370372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9727234-EE80-413C-A4E0-95FC42D031AD}"/>
                    </a:ext>
                  </a:extLst>
                </p:cNvPr>
                <p:cNvSpPr/>
                <p:nvPr/>
              </p:nvSpPr>
              <p:spPr>
                <a:xfrm>
                  <a:off x="1756724" y="386965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A58FB581-A9AB-4F0B-98EB-81C75EEB4F28}"/>
                    </a:ext>
                  </a:extLst>
                </p:cNvPr>
                <p:cNvSpPr/>
                <p:nvPr/>
              </p:nvSpPr>
              <p:spPr>
                <a:xfrm>
                  <a:off x="1763742" y="4782824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7676492-CEBC-4703-A1C5-7C14CDA4742F}"/>
                    </a:ext>
                  </a:extLst>
                </p:cNvPr>
                <p:cNvSpPr/>
                <p:nvPr/>
              </p:nvSpPr>
              <p:spPr>
                <a:xfrm>
                  <a:off x="2960559" y="437902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829C6A9-0D3B-418D-9E84-123510BD68A2}"/>
                    </a:ext>
                  </a:extLst>
                </p:cNvPr>
                <p:cNvSpPr/>
                <p:nvPr/>
              </p:nvSpPr>
              <p:spPr>
                <a:xfrm>
                  <a:off x="992363" y="407539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289CA1F0-558A-4FC9-BBED-823F68DFD2B6}"/>
                    </a:ext>
                  </a:extLst>
                </p:cNvPr>
                <p:cNvSpPr/>
                <p:nvPr/>
              </p:nvSpPr>
              <p:spPr>
                <a:xfrm>
                  <a:off x="1015222" y="501142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BD816C1-1086-4247-B3C0-08CF98147AEC}"/>
                    </a:ext>
                  </a:extLst>
                </p:cNvPr>
                <p:cNvCxnSpPr>
                  <a:stCxn id="13" idx="6"/>
                  <a:endCxn id="8" idx="2"/>
                </p:cNvCxnSpPr>
                <p:nvPr/>
              </p:nvCxnSpPr>
              <p:spPr>
                <a:xfrm flipV="1">
                  <a:off x="1038082" y="4098252"/>
                  <a:ext cx="71864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EAB462B-5807-4430-A824-33B5847D5109}"/>
                    </a:ext>
                  </a:extLst>
                </p:cNvPr>
                <p:cNvCxnSpPr>
                  <a:stCxn id="13" idx="7"/>
                  <a:endCxn id="9" idx="2"/>
                </p:cNvCxnSpPr>
                <p:nvPr/>
              </p:nvCxnSpPr>
              <p:spPr>
                <a:xfrm>
                  <a:off x="1031387" y="4082088"/>
                  <a:ext cx="732355" cy="92933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E69E3F30-18B6-4832-BF83-95E53A87CD11}"/>
                    </a:ext>
                  </a:extLst>
                </p:cNvPr>
                <p:cNvCxnSpPr>
                  <a:stCxn id="15" idx="0"/>
                  <a:endCxn id="8" idx="2"/>
                </p:cNvCxnSpPr>
                <p:nvPr/>
              </p:nvCxnSpPr>
              <p:spPr>
                <a:xfrm flipV="1">
                  <a:off x="1038082" y="4098252"/>
                  <a:ext cx="718642" cy="91317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F64F64A-A260-40BA-8D52-797E977CEFBE}"/>
                    </a:ext>
                  </a:extLst>
                </p:cNvPr>
                <p:cNvCxnSpPr>
                  <a:stCxn id="15" idx="0"/>
                  <a:endCxn id="9" idx="2"/>
                </p:cNvCxnSpPr>
                <p:nvPr/>
              </p:nvCxnSpPr>
              <p:spPr>
                <a:xfrm>
                  <a:off x="1038082" y="5011424"/>
                  <a:ext cx="72566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20A37F8E-AAA9-4327-A4DF-EEB6B892F69D}"/>
                    </a:ext>
                  </a:extLst>
                </p:cNvPr>
                <p:cNvCxnSpPr>
                  <a:stCxn id="8" idx="6"/>
                  <a:endCxn id="10" idx="2"/>
                </p:cNvCxnSpPr>
                <p:nvPr/>
              </p:nvCxnSpPr>
              <p:spPr>
                <a:xfrm>
                  <a:off x="2213924" y="4098252"/>
                  <a:ext cx="746635" cy="50937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49D70790-55B9-4728-9924-0FC07A5EFEA0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2220942" y="4607622"/>
                  <a:ext cx="739617" cy="4038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214CD2F-DA10-462D-BCC8-738E73FE1083}"/>
                    </a:ext>
                  </a:extLst>
                </p:cNvPr>
                <p:cNvCxnSpPr>
                  <a:stCxn id="10" idx="6"/>
                </p:cNvCxnSpPr>
                <p:nvPr/>
              </p:nvCxnSpPr>
              <p:spPr>
                <a:xfrm>
                  <a:off x="3417759" y="4607622"/>
                  <a:ext cx="30148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0D39F7F-2E71-469E-BEAD-71F46E165558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Ink Free" panose="03080402000500000000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0D39F7F-2E71-469E-BEAD-71F46E1655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r="-16000" b="-327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3785DB-E918-406D-B87B-69FC99C91662}"/>
                    </a:ext>
                  </a:extLst>
                </p:cNvPr>
                <p:cNvSpPr txBox="1"/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3785DB-E918-406D-B87B-69FC99C91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4031AD8-E1CA-408D-AF51-2A55011F192E}"/>
                    </a:ext>
                  </a:extLst>
                </p:cNvPr>
                <p:cNvSpPr txBox="1"/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4031AD8-E1CA-408D-AF51-2A55011F1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53EB915-6166-499C-9D82-F20319E7D568}"/>
                </a:ext>
              </a:extLst>
            </p:cNvPr>
            <p:cNvSpPr txBox="1"/>
            <p:nvPr/>
          </p:nvSpPr>
          <p:spPr>
            <a:xfrm>
              <a:off x="1854418" y="427614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842300F-4C43-42CD-81E1-888DDA850CE3}"/>
                    </a:ext>
                  </a:extLst>
                </p:cNvPr>
                <p:cNvSpPr txBox="1"/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842300F-4C43-42CD-81E1-888DDA850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6E5AD7E-D50D-47A0-8CA7-32417709A8D3}"/>
                    </a:ext>
                  </a:extLst>
                </p:cNvPr>
                <p:cNvSpPr txBox="1"/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6E5AD7E-D50D-47A0-8CA7-32417709A8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FA844DC-DB62-45AC-B0D1-2FDBD43CBC4C}"/>
                </a:ext>
              </a:extLst>
            </p:cNvPr>
            <p:cNvSpPr txBox="1"/>
            <p:nvPr/>
          </p:nvSpPr>
          <p:spPr>
            <a:xfrm>
              <a:off x="1863461" y="522386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EDF485D-5A0B-43F6-A533-A01122A9C556}"/>
                    </a:ext>
                  </a:extLst>
                </p:cNvPr>
                <p:cNvSpPr txBox="1"/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EDF485D-5A0B-43F6-A533-A01122A9C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1C9C85-CA85-495C-AF85-295CE5795E9A}"/>
                    </a:ext>
                  </a:extLst>
                </p:cNvPr>
                <p:cNvSpPr txBox="1"/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1C9C85-CA85-495C-AF85-295CE5795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2707EAA-1757-4B82-912E-CA6D279E0C7C}"/>
                </a:ext>
              </a:extLst>
            </p:cNvPr>
            <p:cNvSpPr txBox="1"/>
            <p:nvPr/>
          </p:nvSpPr>
          <p:spPr>
            <a:xfrm>
              <a:off x="3064641" y="480954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21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77CB86D-BCD4-431E-AEED-A9AD5311A093}"/>
              </a:ext>
            </a:extLst>
          </p:cNvPr>
          <p:cNvSpPr/>
          <p:nvPr/>
        </p:nvSpPr>
        <p:spPr>
          <a:xfrm>
            <a:off x="4982966" y="5095082"/>
            <a:ext cx="6996701" cy="1089961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0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E3DD-9D24-4162-A0A3-841EF86B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 Example: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35F246-E62A-4844-A69B-178FFEB5E8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31316"/>
                <a:ext cx="10515600" cy="3245647"/>
              </a:xfrm>
            </p:spPr>
            <p:txBody>
              <a:bodyPr/>
              <a:lstStyle/>
              <a:p>
                <a:r>
                  <a:rPr lang="en-US" sz="2400" dirty="0"/>
                  <a:t>Assumption: For simplicity, no activation in any neurons.</a:t>
                </a:r>
              </a:p>
              <a:p>
                <a:r>
                  <a:rPr lang="en-US" sz="2400" b="0" dirty="0"/>
                  <a:t>Loss: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Target: Minimize Loss.</a:t>
                </a:r>
              </a:p>
              <a:p>
                <a:r>
                  <a:rPr lang="en-US" sz="2400" dirty="0"/>
                  <a:t>We can’t 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since this is ground truth, we can however 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𝐶𝐺𝑃𝐴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𝐶𝐺𝑃𝐴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35F246-E62A-4844-A69B-178FFEB5E8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31316"/>
                <a:ext cx="10515600" cy="3245647"/>
              </a:xfrm>
              <a:blipFill>
                <a:blip r:embed="rId2"/>
                <a:stretch>
                  <a:fillRect l="-812" t="-2444" r="-116" b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D589D-BE96-455F-AA55-F0618D38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7C6EF-D273-42AD-8541-FC30BF01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5CCF5-6243-4B8D-9A38-D1FF5C45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63</a:t>
            </a:fld>
            <a:endParaRPr lang="x-none" dirty="0"/>
          </a:p>
        </p:txBody>
      </p:sp>
      <p:graphicFrame>
        <p:nvGraphicFramePr>
          <p:cNvPr id="7" name="Table 39">
            <a:extLst>
              <a:ext uri="{FF2B5EF4-FFF2-40B4-BE49-F238E27FC236}">
                <a16:creationId xmlns:a16="http://schemas.microsoft.com/office/drawing/2014/main" id="{128D759C-AD35-4487-8355-7561F5815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680708"/>
              </p:ext>
            </p:extLst>
          </p:nvPr>
        </p:nvGraphicFramePr>
        <p:xfrm>
          <a:off x="838200" y="1209040"/>
          <a:ext cx="4341093" cy="1097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031">
                  <a:extLst>
                    <a:ext uri="{9D8B030D-6E8A-4147-A177-3AD203B41FA5}">
                      <a16:colId xmlns:a16="http://schemas.microsoft.com/office/drawing/2014/main" val="1208420072"/>
                    </a:ext>
                  </a:extLst>
                </a:gridCol>
                <a:gridCol w="962521">
                  <a:extLst>
                    <a:ext uri="{9D8B030D-6E8A-4147-A177-3AD203B41FA5}">
                      <a16:colId xmlns:a16="http://schemas.microsoft.com/office/drawing/2014/main" val="3124022004"/>
                    </a:ext>
                  </a:extLst>
                </a:gridCol>
                <a:gridCol w="1931541">
                  <a:extLst>
                    <a:ext uri="{9D8B030D-6E8A-4147-A177-3AD203B41FA5}">
                      <a16:colId xmlns:a16="http://schemas.microsoft.com/office/drawing/2014/main" val="2097223519"/>
                    </a:ext>
                  </a:extLst>
                </a:gridCol>
              </a:tblGrid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Package (Lakh)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1920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2086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1348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E1085A9D-893A-41DB-8C4D-8156029787B3}"/>
              </a:ext>
            </a:extLst>
          </p:cNvPr>
          <p:cNvGrpSpPr/>
          <p:nvPr/>
        </p:nvGrpSpPr>
        <p:grpSpPr>
          <a:xfrm>
            <a:off x="6371221" y="1246154"/>
            <a:ext cx="3949666" cy="1573584"/>
            <a:chOff x="337709" y="4168145"/>
            <a:chExt cx="3949666" cy="157358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B77A022-D00B-42F6-BCE0-DB035A85EE3C}"/>
                </a:ext>
              </a:extLst>
            </p:cNvPr>
            <p:cNvGrpSpPr/>
            <p:nvPr/>
          </p:nvGrpSpPr>
          <p:grpSpPr>
            <a:xfrm>
              <a:off x="337709" y="4289807"/>
              <a:ext cx="3949666" cy="1370372"/>
              <a:chOff x="225403" y="3376491"/>
              <a:chExt cx="3949666" cy="137037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04E899-DD69-4DDD-A2E4-7ACF334CA6F3}"/>
                  </a:ext>
                </a:extLst>
              </p:cNvPr>
              <p:cNvSpPr txBox="1"/>
              <p:nvPr/>
            </p:nvSpPr>
            <p:spPr>
              <a:xfrm>
                <a:off x="225403" y="3395335"/>
                <a:ext cx="750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169E85-B9E2-479A-A4E5-E75BC4E7D78B}"/>
                  </a:ext>
                </a:extLst>
              </p:cNvPr>
              <p:cNvSpPr txBox="1"/>
              <p:nvPr/>
            </p:nvSpPr>
            <p:spPr>
              <a:xfrm>
                <a:off x="465754" y="4320527"/>
                <a:ext cx="5868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IQ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04E14A7-3BF3-455C-924C-F08E679C6B4E}"/>
                  </a:ext>
                </a:extLst>
              </p:cNvPr>
              <p:cNvGrpSpPr/>
              <p:nvPr/>
            </p:nvGrpSpPr>
            <p:grpSpPr>
              <a:xfrm>
                <a:off x="992363" y="3376491"/>
                <a:ext cx="2726882" cy="1370372"/>
                <a:chOff x="992363" y="3869652"/>
                <a:chExt cx="2726882" cy="137037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13B7DE4-C400-4A34-868E-760BB080E515}"/>
                    </a:ext>
                  </a:extLst>
                </p:cNvPr>
                <p:cNvSpPr/>
                <p:nvPr/>
              </p:nvSpPr>
              <p:spPr>
                <a:xfrm>
                  <a:off x="1756724" y="386965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98A4CC0-190A-4DE2-A987-89F5CFA779B8}"/>
                    </a:ext>
                  </a:extLst>
                </p:cNvPr>
                <p:cNvSpPr/>
                <p:nvPr/>
              </p:nvSpPr>
              <p:spPr>
                <a:xfrm>
                  <a:off x="1763742" y="4782824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76ED2E4E-82D5-4616-AE3B-8EC2D8512710}"/>
                    </a:ext>
                  </a:extLst>
                </p:cNvPr>
                <p:cNvSpPr/>
                <p:nvPr/>
              </p:nvSpPr>
              <p:spPr>
                <a:xfrm>
                  <a:off x="2960559" y="437902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C79DC1C-6668-4E72-B5CA-0127F57724CA}"/>
                    </a:ext>
                  </a:extLst>
                </p:cNvPr>
                <p:cNvSpPr/>
                <p:nvPr/>
              </p:nvSpPr>
              <p:spPr>
                <a:xfrm>
                  <a:off x="992363" y="407539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913A5974-E61E-4B96-924C-01DEA5F5088E}"/>
                    </a:ext>
                  </a:extLst>
                </p:cNvPr>
                <p:cNvSpPr/>
                <p:nvPr/>
              </p:nvSpPr>
              <p:spPr>
                <a:xfrm>
                  <a:off x="1015222" y="501142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530E15A-37B2-4CB3-99C2-8461C7231311}"/>
                    </a:ext>
                  </a:extLst>
                </p:cNvPr>
                <p:cNvCxnSpPr>
                  <a:stCxn id="26" idx="6"/>
                  <a:endCxn id="23" idx="2"/>
                </p:cNvCxnSpPr>
                <p:nvPr/>
              </p:nvCxnSpPr>
              <p:spPr>
                <a:xfrm flipV="1">
                  <a:off x="1038082" y="4098252"/>
                  <a:ext cx="71864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1853D498-43E2-49D3-9ADF-7C215A6ACD9B}"/>
                    </a:ext>
                  </a:extLst>
                </p:cNvPr>
                <p:cNvCxnSpPr>
                  <a:stCxn id="26" idx="7"/>
                  <a:endCxn id="24" idx="2"/>
                </p:cNvCxnSpPr>
                <p:nvPr/>
              </p:nvCxnSpPr>
              <p:spPr>
                <a:xfrm>
                  <a:off x="1031387" y="4082088"/>
                  <a:ext cx="732355" cy="92933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36DBB45-9832-4AB7-8823-EB308F5A3EFA}"/>
                    </a:ext>
                  </a:extLst>
                </p:cNvPr>
                <p:cNvCxnSpPr>
                  <a:stCxn id="27" idx="0"/>
                  <a:endCxn id="23" idx="2"/>
                </p:cNvCxnSpPr>
                <p:nvPr/>
              </p:nvCxnSpPr>
              <p:spPr>
                <a:xfrm flipV="1">
                  <a:off x="1038082" y="4098252"/>
                  <a:ext cx="718642" cy="91317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50829A6-2996-4AC9-BFC3-A4EEC7C642B0}"/>
                    </a:ext>
                  </a:extLst>
                </p:cNvPr>
                <p:cNvCxnSpPr>
                  <a:stCxn id="27" idx="0"/>
                  <a:endCxn id="24" idx="2"/>
                </p:cNvCxnSpPr>
                <p:nvPr/>
              </p:nvCxnSpPr>
              <p:spPr>
                <a:xfrm>
                  <a:off x="1038082" y="5011424"/>
                  <a:ext cx="72566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DE1F70D2-0D38-42E6-9FCA-2F2BA2C7F71C}"/>
                    </a:ext>
                  </a:extLst>
                </p:cNvPr>
                <p:cNvCxnSpPr>
                  <a:stCxn id="23" idx="6"/>
                  <a:endCxn id="25" idx="2"/>
                </p:cNvCxnSpPr>
                <p:nvPr/>
              </p:nvCxnSpPr>
              <p:spPr>
                <a:xfrm>
                  <a:off x="2213924" y="4098252"/>
                  <a:ext cx="746635" cy="50937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BA53E7F-BBDC-4BFE-8309-E70873A165F7}"/>
                    </a:ext>
                  </a:extLst>
                </p:cNvPr>
                <p:cNvCxnSpPr>
                  <a:stCxn id="24" idx="6"/>
                  <a:endCxn id="25" idx="2"/>
                </p:cNvCxnSpPr>
                <p:nvPr/>
              </p:nvCxnSpPr>
              <p:spPr>
                <a:xfrm flipV="1">
                  <a:off x="2220942" y="4607622"/>
                  <a:ext cx="739617" cy="4038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E1A5E27-A1DB-45C7-836E-5664DC214FD6}"/>
                    </a:ext>
                  </a:extLst>
                </p:cNvPr>
                <p:cNvCxnSpPr>
                  <a:stCxn id="25" idx="6"/>
                </p:cNvCxnSpPr>
                <p:nvPr/>
              </p:nvCxnSpPr>
              <p:spPr>
                <a:xfrm>
                  <a:off x="3417759" y="4607622"/>
                  <a:ext cx="30148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800F8A03-19EF-4DA1-848F-A99978484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Ink Free" panose="03080402000500000000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800F8A03-19EF-4DA1-848F-A999784840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r="-16000" b="-327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BFA6A5-6E98-4064-8309-9B9E3B045711}"/>
                    </a:ext>
                  </a:extLst>
                </p:cNvPr>
                <p:cNvSpPr txBox="1"/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BFA6A5-6E98-4064-8309-9B9E3B045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A585D74-0D3C-47DB-9A70-6C2B28E99B82}"/>
                    </a:ext>
                  </a:extLst>
                </p:cNvPr>
                <p:cNvSpPr txBox="1"/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A585D74-0D3C-47DB-9A70-6C2B28E99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D8FBF4-D068-49B2-9D7C-D7A58959D6C3}"/>
                </a:ext>
              </a:extLst>
            </p:cNvPr>
            <p:cNvSpPr txBox="1"/>
            <p:nvPr/>
          </p:nvSpPr>
          <p:spPr>
            <a:xfrm>
              <a:off x="1854418" y="427614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D637FCD-A606-4E90-B1A6-0914181746C9}"/>
                    </a:ext>
                  </a:extLst>
                </p:cNvPr>
                <p:cNvSpPr txBox="1"/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D637FCD-A606-4E90-B1A6-091418174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733B473-8876-4642-8527-0CBCFB1B46D2}"/>
                    </a:ext>
                  </a:extLst>
                </p:cNvPr>
                <p:cNvSpPr txBox="1"/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733B473-8876-4642-8527-0CBCFB1B4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3BE81F-6091-4B7A-8078-4ACB4C8D100F}"/>
                </a:ext>
              </a:extLst>
            </p:cNvPr>
            <p:cNvSpPr txBox="1"/>
            <p:nvPr/>
          </p:nvSpPr>
          <p:spPr>
            <a:xfrm>
              <a:off x="1863461" y="522386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92AE496-7328-4489-B269-9E2A2135EF66}"/>
                    </a:ext>
                  </a:extLst>
                </p:cNvPr>
                <p:cNvSpPr txBox="1"/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92AE496-7328-4489-B269-9E2A2135E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096D5AB-AE8C-4D80-9401-6A55650C49B7}"/>
                    </a:ext>
                  </a:extLst>
                </p:cNvPr>
                <p:cNvSpPr txBox="1"/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096D5AB-AE8C-4D80-9401-6A55650C4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98DBC67-A1EF-4884-8A59-2A863C68259C}"/>
                </a:ext>
              </a:extLst>
            </p:cNvPr>
            <p:cNvSpPr txBox="1"/>
            <p:nvPr/>
          </p:nvSpPr>
          <p:spPr>
            <a:xfrm>
              <a:off x="3064641" y="480954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21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3F4A551-2B67-46C8-B891-1970E6E8F184}"/>
              </a:ext>
            </a:extLst>
          </p:cNvPr>
          <p:cNvSpPr txBox="1"/>
          <p:nvPr/>
        </p:nvSpPr>
        <p:spPr>
          <a:xfrm>
            <a:off x="8313675" y="1282349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</a:rPr>
              <a:t>11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529C93-F0A0-4651-A286-4F5C793CB5BF}"/>
              </a:ext>
            </a:extLst>
          </p:cNvPr>
          <p:cNvSpPr txBox="1"/>
          <p:nvPr/>
        </p:nvSpPr>
        <p:spPr>
          <a:xfrm>
            <a:off x="8198589" y="2040324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</a:rPr>
              <a:t>12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6AEB54-853F-43B4-B3E0-7ECC365ADED6}"/>
              </a:ext>
            </a:extLst>
          </p:cNvPr>
          <p:cNvSpPr txBox="1"/>
          <p:nvPr/>
        </p:nvSpPr>
        <p:spPr>
          <a:xfrm>
            <a:off x="9472163" y="175599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</a:rPr>
              <a:t>21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07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0CB3-6A3F-42E5-A290-D20F52FE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Chain Rule of 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2B8D8-13BC-491B-AFD8-7A831C7A33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The </a:t>
                </a:r>
                <a:r>
                  <a:rPr lang="en-US" sz="2400" b="1" dirty="0"/>
                  <a:t>chain rule</a:t>
                </a:r>
                <a:r>
                  <a:rPr lang="en-US" sz="2400" dirty="0"/>
                  <a:t> is a formula used to </a:t>
                </a:r>
                <a:r>
                  <a:rPr lang="en-US" sz="2400" b="1" dirty="0"/>
                  <a:t>differentiate a function of a function</a:t>
                </a:r>
                <a:r>
                  <a:rPr lang="en-US" sz="2400" dirty="0"/>
                  <a:t>—also called a </a:t>
                </a:r>
                <a:r>
                  <a:rPr lang="en-US" sz="2400" b="1" dirty="0"/>
                  <a:t>composite function</a:t>
                </a:r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In simple terms: If a function is </a:t>
                </a:r>
                <a:r>
                  <a:rPr lang="en-US" sz="2400" b="1" dirty="0"/>
                  <a:t>nested inside another</a:t>
                </a:r>
                <a:r>
                  <a:rPr lang="en-US" sz="2400" dirty="0"/>
                  <a:t>, we </a:t>
                </a:r>
                <a:r>
                  <a:rPr lang="en-US" sz="2400" b="1" dirty="0"/>
                  <a:t>differentiate each layer one at a time</a:t>
                </a:r>
                <a:r>
                  <a:rPr lang="en-US" sz="2400" dirty="0"/>
                  <a:t>, from the outside in, and multiply the results.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Mathematical Form (Single Variable):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/>
                  <a:t>Let,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b="0" dirty="0"/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/>
                  <a:t>Then the derivative is: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𝑑𝑔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/>
                  <a:t>Or written with function names: 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2B8D8-13BC-491B-AFD8-7A831C7A3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2DA96-4F82-458B-8BCD-65DA3626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9C23F-F6F9-4173-AA25-05045A42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1856C-1995-42B8-8A76-C2D352EF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64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5196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D587C-9293-48A6-B78D-5CB1BF06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5564DE-BD0D-4AB2-88C5-A3D79F4D43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When a function depends on </a:t>
                </a:r>
                <a:r>
                  <a:rPr lang="en-US" sz="2400" b="1" dirty="0"/>
                  <a:t>more than one variable</a:t>
                </a:r>
                <a:r>
                  <a:rPr lang="en-US" sz="2400" dirty="0"/>
                  <a:t>, a </a:t>
                </a:r>
                <a:r>
                  <a:rPr lang="en-US" sz="2400" b="1" dirty="0"/>
                  <a:t>partial derivative</a:t>
                </a:r>
                <a:r>
                  <a:rPr lang="en-US" sz="2400" dirty="0"/>
                  <a:t> tells us how the function changes when </a:t>
                </a:r>
                <a:r>
                  <a:rPr lang="en-US" sz="2400" b="1" dirty="0"/>
                  <a:t>only one variable changes</a:t>
                </a:r>
                <a:r>
                  <a:rPr lang="en-US" sz="2400" dirty="0"/>
                  <a:t>, while the </a:t>
                </a:r>
                <a:r>
                  <a:rPr lang="en-US" sz="2400" b="1" dirty="0"/>
                  <a:t>others are kept constant</a:t>
                </a:r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Mathematical Definition: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/>
                  <a:t>Let f(</a:t>
                </a:r>
                <a:r>
                  <a:rPr lang="en-US" sz="2000" dirty="0" err="1"/>
                  <a:t>x,y</a:t>
                </a:r>
                <a:r>
                  <a:rPr lang="en-US" sz="2000" dirty="0"/>
                  <a:t>) be a function of two variables.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b="1" dirty="0"/>
                  <a:t>Partial derivative with respect to</a:t>
                </a:r>
                <a:r>
                  <a:rPr lang="en-US" sz="2000" dirty="0"/>
                  <a:t> x is: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𝑐h𝑎𝑛𝑔𝑒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𝑐h𝑎𝑛𝑔𝑒𝑠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𝑘𝑒𝑒𝑝𝑖𝑛𝑔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US" sz="20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2000" b="1" dirty="0"/>
                  <a:t>Partial derivative with respect to</a:t>
                </a:r>
                <a:r>
                  <a:rPr lang="en-US" sz="2000" dirty="0"/>
                  <a:t> y is: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𝑐h𝑎𝑛𝑔𝑒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𝑐h𝑎𝑛𝑔𝑒𝑠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𝑘𝑒𝑒𝑝𝑖𝑛𝑔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US" sz="20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5564DE-BD0D-4AB2-88C5-A3D79F4D43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A1DBE-CCB9-4931-84DC-45282049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2721A-2768-4FB2-8BB6-CB2666A2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B7018-9757-4739-8120-4D2BA0C9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65</a:t>
            </a:fld>
            <a:endParaRPr lang="x-non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9561-E35E-4128-B564-0B6E805F0B20}"/>
              </a:ext>
            </a:extLst>
          </p:cNvPr>
          <p:cNvSpPr/>
          <p:nvPr/>
        </p:nvSpPr>
        <p:spPr>
          <a:xfrm>
            <a:off x="4900773" y="5106255"/>
            <a:ext cx="2075380" cy="924674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4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5868-E9A3-4D40-9079-A3C051FF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Gradient Descent 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7E5FC8-EEA9-4B6A-8DD0-635077945C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Weights and bias update: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This rule is applied for all trainable parameters (weights and biases)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7E5FC8-EEA9-4B6A-8DD0-635077945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3F0B-1E41-4A19-88B8-6484F278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A26D2-CB08-41F0-937E-8336E690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CA5D-F364-4BA1-8EEE-D1C07302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66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733895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6D53-33F8-47C4-A9B7-D49BCF1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Calculation of Derivatives: Output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53B2F-1E41-442E-B8E1-978AA7939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2947C-DC1E-40CD-8EBC-38F51280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1207-F35B-435E-8391-54D9CB43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0FD20-C393-46EF-A787-7334F94F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67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9967254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B7B1-B328-48A9-8899-4566CA8D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 Example: Classification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7306B-E0F0-49F0-9EAB-7DEA2C25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5FB56-F404-4B76-A563-5853A28F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77CD0-E6D1-408D-A1BC-BAF93BA3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68</a:t>
            </a:fld>
            <a:endParaRPr lang="x-none" dirty="0"/>
          </a:p>
        </p:txBody>
      </p:sp>
      <p:graphicFrame>
        <p:nvGraphicFramePr>
          <p:cNvPr id="7" name="Table 39">
            <a:extLst>
              <a:ext uri="{FF2B5EF4-FFF2-40B4-BE49-F238E27FC236}">
                <a16:creationId xmlns:a16="http://schemas.microsoft.com/office/drawing/2014/main" id="{F41BD3A3-B061-4922-BE4C-039C20B42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106736"/>
              </p:ext>
            </p:extLst>
          </p:nvPr>
        </p:nvGraphicFramePr>
        <p:xfrm>
          <a:off x="838200" y="1209040"/>
          <a:ext cx="4341093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031">
                  <a:extLst>
                    <a:ext uri="{9D8B030D-6E8A-4147-A177-3AD203B41FA5}">
                      <a16:colId xmlns:a16="http://schemas.microsoft.com/office/drawing/2014/main" val="1208420072"/>
                    </a:ext>
                  </a:extLst>
                </a:gridCol>
                <a:gridCol w="962521">
                  <a:extLst>
                    <a:ext uri="{9D8B030D-6E8A-4147-A177-3AD203B41FA5}">
                      <a16:colId xmlns:a16="http://schemas.microsoft.com/office/drawing/2014/main" val="3124022004"/>
                    </a:ext>
                  </a:extLst>
                </a:gridCol>
                <a:gridCol w="1931541">
                  <a:extLst>
                    <a:ext uri="{9D8B030D-6E8A-4147-A177-3AD203B41FA5}">
                      <a16:colId xmlns:a16="http://schemas.microsoft.com/office/drawing/2014/main" val="2097223519"/>
                    </a:ext>
                  </a:extLst>
                </a:gridCol>
              </a:tblGrid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1920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20865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13486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21220"/>
                  </a:ext>
                </a:extLst>
              </a:tr>
              <a:tr h="2366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88664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8F99C3DD-6D93-44C2-AE33-70ABE256E5AB}"/>
              </a:ext>
            </a:extLst>
          </p:cNvPr>
          <p:cNvGrpSpPr/>
          <p:nvPr/>
        </p:nvGrpSpPr>
        <p:grpSpPr>
          <a:xfrm>
            <a:off x="6371221" y="1246154"/>
            <a:ext cx="3949666" cy="1573584"/>
            <a:chOff x="337709" y="4168145"/>
            <a:chExt cx="3949666" cy="157358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707408D-6B83-46E5-8144-DD0B9AC1051B}"/>
                </a:ext>
              </a:extLst>
            </p:cNvPr>
            <p:cNvGrpSpPr/>
            <p:nvPr/>
          </p:nvGrpSpPr>
          <p:grpSpPr>
            <a:xfrm>
              <a:off x="337709" y="4289807"/>
              <a:ext cx="3949666" cy="1370372"/>
              <a:chOff x="225403" y="3376491"/>
              <a:chExt cx="3949666" cy="137037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E0E63B-DE8C-419B-B804-D3A9022FDA6B}"/>
                  </a:ext>
                </a:extLst>
              </p:cNvPr>
              <p:cNvSpPr txBox="1"/>
              <p:nvPr/>
            </p:nvSpPr>
            <p:spPr>
              <a:xfrm>
                <a:off x="225403" y="3395335"/>
                <a:ext cx="750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56D18A-3CF8-460F-B40B-A1A93EFEF3B1}"/>
                  </a:ext>
                </a:extLst>
              </p:cNvPr>
              <p:cNvSpPr txBox="1"/>
              <p:nvPr/>
            </p:nvSpPr>
            <p:spPr>
              <a:xfrm>
                <a:off x="465754" y="4320527"/>
                <a:ext cx="5868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IQ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27DE368-D489-4C1C-B74F-AA38D10E32B1}"/>
                  </a:ext>
                </a:extLst>
              </p:cNvPr>
              <p:cNvGrpSpPr/>
              <p:nvPr/>
            </p:nvGrpSpPr>
            <p:grpSpPr>
              <a:xfrm>
                <a:off x="992363" y="3376491"/>
                <a:ext cx="2726882" cy="1370372"/>
                <a:chOff x="992363" y="3869652"/>
                <a:chExt cx="2726882" cy="137037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7C8B5B08-3BFB-4DB7-83B2-A32FF7CA6455}"/>
                    </a:ext>
                  </a:extLst>
                </p:cNvPr>
                <p:cNvSpPr/>
                <p:nvPr/>
              </p:nvSpPr>
              <p:spPr>
                <a:xfrm>
                  <a:off x="1756724" y="386965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997BDF2-2F4E-45E7-934B-4CDAEB107734}"/>
                    </a:ext>
                  </a:extLst>
                </p:cNvPr>
                <p:cNvSpPr/>
                <p:nvPr/>
              </p:nvSpPr>
              <p:spPr>
                <a:xfrm>
                  <a:off x="1763742" y="4782824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525CA536-408C-48ED-993E-BDA6F5C935AC}"/>
                    </a:ext>
                  </a:extLst>
                </p:cNvPr>
                <p:cNvSpPr/>
                <p:nvPr/>
              </p:nvSpPr>
              <p:spPr>
                <a:xfrm>
                  <a:off x="2960559" y="437902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E6301FB8-FF18-474D-A6A3-EE0F94E76A33}"/>
                    </a:ext>
                  </a:extLst>
                </p:cNvPr>
                <p:cNvSpPr/>
                <p:nvPr/>
              </p:nvSpPr>
              <p:spPr>
                <a:xfrm>
                  <a:off x="992363" y="407539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EA7ECA9-DE6F-493C-9AE7-458CDA65F927}"/>
                    </a:ext>
                  </a:extLst>
                </p:cNvPr>
                <p:cNvSpPr/>
                <p:nvPr/>
              </p:nvSpPr>
              <p:spPr>
                <a:xfrm>
                  <a:off x="1015222" y="501142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08B4552-C4D3-4CC1-ADE0-40C78CF8352C}"/>
                    </a:ext>
                  </a:extLst>
                </p:cNvPr>
                <p:cNvCxnSpPr>
                  <a:stCxn id="26" idx="6"/>
                  <a:endCxn id="23" idx="2"/>
                </p:cNvCxnSpPr>
                <p:nvPr/>
              </p:nvCxnSpPr>
              <p:spPr>
                <a:xfrm flipV="1">
                  <a:off x="1038082" y="4098252"/>
                  <a:ext cx="71864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4573F6F3-E92B-4D1C-A708-E05F7F45DE06}"/>
                    </a:ext>
                  </a:extLst>
                </p:cNvPr>
                <p:cNvCxnSpPr>
                  <a:stCxn id="26" idx="7"/>
                  <a:endCxn id="24" idx="2"/>
                </p:cNvCxnSpPr>
                <p:nvPr/>
              </p:nvCxnSpPr>
              <p:spPr>
                <a:xfrm>
                  <a:off x="1031387" y="4082088"/>
                  <a:ext cx="732355" cy="92933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679A8615-192A-463F-9F98-951B1F603579}"/>
                    </a:ext>
                  </a:extLst>
                </p:cNvPr>
                <p:cNvCxnSpPr>
                  <a:stCxn id="27" idx="0"/>
                  <a:endCxn id="23" idx="2"/>
                </p:cNvCxnSpPr>
                <p:nvPr/>
              </p:nvCxnSpPr>
              <p:spPr>
                <a:xfrm flipV="1">
                  <a:off x="1038082" y="4098252"/>
                  <a:ext cx="718642" cy="91317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9FFECAA8-38D6-4730-8EF6-FED9A75474CD}"/>
                    </a:ext>
                  </a:extLst>
                </p:cNvPr>
                <p:cNvCxnSpPr>
                  <a:stCxn id="27" idx="0"/>
                  <a:endCxn id="24" idx="2"/>
                </p:cNvCxnSpPr>
                <p:nvPr/>
              </p:nvCxnSpPr>
              <p:spPr>
                <a:xfrm>
                  <a:off x="1038082" y="5011424"/>
                  <a:ext cx="72566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5DC999CE-CE89-4999-93B3-9A90138F2607}"/>
                    </a:ext>
                  </a:extLst>
                </p:cNvPr>
                <p:cNvCxnSpPr>
                  <a:stCxn id="23" idx="6"/>
                  <a:endCxn id="25" idx="2"/>
                </p:cNvCxnSpPr>
                <p:nvPr/>
              </p:nvCxnSpPr>
              <p:spPr>
                <a:xfrm>
                  <a:off x="2213924" y="4098252"/>
                  <a:ext cx="746635" cy="50937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48F8A42-801E-453A-B53E-559997FC8D78}"/>
                    </a:ext>
                  </a:extLst>
                </p:cNvPr>
                <p:cNvCxnSpPr>
                  <a:stCxn id="24" idx="6"/>
                  <a:endCxn id="25" idx="2"/>
                </p:cNvCxnSpPr>
                <p:nvPr/>
              </p:nvCxnSpPr>
              <p:spPr>
                <a:xfrm flipV="1">
                  <a:off x="2220942" y="4607622"/>
                  <a:ext cx="739617" cy="4038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408DE47A-5A52-4295-8A83-6A1253CB81F4}"/>
                    </a:ext>
                  </a:extLst>
                </p:cNvPr>
                <p:cNvCxnSpPr>
                  <a:stCxn id="25" idx="6"/>
                </p:cNvCxnSpPr>
                <p:nvPr/>
              </p:nvCxnSpPr>
              <p:spPr>
                <a:xfrm>
                  <a:off x="3417759" y="4607622"/>
                  <a:ext cx="30148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D6EA8AA-A2F5-4D66-8825-AF558587C144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Ink Free" panose="03080402000500000000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D6EA8AA-A2F5-4D66-8825-AF558587C1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8197" r="-16000" b="-327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06A0B31-0BC3-4319-A4AC-871812C08D84}"/>
                    </a:ext>
                  </a:extLst>
                </p:cNvPr>
                <p:cNvSpPr txBox="1"/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06A0B31-0BC3-4319-A4AC-871812C08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FD3B539-498E-432A-BFD5-1FBB4D3E4763}"/>
                    </a:ext>
                  </a:extLst>
                </p:cNvPr>
                <p:cNvSpPr txBox="1"/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FD3B539-498E-432A-BFD5-1FBB4D3E4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81A625-023F-448F-86CC-33BC228E3D9D}"/>
                </a:ext>
              </a:extLst>
            </p:cNvPr>
            <p:cNvSpPr txBox="1"/>
            <p:nvPr/>
          </p:nvSpPr>
          <p:spPr>
            <a:xfrm>
              <a:off x="1854418" y="427614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E0785EE-E0A0-48BD-A4D6-0524EB68FD63}"/>
                    </a:ext>
                  </a:extLst>
                </p:cNvPr>
                <p:cNvSpPr txBox="1"/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E0785EE-E0A0-48BD-A4D6-0524EB68FD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104F520-8C3F-46D9-A7C7-B1D55854FCAB}"/>
                    </a:ext>
                  </a:extLst>
                </p:cNvPr>
                <p:cNvSpPr txBox="1"/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104F520-8C3F-46D9-A7C7-B1D55854F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A47B03-9C62-42DC-B33D-909C63F99EBD}"/>
                </a:ext>
              </a:extLst>
            </p:cNvPr>
            <p:cNvSpPr txBox="1"/>
            <p:nvPr/>
          </p:nvSpPr>
          <p:spPr>
            <a:xfrm>
              <a:off x="1863461" y="522386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F3C8399-4F35-4311-9D78-75B24AB7679A}"/>
                    </a:ext>
                  </a:extLst>
                </p:cNvPr>
                <p:cNvSpPr txBox="1"/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F3C8399-4F35-4311-9D78-75B24AB76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ACD9799-98DA-46B7-AA88-8D3FF85DD694}"/>
                    </a:ext>
                  </a:extLst>
                </p:cNvPr>
                <p:cNvSpPr txBox="1"/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ACD9799-98DA-46B7-AA88-8D3FF85DD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212DC6-4157-47DD-9487-6FBDD4CAC56B}"/>
                </a:ext>
              </a:extLst>
            </p:cNvPr>
            <p:cNvSpPr txBox="1"/>
            <p:nvPr/>
          </p:nvSpPr>
          <p:spPr>
            <a:xfrm>
              <a:off x="3064641" y="480954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21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0C9644-79B6-4371-9FF5-7379B154BF2D}"/>
                  </a:ext>
                </a:extLst>
              </p:cNvPr>
              <p:cNvSpPr txBox="1"/>
              <p:nvPr/>
            </p:nvSpPr>
            <p:spPr>
              <a:xfrm>
                <a:off x="838200" y="3421167"/>
                <a:ext cx="10515600" cy="2471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9 trainable parameters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functions: Sigmoid: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Loss (Binary Cross Entropy)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log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(1−</m:t>
                        </m:r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∗(1−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0C9644-79B6-4371-9FF5-7379B154B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1167"/>
                <a:ext cx="10515600" cy="2471189"/>
              </a:xfrm>
              <a:prstGeom prst="rect">
                <a:avLst/>
              </a:prstGeom>
              <a:blipFill>
                <a:blip r:embed="rId9"/>
                <a:stretch>
                  <a:fillRect l="-812" b="-3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46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6D53-33F8-47C4-A9B7-D49BCF1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Calculation of Derivatives: Output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953B2F-1E41-442E-B8E1-978AA7939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Let’s assume:</a:t>
                </a:r>
              </a:p>
              <a:p>
                <a:r>
                  <a:rPr lang="en-US" sz="2000" dirty="0"/>
                  <a:t>The output layer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The loss is BCE applied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Using the chain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Recall: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(1−</m:t>
                      </m:r>
                      <m:acc>
                        <m:accPr>
                          <m:chr m:val="̂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/>
              </a:p>
              <a:p>
                <a:r>
                  <a:rPr lang="en-US" sz="2000" dirty="0"/>
                  <a:t>Which simplifies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953B2F-1E41-442E-B8E1-978AA7939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2947C-DC1E-40CD-8EBC-38F51280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1207-F35B-435E-8391-54D9CB43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0FD20-C393-46EF-A787-7334F94F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69</a:t>
            </a:fld>
            <a:endParaRPr lang="x-non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F888CF-28F6-4E47-BC87-4C7761E52DE2}"/>
              </a:ext>
            </a:extLst>
          </p:cNvPr>
          <p:cNvGrpSpPr/>
          <p:nvPr/>
        </p:nvGrpSpPr>
        <p:grpSpPr>
          <a:xfrm>
            <a:off x="7404134" y="1328347"/>
            <a:ext cx="3949666" cy="1573584"/>
            <a:chOff x="337709" y="4168145"/>
            <a:chExt cx="3949666" cy="157358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AA302CD-049C-4568-ACEE-EF2B371978BD}"/>
                </a:ext>
              </a:extLst>
            </p:cNvPr>
            <p:cNvGrpSpPr/>
            <p:nvPr/>
          </p:nvGrpSpPr>
          <p:grpSpPr>
            <a:xfrm>
              <a:off x="337709" y="4289807"/>
              <a:ext cx="3949666" cy="1370372"/>
              <a:chOff x="225403" y="3376491"/>
              <a:chExt cx="3949666" cy="137037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30A9D3-DD53-4D27-95F5-330BA9A35F23}"/>
                  </a:ext>
                </a:extLst>
              </p:cNvPr>
              <p:cNvSpPr txBox="1"/>
              <p:nvPr/>
            </p:nvSpPr>
            <p:spPr>
              <a:xfrm>
                <a:off x="225403" y="3395335"/>
                <a:ext cx="750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DD3F54-DAC1-46ED-97E7-9C186BED150C}"/>
                  </a:ext>
                </a:extLst>
              </p:cNvPr>
              <p:cNvSpPr txBox="1"/>
              <p:nvPr/>
            </p:nvSpPr>
            <p:spPr>
              <a:xfrm>
                <a:off x="465754" y="4320527"/>
                <a:ext cx="5868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Ink Free" panose="03080402000500000000" pitchFamily="66" charset="0"/>
                    <a:cs typeface="Times New Roman" panose="02020603050405020304" pitchFamily="18" charset="0"/>
                  </a:rPr>
                  <a:t>IQ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7DB66B9-3D9F-4681-910B-F0EC340C8D3B}"/>
                  </a:ext>
                </a:extLst>
              </p:cNvPr>
              <p:cNvGrpSpPr/>
              <p:nvPr/>
            </p:nvGrpSpPr>
            <p:grpSpPr>
              <a:xfrm>
                <a:off x="992363" y="3376491"/>
                <a:ext cx="2726882" cy="1370372"/>
                <a:chOff x="992363" y="3869652"/>
                <a:chExt cx="2726882" cy="137037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1E2E8D63-EFA3-458A-BAB6-F99F9E917064}"/>
                    </a:ext>
                  </a:extLst>
                </p:cNvPr>
                <p:cNvSpPr/>
                <p:nvPr/>
              </p:nvSpPr>
              <p:spPr>
                <a:xfrm>
                  <a:off x="1756724" y="386965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DDD5E630-555D-4FA4-8238-D66902CADF63}"/>
                    </a:ext>
                  </a:extLst>
                </p:cNvPr>
                <p:cNvSpPr/>
                <p:nvPr/>
              </p:nvSpPr>
              <p:spPr>
                <a:xfrm>
                  <a:off x="1763742" y="4782824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148D4E3-A8C7-45CD-B531-56590EAAF5E6}"/>
                    </a:ext>
                  </a:extLst>
                </p:cNvPr>
                <p:cNvSpPr/>
                <p:nvPr/>
              </p:nvSpPr>
              <p:spPr>
                <a:xfrm>
                  <a:off x="2960559" y="4379022"/>
                  <a:ext cx="457200" cy="457200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AF637A2D-A145-42FB-B3ED-374CA9E84B12}"/>
                    </a:ext>
                  </a:extLst>
                </p:cNvPr>
                <p:cNvSpPr/>
                <p:nvPr/>
              </p:nvSpPr>
              <p:spPr>
                <a:xfrm>
                  <a:off x="992363" y="407539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B1D80757-A9F8-4737-8F55-7962A959D007}"/>
                    </a:ext>
                  </a:extLst>
                </p:cNvPr>
                <p:cNvSpPr/>
                <p:nvPr/>
              </p:nvSpPr>
              <p:spPr>
                <a:xfrm>
                  <a:off x="1015222" y="501142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331D4CD-814F-4DC5-826F-5CE19A999C58}"/>
                    </a:ext>
                  </a:extLst>
                </p:cNvPr>
                <p:cNvCxnSpPr>
                  <a:stCxn id="25" idx="6"/>
                  <a:endCxn id="22" idx="2"/>
                </p:cNvCxnSpPr>
                <p:nvPr/>
              </p:nvCxnSpPr>
              <p:spPr>
                <a:xfrm flipV="1">
                  <a:off x="1038082" y="4098252"/>
                  <a:ext cx="71864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5AA5820-C653-4CB6-AFA6-D4FFA89793C1}"/>
                    </a:ext>
                  </a:extLst>
                </p:cNvPr>
                <p:cNvCxnSpPr>
                  <a:stCxn id="25" idx="7"/>
                  <a:endCxn id="23" idx="2"/>
                </p:cNvCxnSpPr>
                <p:nvPr/>
              </p:nvCxnSpPr>
              <p:spPr>
                <a:xfrm>
                  <a:off x="1031387" y="4082088"/>
                  <a:ext cx="732355" cy="92933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F90D19C-D03F-40D4-9BB4-1AD4D069CEFE}"/>
                    </a:ext>
                  </a:extLst>
                </p:cNvPr>
                <p:cNvCxnSpPr>
                  <a:stCxn id="26" idx="0"/>
                  <a:endCxn id="22" idx="2"/>
                </p:cNvCxnSpPr>
                <p:nvPr/>
              </p:nvCxnSpPr>
              <p:spPr>
                <a:xfrm flipV="1">
                  <a:off x="1038082" y="4098252"/>
                  <a:ext cx="718642" cy="91317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6CD208F-9869-46E2-8BE6-A8F36E6557F6}"/>
                    </a:ext>
                  </a:extLst>
                </p:cNvPr>
                <p:cNvCxnSpPr>
                  <a:stCxn id="26" idx="0"/>
                  <a:endCxn id="23" idx="2"/>
                </p:cNvCxnSpPr>
                <p:nvPr/>
              </p:nvCxnSpPr>
              <p:spPr>
                <a:xfrm>
                  <a:off x="1038082" y="5011424"/>
                  <a:ext cx="72566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256E9FE-B18B-4C5D-968C-79C3D703AAB9}"/>
                    </a:ext>
                  </a:extLst>
                </p:cNvPr>
                <p:cNvCxnSpPr>
                  <a:stCxn id="22" idx="6"/>
                  <a:endCxn id="24" idx="2"/>
                </p:cNvCxnSpPr>
                <p:nvPr/>
              </p:nvCxnSpPr>
              <p:spPr>
                <a:xfrm>
                  <a:off x="2213924" y="4098252"/>
                  <a:ext cx="746635" cy="50937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7A396B16-3F4E-4DE1-B9BF-A0AEA556538B}"/>
                    </a:ext>
                  </a:extLst>
                </p:cNvPr>
                <p:cNvCxnSpPr>
                  <a:stCxn id="23" idx="6"/>
                  <a:endCxn id="24" idx="2"/>
                </p:cNvCxnSpPr>
                <p:nvPr/>
              </p:nvCxnSpPr>
              <p:spPr>
                <a:xfrm flipV="1">
                  <a:off x="2220942" y="4607622"/>
                  <a:ext cx="739617" cy="4038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A831A07-4ECA-495A-8659-50DAEDFD42D1}"/>
                    </a:ext>
                  </a:extLst>
                </p:cNvPr>
                <p:cNvCxnSpPr>
                  <a:stCxn id="24" idx="6"/>
                </p:cNvCxnSpPr>
                <p:nvPr/>
              </p:nvCxnSpPr>
              <p:spPr>
                <a:xfrm>
                  <a:off x="3417759" y="4607622"/>
                  <a:ext cx="30148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D711921-54FE-4C79-A6BE-1F2D3A9A689F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Ink Free" panose="03080402000500000000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D711921-54FE-4C79-A6BE-1F2D3A9A68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245" y="3913780"/>
                    <a:ext cx="455824" cy="37588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065" r="-14667" b="-16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6121D74-683D-4600-96D2-06C00182C31F}"/>
                    </a:ext>
                  </a:extLst>
                </p:cNvPr>
                <p:cNvSpPr txBox="1"/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6121D74-683D-4600-96D2-06C00182C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52" y="4168145"/>
                  <a:ext cx="463588" cy="3097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7D587E3-DA98-4A29-BF81-1B95125BD1D4}"/>
                    </a:ext>
                  </a:extLst>
                </p:cNvPr>
                <p:cNvSpPr txBox="1"/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7D587E3-DA98-4A29-BF81-1B95125BD1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911" y="4483851"/>
                  <a:ext cx="463588" cy="3101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E68520-285B-47A7-BEB7-E16DE7BB45A3}"/>
                </a:ext>
              </a:extLst>
            </p:cNvPr>
            <p:cNvSpPr txBox="1"/>
            <p:nvPr/>
          </p:nvSpPr>
          <p:spPr>
            <a:xfrm>
              <a:off x="1854418" y="427614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0FD1091-10DA-4435-83F5-FD066CF01680}"/>
                    </a:ext>
                  </a:extLst>
                </p:cNvPr>
                <p:cNvSpPr txBox="1"/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0FD1091-10DA-4435-83F5-FD066CF01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3885" y="4925318"/>
                  <a:ext cx="718642" cy="3097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1DC694D-CF90-4D77-862A-61B753C51A4D}"/>
                    </a:ext>
                  </a:extLst>
                </p:cNvPr>
                <p:cNvSpPr txBox="1"/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1DC694D-CF90-4D77-862A-61B753C51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641" y="5431579"/>
                  <a:ext cx="463588" cy="31015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DC36E7-C9DF-4DE4-91EE-8EF284ECC405}"/>
                </a:ext>
              </a:extLst>
            </p:cNvPr>
            <p:cNvSpPr txBox="1"/>
            <p:nvPr/>
          </p:nvSpPr>
          <p:spPr>
            <a:xfrm>
              <a:off x="1863461" y="522386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12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BDD68C9-127D-47A6-8FA8-76C0A9B55967}"/>
                    </a:ext>
                  </a:extLst>
                </p:cNvPr>
                <p:cNvSpPr txBox="1"/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F9ED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0F9ED7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BDD68C9-127D-47A6-8FA8-76C0A9B55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20" y="4524809"/>
                  <a:ext cx="718642" cy="3105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F3ADAAB-5AC2-415E-BFEC-5EF15A07063B}"/>
                    </a:ext>
                  </a:extLst>
                </p:cNvPr>
                <p:cNvSpPr txBox="1"/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F3ADAAB-5AC2-415E-BFEC-5EF15A070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182" y="5120014"/>
                  <a:ext cx="463588" cy="3105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868F4D-E09F-4560-8646-5F6020E32E5D}"/>
                </a:ext>
              </a:extLst>
            </p:cNvPr>
            <p:cNvSpPr txBox="1"/>
            <p:nvPr/>
          </p:nvSpPr>
          <p:spPr>
            <a:xfrm>
              <a:off x="3064641" y="480954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</a:t>
              </a:r>
              <a:r>
                <a:rPr lang="en-US" baseline="-25000" dirty="0">
                  <a:solidFill>
                    <a:srgbClr val="FF0000"/>
                  </a:solidFill>
                </a:rPr>
                <a:t>21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091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04BC-8B59-40F9-84F8-DBF9238D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Value Caching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48145-529A-43E3-A2EA-757CF8DD7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01014-D889-4F49-B86A-4639DC70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70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6B28A-B4F1-4397-A7D0-8DD9F7F7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866747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5684-C995-4F84-B9B8-8C77E195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Why Is Intermediate Value Caching Necessary?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C36AF-AEC6-4051-A71B-0A236C2A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041"/>
            <a:ext cx="10515600" cy="794420"/>
          </a:xfrm>
        </p:spPr>
        <p:txBody>
          <a:bodyPr>
            <a:normAutofit/>
          </a:bodyPr>
          <a:lstStyle/>
          <a:p>
            <a:r>
              <a:rPr lang="en-US" sz="2400" dirty="0"/>
              <a:t>Training an artificial neural network (a.k.a. MLP) involves </a:t>
            </a:r>
            <a:r>
              <a:rPr lang="en-US" sz="2400" b="1" dirty="0"/>
              <a:t>two computationally expensive processes</a:t>
            </a:r>
            <a:r>
              <a:rPr lang="en-US" sz="2400" dirty="0"/>
              <a:t>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21C78-9BA9-4383-AB16-B81B3BBC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F1605-D968-4BED-B87B-DACB7554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6A9E-2378-487B-9251-E61F2C56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71</a:t>
            </a:fld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2BA876-D446-4849-8AC7-1450E4EB286C}"/>
                  </a:ext>
                </a:extLst>
              </p:cNvPr>
              <p:cNvSpPr txBox="1"/>
              <p:nvPr/>
            </p:nvSpPr>
            <p:spPr>
              <a:xfrm>
                <a:off x="0" y="2020104"/>
                <a:ext cx="5979560" cy="1555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arenR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Forward Pass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lvl="2"/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At each layer, we compute:</a:t>
                </a:r>
              </a:p>
              <a:p>
                <a:pPr marL="914400" lvl="2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−1]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(Linear transformation)</a:t>
                </a:r>
              </a:p>
              <a:p>
                <a:pPr marL="914400" lvl="2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𝐴𝑐𝑡𝑖𝑣𝑎𝑡𝑖𝑜𝑛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(Non-linearity)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2BA876-D446-4849-8AC7-1450E4EB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20104"/>
                <a:ext cx="5979560" cy="1555554"/>
              </a:xfrm>
              <a:prstGeom prst="rect">
                <a:avLst/>
              </a:prstGeom>
              <a:blipFill>
                <a:blip r:embed="rId2"/>
                <a:stretch>
                  <a:fillRect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98A894-D538-47D8-9974-B5FFF7B6D145}"/>
                  </a:ext>
                </a:extLst>
              </p:cNvPr>
              <p:cNvSpPr txBox="1"/>
              <p:nvPr/>
            </p:nvSpPr>
            <p:spPr>
              <a:xfrm>
                <a:off x="5826302" y="2003461"/>
                <a:ext cx="6506111" cy="2316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arenR" startAt="2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Backward Pass (Backpropagation)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lvl="2"/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Uses the 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chain rule of calculus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compute gradients: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lvl="2"/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These gradients are used to 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weights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via gradient descent.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98A894-D538-47D8-9974-B5FFF7B6D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302" y="2003461"/>
                <a:ext cx="6506111" cy="2316788"/>
              </a:xfrm>
              <a:prstGeom prst="rect">
                <a:avLst/>
              </a:prstGeom>
              <a:blipFill>
                <a:blip r:embed="rId3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DB2A5-6C97-4735-9ABA-4F74862D7074}"/>
                  </a:ext>
                </a:extLst>
              </p:cNvPr>
              <p:cNvSpPr txBox="1"/>
              <p:nvPr/>
            </p:nvSpPr>
            <p:spPr>
              <a:xfrm>
                <a:off x="459340" y="3796677"/>
                <a:ext cx="11337206" cy="207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Problem:</a:t>
                </a:r>
              </a:p>
              <a:p>
                <a:pPr marL="225425" indent="-225425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To compute gradients during backpropagation, we need many intermediate values (like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225425" indent="-225425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we don’t store these during the forward pass, we’d have to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recalculate them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— this is: </a:t>
                </a:r>
              </a:p>
              <a:p>
                <a:pPr marL="682625" lvl="1" indent="-225425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Computationally expensive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2625" lvl="1" indent="-225425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Wasteful, especially for deep networks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DB2A5-6C97-4735-9ABA-4F74862D7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40" y="3796677"/>
                <a:ext cx="11337206" cy="2075312"/>
              </a:xfrm>
              <a:prstGeom prst="rect">
                <a:avLst/>
              </a:prstGeom>
              <a:blipFill>
                <a:blip r:embed="rId4"/>
                <a:stretch>
                  <a:fillRect l="-806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23A0966-4440-4B08-9E88-D455FB96F930}"/>
              </a:ext>
            </a:extLst>
          </p:cNvPr>
          <p:cNvSpPr txBox="1"/>
          <p:nvPr/>
        </p:nvSpPr>
        <p:spPr>
          <a:xfrm>
            <a:off x="990590" y="5648959"/>
            <a:ext cx="105080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Solution: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Cache intermediate values during forward pass.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BB9CB1-15DF-4F80-AB5F-CE432913C9F2}"/>
              </a:ext>
            </a:extLst>
          </p:cNvPr>
          <p:cNvSpPr/>
          <p:nvPr/>
        </p:nvSpPr>
        <p:spPr>
          <a:xfrm>
            <a:off x="838200" y="5648959"/>
            <a:ext cx="10660395" cy="46587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4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5259-731C-48FA-BE79-CE651159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Intermediate Value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9529F-4710-42E3-A003-83404B80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/>
              <a:t>Intermediate value caching</a:t>
            </a:r>
            <a:r>
              <a:rPr lang="en-US" sz="2400" dirty="0"/>
              <a:t> is the process of </a:t>
            </a:r>
            <a:r>
              <a:rPr lang="en-US" sz="2400" b="1" dirty="0"/>
              <a:t>storing intermediate computations</a:t>
            </a:r>
            <a:r>
              <a:rPr lang="en-US" sz="2400" dirty="0"/>
              <a:t> (like linear outputs and activations) during the forward pass, so they can be </a:t>
            </a:r>
            <a:r>
              <a:rPr lang="en-US" sz="2400" b="1" dirty="0"/>
              <a:t>reused during the backward pass</a:t>
            </a:r>
            <a:r>
              <a:rPr lang="en-US" sz="2400" dirty="0"/>
              <a:t> without re-computation.</a:t>
            </a:r>
          </a:p>
          <a:p>
            <a:r>
              <a:rPr lang="en-US" sz="2400" dirty="0"/>
              <a:t>What Is Cached?</a:t>
            </a:r>
          </a:p>
          <a:p>
            <a:pPr marL="0" indent="0">
              <a:buNone/>
            </a:pPr>
            <a:r>
              <a:rPr lang="en-US" sz="2000" dirty="0"/>
              <a:t>During the </a:t>
            </a:r>
            <a:r>
              <a:rPr lang="en-US" sz="2000" b="1" dirty="0"/>
              <a:t>forward pass</a:t>
            </a:r>
            <a:r>
              <a:rPr lang="en-US" sz="2000" dirty="0"/>
              <a:t>, for each layer </a:t>
            </a:r>
            <a:r>
              <a:rPr lang="en-US" sz="2000" dirty="0">
                <a:latin typeface="Monotype Corsiva" panose="03010101010201010101" pitchFamily="66" charset="0"/>
              </a:rPr>
              <a:t>l </a:t>
            </a:r>
            <a:r>
              <a:rPr lang="en-US" sz="2000" dirty="0"/>
              <a:t>, we typically cache: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In frameworks like </a:t>
            </a:r>
            <a:r>
              <a:rPr lang="en-US" sz="2000" b="1" dirty="0" err="1"/>
              <a:t>PyTorch</a:t>
            </a:r>
            <a:r>
              <a:rPr lang="en-US" sz="2000" dirty="0"/>
              <a:t> and </a:t>
            </a:r>
            <a:r>
              <a:rPr lang="en-US" sz="2000" b="1" dirty="0"/>
              <a:t>TensorFlow</a:t>
            </a:r>
            <a:r>
              <a:rPr lang="en-US" sz="2000" dirty="0"/>
              <a:t>, this caching happens </a:t>
            </a:r>
            <a:r>
              <a:rPr lang="en-US" sz="2000" b="1" dirty="0"/>
              <a:t>automatically</a:t>
            </a:r>
            <a:r>
              <a:rPr lang="en-US" sz="2000" dirty="0"/>
              <a:t> using a </a:t>
            </a:r>
            <a:r>
              <a:rPr lang="en-US" sz="2000" b="1" dirty="0"/>
              <a:t>computation graph or gradient tape</a:t>
            </a:r>
            <a:r>
              <a:rPr lang="en-US" sz="20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5EE3C-C66D-44FC-9382-B871D75A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1A0D3-F21A-429D-BE1A-79AA1DAE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1A084-FBDA-4039-ADA9-2F621DF5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72</a:t>
            </a:fld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D12AB30E-A0B0-4DC2-BDD9-453980EB6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1408300"/>
                  </p:ext>
                </p:extLst>
              </p:nvPr>
            </p:nvGraphicFramePr>
            <p:xfrm>
              <a:off x="838200" y="3575882"/>
              <a:ext cx="10515600" cy="1620457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483760">
                      <a:extLst>
                        <a:ext uri="{9D8B030D-6E8A-4147-A177-3AD203B41FA5}">
                          <a16:colId xmlns:a16="http://schemas.microsoft.com/office/drawing/2014/main" val="1535510117"/>
                        </a:ext>
                      </a:extLst>
                    </a:gridCol>
                    <a:gridCol w="4756934">
                      <a:extLst>
                        <a:ext uri="{9D8B030D-6E8A-4147-A177-3AD203B41FA5}">
                          <a16:colId xmlns:a16="http://schemas.microsoft.com/office/drawing/2014/main" val="789845150"/>
                        </a:ext>
                      </a:extLst>
                    </a:gridCol>
                    <a:gridCol w="4274906">
                      <a:extLst>
                        <a:ext uri="{9D8B030D-6E8A-4147-A177-3AD203B41FA5}">
                          <a16:colId xmlns:a16="http://schemas.microsoft.com/office/drawing/2014/main" val="1008468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Purpose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0475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−1]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 activation to layer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Needed to compute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num>
                                <m:den>
                                  <m: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6777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Linear output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−1]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Needed for derivative of activation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38162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Activated output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Often reused in next layer or loss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0806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D12AB30E-A0B0-4DC2-BDD9-453980EB6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1408300"/>
                  </p:ext>
                </p:extLst>
              </p:nvPr>
            </p:nvGraphicFramePr>
            <p:xfrm>
              <a:off x="838200" y="3575882"/>
              <a:ext cx="10515600" cy="1620457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483760">
                      <a:extLst>
                        <a:ext uri="{9D8B030D-6E8A-4147-A177-3AD203B41FA5}">
                          <a16:colId xmlns:a16="http://schemas.microsoft.com/office/drawing/2014/main" val="1535510117"/>
                        </a:ext>
                      </a:extLst>
                    </a:gridCol>
                    <a:gridCol w="4756934">
                      <a:extLst>
                        <a:ext uri="{9D8B030D-6E8A-4147-A177-3AD203B41FA5}">
                          <a16:colId xmlns:a16="http://schemas.microsoft.com/office/drawing/2014/main" val="789845150"/>
                        </a:ext>
                      </a:extLst>
                    </a:gridCol>
                    <a:gridCol w="4274906">
                      <a:extLst>
                        <a:ext uri="{9D8B030D-6E8A-4147-A177-3AD203B41FA5}">
                          <a16:colId xmlns:a16="http://schemas.microsoft.com/office/drawing/2014/main" val="1008468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Purpose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0475279"/>
                      </a:ext>
                    </a:extLst>
                  </a:tr>
                  <a:tr h="4947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0" t="-80488" r="-609016" b="-168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 activation to layer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011" t="-80488" r="-570" b="-1682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777062"/>
                      </a:ext>
                    </a:extLst>
                  </a:tr>
                  <a:tr h="377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0" t="-238710" r="-609016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410" t="-238710" r="-90513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Needed for derivative of activation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3816218"/>
                      </a:ext>
                    </a:extLst>
                  </a:tr>
                  <a:tr h="377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0" t="-338710" r="-609016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Activated output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Often reused in next layer or loss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0806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484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9D49C-0F1F-44D2-B3AC-18A6C02E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Vanishing/Exploding Gradient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EAA42-5B0F-47B2-849E-1FEC98DA1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6CF6D-2E87-4251-9E57-F75C5314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A4BD1-5F0B-407C-9A22-7C3BCF11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499938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94C7-424C-433B-BFB0-75E03164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Motivation: Why Gradients Matter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48B4E4-FB72-4980-B158-C8D3B32C81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In training neural networks, we use </a:t>
                </a:r>
                <a:r>
                  <a:rPr lang="en-US" sz="2400" b="1" dirty="0"/>
                  <a:t>gradient-based optimization</a:t>
                </a:r>
                <a:r>
                  <a:rPr lang="en-US" sz="2400" dirty="0"/>
                  <a:t> (like gradient descent) to update weights and biases so that the model improves over time.</a:t>
                </a:r>
              </a:p>
              <a:p>
                <a:r>
                  <a:rPr lang="en-US" sz="2400" dirty="0"/>
                  <a:t>For each parameter θ, we update: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000" dirty="0"/>
                  <a:t>: learning rate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sz="2000" dirty="0"/>
                  <a:t>: gradient of loss with respect to that parameter</a:t>
                </a:r>
              </a:p>
              <a:p>
                <a:r>
                  <a:rPr lang="en-US" sz="2400" dirty="0"/>
                  <a:t>To compute these gradients efficiently, we use the </a:t>
                </a:r>
                <a:r>
                  <a:rPr lang="en-US" sz="2400" b="1" dirty="0"/>
                  <a:t>backpropagation algorithm</a:t>
                </a:r>
                <a:r>
                  <a:rPr lang="en-US" sz="2400" dirty="0"/>
                  <a:t> and the </a:t>
                </a:r>
                <a:r>
                  <a:rPr lang="en-US" sz="2400" b="1" dirty="0"/>
                  <a:t>chain rule</a:t>
                </a:r>
                <a:r>
                  <a:rPr lang="en-US" sz="2400" dirty="0"/>
                  <a:t> of calculus.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48B4E4-FB72-4980-B158-C8D3B32C81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23CA-F7D7-44BE-B5BB-8A7B0CC8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9595-BF3F-43A3-BD09-EC275537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BEB5B-55D6-467F-A2C4-9DF0E1B0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74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58198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E174-C2F2-4C9E-850B-0A16B3EE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Chain Rule in Backpropagation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31AA50-7D09-4BB3-838E-3E087BE3EF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/>
                  <a:t>Consider a deep network with many layers. Let’s say we want to compute the gradient of the loss with respect to some earlier layer’s weights.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We apply the </a:t>
                </a:r>
                <a:r>
                  <a:rPr lang="en-US" sz="2400" b="1" dirty="0"/>
                  <a:t>chain rule</a:t>
                </a:r>
                <a:r>
                  <a:rPr lang="en-US" sz="2400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Each term is a </a:t>
                </a:r>
                <a:r>
                  <a:rPr lang="en-US" sz="2400" b="1" dirty="0"/>
                  <a:t>derivative</a:t>
                </a:r>
                <a:r>
                  <a:rPr lang="en-US" sz="2400" dirty="0"/>
                  <a:t>, often involving small numbers (e.g., from sigmoid or tanh activations).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31AA50-7D09-4BB3-838E-3E087BE3EF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F41D1-4191-4760-AD74-0D368A94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ED416-873A-43FB-A9AE-50656AC8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00AD0-7D60-46ED-B48E-D30EE553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75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621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662B-C3D0-4234-ADCB-46226FB7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Vanishing Gradient Problem?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9030C-AC7C-4B55-B66A-120F364770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Vanishing Gradient Problem</a:t>
                </a:r>
                <a:r>
                  <a:rPr lang="en-US" sz="2400" dirty="0"/>
                  <a:t> occurs when the gradients (derivatives) become extremely small as we move backward through layers of a deep network. This leads to </a:t>
                </a:r>
                <a:r>
                  <a:rPr lang="en-US" sz="2400" b="1" dirty="0"/>
                  <a:t>very slow learning or no learning</a:t>
                </a:r>
                <a:r>
                  <a:rPr lang="en-US" sz="2400" dirty="0"/>
                  <a:t> in the early layers of the network.</a:t>
                </a:r>
              </a:p>
              <a:p>
                <a:r>
                  <a:rPr lang="en-US" sz="2400" dirty="0"/>
                  <a:t>Intuition: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200" dirty="0"/>
                  <a:t>Suppose each derivative is ≤ 0.5.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200" dirty="0"/>
                  <a:t>Multiplying many of them together causes the overall gradient to </a:t>
                </a:r>
                <a:r>
                  <a:rPr lang="en-US" sz="2200" b="1" dirty="0"/>
                  <a:t>shrink exponentially</a:t>
                </a:r>
                <a:r>
                  <a:rPr lang="en-US" sz="2200" dirty="0"/>
                  <a:t>.</a:t>
                </a: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:r>
                  <a:rPr lang="en-US" sz="2200" dirty="0"/>
                  <a:t>If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 then for n = 10,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δ </a:t>
                </a:r>
                <a:r>
                  <a:rPr lang="en-US" sz="2200" dirty="0"/>
                  <a:t>= 0.00098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200" dirty="0"/>
                  <a:t>This small gradient </a:t>
                </a:r>
                <a:r>
                  <a:rPr lang="en-US" sz="2200" b="1" dirty="0"/>
                  <a:t>barely updates the weights</a:t>
                </a:r>
                <a:r>
                  <a:rPr lang="en-US" sz="2200" dirty="0"/>
                  <a:t> of early layers.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200" dirty="0"/>
                  <a:t>The network gets stuck — it doesn’t learn deep features.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9030C-AC7C-4B55-B66A-120F364770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504CE-9929-41F8-B93C-BF7E2E12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8152-BCE8-474F-96CB-E265FD36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F2FDD-BC8B-4B50-BCB2-E8A297CE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76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79291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EAE1-523D-4AB7-A5E6-49E2A21A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It Happen? (Root Causes)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A0CC9-DF36-47D7-B11F-D9DF2A579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b="1" dirty="0"/>
              <a:t>Sigmoid or Tanh Activation Functions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Sigmoid range: (0, 1); tanh range: (−1, 1)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Their derivatives: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Sigmoid derivative: </a:t>
            </a:r>
            <a:r>
              <a:rPr lang="el-GR" dirty="0"/>
              <a:t>σ′(</a:t>
            </a:r>
            <a:r>
              <a:rPr lang="en-US" dirty="0"/>
              <a:t>z) = </a:t>
            </a:r>
            <a:r>
              <a:rPr lang="el-GR" dirty="0"/>
              <a:t>σ(</a:t>
            </a:r>
            <a:r>
              <a:rPr lang="en-US" dirty="0"/>
              <a:t>z)(1−</a:t>
            </a:r>
            <a:r>
              <a:rPr lang="el-GR" dirty="0"/>
              <a:t>σ(</a:t>
            </a:r>
            <a:r>
              <a:rPr lang="en-US" dirty="0"/>
              <a:t>z)) → max value ≈ 0.25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Tanh derivative: 1 − tanh</a:t>
            </a:r>
            <a:r>
              <a:rPr lang="en-US" baseline="30000" dirty="0"/>
              <a:t>2</a:t>
            </a:r>
            <a:r>
              <a:rPr lang="en-US" dirty="0"/>
              <a:t>(z)  → also &lt; 1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So repeated multiplication of small derivatives causes the gradient to </a:t>
            </a:r>
            <a:r>
              <a:rPr lang="en-US" b="1" dirty="0"/>
              <a:t>vanish</a:t>
            </a:r>
            <a:r>
              <a:rPr lang="en-US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b="1" dirty="0"/>
              <a:t>Deep Networks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deeper the network, the more times small values are multiplied.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Gradient </a:t>
            </a:r>
            <a:r>
              <a:rPr lang="en-US" b="1" dirty="0"/>
              <a:t>shrinks</a:t>
            </a:r>
            <a:r>
              <a:rPr lang="en-US" dirty="0"/>
              <a:t> before it reaches early layers.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5F8E-3C66-423B-9D63-B231876B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5B720-42A6-4B1E-B229-95D40E25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665DB-8EAE-486E-9F2B-8341AB7D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77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525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F122-C524-4999-8977-3BEA3C29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Happens When Gradients Vanish?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FC398-90D2-471E-BAB2-0EC145BCC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Early layers</a:t>
            </a:r>
            <a:r>
              <a:rPr lang="en-US" dirty="0"/>
              <a:t> barely learn (no significant weight update).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Slow convergence</a:t>
            </a:r>
            <a:r>
              <a:rPr lang="en-US" dirty="0"/>
              <a:t> or </a:t>
            </a:r>
            <a:r>
              <a:rPr lang="en-US" b="1" dirty="0"/>
              <a:t>no convergence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Model performs poorly despite training for a long time.</a:t>
            </a:r>
          </a:p>
          <a:p>
            <a:pPr>
              <a:lnSpc>
                <a:spcPct val="100000"/>
              </a:lnSpc>
            </a:pPr>
            <a:r>
              <a:rPr lang="en-US" dirty="0"/>
              <a:t>Especially problematic in: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Deep MLPs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RNNs (Recurrent Neural Networks)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5BF34-678B-4315-BDE6-227CB364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9FC28-F41B-4715-ABA3-4FEC81E5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18E5A-FDAC-4D0C-9096-8EB75FAC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78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5329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F5B2-A58B-4966-AC45-E3C8C5DD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Solutions to Vanishing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272E2-8D4C-4853-829B-E111EECBC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Let’s now explore both </a:t>
            </a:r>
            <a:r>
              <a:rPr lang="en-US" sz="2400" b="1" dirty="0"/>
              <a:t>practical solutions</a:t>
            </a:r>
            <a:r>
              <a:rPr lang="en-US" sz="2400" dirty="0"/>
              <a:t> and </a:t>
            </a:r>
            <a:r>
              <a:rPr lang="en-US" sz="2400" b="1" dirty="0"/>
              <a:t>architectural innovations</a:t>
            </a:r>
            <a:r>
              <a:rPr lang="en-US" sz="2400" dirty="0"/>
              <a:t>: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2400" dirty="0"/>
              <a:t>Use </a:t>
            </a:r>
            <a:r>
              <a:rPr lang="en-US" sz="2400" dirty="0" err="1"/>
              <a:t>ReLU</a:t>
            </a:r>
            <a:r>
              <a:rPr lang="en-US" sz="2400" dirty="0"/>
              <a:t> Activation Instead of Sigmoid/Tanh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2400" dirty="0"/>
              <a:t>Proper Weight Initialization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2400" dirty="0"/>
              <a:t>Batch Normalization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2400" dirty="0"/>
              <a:t>Residual Connections (Skip Connections)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2400" dirty="0"/>
              <a:t>Use Architectures Less Prone to This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F084-0CF1-487F-819E-6A009530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E4B22-5057-4A9B-8235-1DB758F0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CSE4</a:t>
            </a:r>
            <a:r>
              <a:rPr lang="en-US"/>
              <a:t>6</a:t>
            </a:r>
            <a:r>
              <a:rPr lang="x-none"/>
              <a:t>5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FC4D1-ED51-40D8-8557-991ED8FC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79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8017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E105-3C28-9D41-74DB-723A3C54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Reference and further reading</a:t>
            </a:r>
            <a:endParaRPr lang="x-none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F473-DCFB-3FCB-4582-0B723459F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/>
              <a:t>I. Goodfellow, Y. </a:t>
            </a:r>
            <a:r>
              <a:rPr lang="en-US" sz="1800" dirty="0" err="1"/>
              <a:t>Bengio</a:t>
            </a:r>
            <a:r>
              <a:rPr lang="en-US" sz="1800" dirty="0"/>
              <a:t>, and A. Courville, *Deep Learning*. Cambridge, MA: MIT Press, 2016.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0" i="0" dirty="0" err="1">
                <a:solidFill>
                  <a:srgbClr val="222222"/>
                </a:solidFill>
                <a:effectLst/>
              </a:rPr>
              <a:t>Rumelhart</a:t>
            </a:r>
            <a:r>
              <a:rPr lang="en-US" sz="1800" b="0" i="0" dirty="0">
                <a:solidFill>
                  <a:srgbClr val="222222"/>
                </a:solidFill>
                <a:effectLst/>
              </a:rPr>
              <a:t>, D., Hinton, G. &amp; Williams, R. Learning representations by back-propagating errors. </a:t>
            </a:r>
            <a:r>
              <a:rPr lang="en-US" sz="1800" b="0" i="1" dirty="0">
                <a:solidFill>
                  <a:srgbClr val="222222"/>
                </a:solidFill>
                <a:effectLst/>
              </a:rPr>
              <a:t>Nature</a:t>
            </a:r>
            <a:r>
              <a:rPr lang="en-US" sz="1800" b="0" i="0" dirty="0">
                <a:solidFill>
                  <a:srgbClr val="222222"/>
                </a:solidFill>
                <a:effectLst/>
              </a:rPr>
              <a:t> </a:t>
            </a:r>
            <a:r>
              <a:rPr lang="en-US" sz="1800" b="1" i="0" dirty="0">
                <a:solidFill>
                  <a:srgbClr val="222222"/>
                </a:solidFill>
                <a:effectLst/>
              </a:rPr>
              <a:t>323</a:t>
            </a:r>
            <a:r>
              <a:rPr lang="en-US" sz="1800" b="0" i="0" dirty="0">
                <a:solidFill>
                  <a:srgbClr val="222222"/>
                </a:solidFill>
                <a:effectLst/>
              </a:rPr>
              <a:t>, 533–536 (1986). https://doi.org/10.1038/323533a0</a:t>
            </a:r>
            <a:endParaRPr lang="en-US" sz="1800" dirty="0"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effectLst/>
              </a:rPr>
              <a:t>D. Bergmann, C. Stryker, “What is Backpropagation?”, IBM Think, [Online]. Available: https://www.ibm.com/think/topics/backpropagation. [Accessed: Jun. 23, 2025].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effectLst/>
              </a:rPr>
              <a:t>Pramoditha</a:t>
            </a:r>
            <a:r>
              <a:rPr lang="en-US" sz="1800" dirty="0">
                <a:effectLst/>
              </a:rPr>
              <a:t>, </a:t>
            </a:r>
            <a:r>
              <a:rPr lang="en-US" sz="1800" dirty="0" err="1">
                <a:effectLst/>
              </a:rPr>
              <a:t>Rukshan</a:t>
            </a:r>
            <a:r>
              <a:rPr lang="en-US" sz="1800" dirty="0">
                <a:effectLst/>
              </a:rPr>
              <a:t>. “The Concept of Artificial Neurons (</a:t>
            </a:r>
            <a:r>
              <a:rPr lang="en-US" sz="1800" dirty="0" err="1">
                <a:effectLst/>
              </a:rPr>
              <a:t>Perceptrons</a:t>
            </a:r>
            <a:r>
              <a:rPr lang="en-US" sz="1800" dirty="0">
                <a:effectLst/>
              </a:rPr>
              <a:t>) in Neural Networks.” </a:t>
            </a:r>
            <a:r>
              <a:rPr lang="en-US" sz="1800" i="1" dirty="0">
                <a:effectLst/>
              </a:rPr>
              <a:t>Medium</a:t>
            </a:r>
            <a:r>
              <a:rPr lang="en-US" sz="1800" dirty="0">
                <a:effectLst/>
              </a:rPr>
              <a:t>, Towards Data Science, 29 Dec. 2021.[Online]. Available: towardsdatascience.com/the-concept-of-artificial-neurons-perceptrons-in-neural-networks-fab22249cbfc. [Accessed 21 Jan. 2025].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hlinkClick r:id="rId3"/>
            </a:endParaRPr>
          </a:p>
          <a:p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D1827-68A8-F02D-A6F1-E928150D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D97C9-41C3-FD83-7BC2-D51A9B6F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478E-BB6C-D845-A294-63FF2C74C133}" type="slidenum">
              <a:rPr lang="x-none" smtClean="0"/>
              <a:pPr/>
              <a:t>80</a:t>
            </a:fld>
            <a:endParaRPr lang="x-non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2236D9D-1519-4838-875F-EFFD20C0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x-none" dirty="0"/>
              <a:t>CSE4</a:t>
            </a:r>
            <a:r>
              <a:rPr lang="en-US" dirty="0"/>
              <a:t>6</a:t>
            </a:r>
            <a:r>
              <a:rPr lang="x-non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6186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16045</TotalTime>
  <Words>5640</Words>
  <Application>Microsoft Office PowerPoint</Application>
  <PresentationFormat>Widescreen</PresentationFormat>
  <Paragraphs>1174</Paragraphs>
  <Slides>80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9" baseType="lpstr">
      <vt:lpstr>Aptos</vt:lpstr>
      <vt:lpstr>Arial</vt:lpstr>
      <vt:lpstr>Cambria Math</vt:lpstr>
      <vt:lpstr>Courier New</vt:lpstr>
      <vt:lpstr>Ink Free</vt:lpstr>
      <vt:lpstr>Monotype Corsiva</vt:lpstr>
      <vt:lpstr>Times New Roman</vt:lpstr>
      <vt:lpstr>Wingdings</vt:lpstr>
      <vt:lpstr>Office Theme</vt:lpstr>
      <vt:lpstr>Topic  Multi-layer Perceptron</vt:lpstr>
      <vt:lpstr>Today’s Topic</vt:lpstr>
      <vt:lpstr>Limitation of a Perceptron</vt:lpstr>
      <vt:lpstr>The problem</vt:lpstr>
      <vt:lpstr>Emergence of multi-layer perceptron (MLP)</vt:lpstr>
      <vt:lpstr>Perceptron with Sigmoid</vt:lpstr>
      <vt:lpstr>MLP Intuition</vt:lpstr>
      <vt:lpstr>MLP: Mathematics</vt:lpstr>
      <vt:lpstr>MLP: Mathematics (further enhancements)</vt:lpstr>
      <vt:lpstr>MLP: Mathematics (further enhancements)</vt:lpstr>
      <vt:lpstr>MLP: Mathematics (further enhancements)</vt:lpstr>
      <vt:lpstr>MLP: Formation</vt:lpstr>
      <vt:lpstr>MLP: Formation with more flexibility</vt:lpstr>
      <vt:lpstr>MLP: Formation with more flexibility</vt:lpstr>
      <vt:lpstr>MLP: Formation with more flexibility</vt:lpstr>
      <vt:lpstr>MLP: Formation with more flexibility</vt:lpstr>
      <vt:lpstr>MLP/ANN Notation</vt:lpstr>
      <vt:lpstr>MLP Notation</vt:lpstr>
      <vt:lpstr>MLP Notation</vt:lpstr>
      <vt:lpstr>MLP Notation</vt:lpstr>
      <vt:lpstr>Forward Propagation</vt:lpstr>
      <vt:lpstr>Forward Propagation</vt:lpstr>
      <vt:lpstr>Forward Propagation: layer 1</vt:lpstr>
      <vt:lpstr>Forward Propagation: layer 3 / Output layer</vt:lpstr>
      <vt:lpstr>Forward Propagation: layer 2</vt:lpstr>
      <vt:lpstr>Loss Functions in deep learning</vt:lpstr>
      <vt:lpstr>What is Loss Function?</vt:lpstr>
      <vt:lpstr>Loss function in ML (Linear Regression)</vt:lpstr>
      <vt:lpstr>Loss function in Deep Learning</vt:lpstr>
      <vt:lpstr>Loss function vs Cost function</vt:lpstr>
      <vt:lpstr>Various loss functions in DL</vt:lpstr>
      <vt:lpstr>Mean Squared Error (MSE)</vt:lpstr>
      <vt:lpstr>MSE (Key characteristics)</vt:lpstr>
      <vt:lpstr>Mean Average Error (MAE)</vt:lpstr>
      <vt:lpstr>MAE (Key characteristics)</vt:lpstr>
      <vt:lpstr>Huber Loss</vt:lpstr>
      <vt:lpstr>Huber Loss (Key Characteristics)</vt:lpstr>
      <vt:lpstr>Comparison</vt:lpstr>
      <vt:lpstr>Summary Comparison</vt:lpstr>
      <vt:lpstr>Binary Cross Entropy (BCE)</vt:lpstr>
      <vt:lpstr>BCE (Key characteristics)</vt:lpstr>
      <vt:lpstr>BCE (Key characteristics) contd.</vt:lpstr>
      <vt:lpstr>Categorical Cross Entropy (CCE)</vt:lpstr>
      <vt:lpstr>Gradient Descent</vt:lpstr>
      <vt:lpstr>Linear Regression</vt:lpstr>
      <vt:lpstr>What Is Optimization?</vt:lpstr>
      <vt:lpstr>Gradient Descent</vt:lpstr>
      <vt:lpstr>How it works: Simple terms</vt:lpstr>
      <vt:lpstr>Mathematical Formulation</vt:lpstr>
      <vt:lpstr>How Gradient Descent Works in Neural Networks</vt:lpstr>
      <vt:lpstr>Variants of Gradient Descent</vt:lpstr>
      <vt:lpstr>1. Batch Gradient Descent (Vanilla GD)</vt:lpstr>
      <vt:lpstr>2. Stochastic Gradient Descent (SGD)</vt:lpstr>
      <vt:lpstr>3. Mini-Batch Gradient Descent</vt:lpstr>
      <vt:lpstr>Choosing the Learning Rate (η)</vt:lpstr>
      <vt:lpstr>Advanced Optimizers (Beyond Basic GD)</vt:lpstr>
      <vt:lpstr>Additional Concepts</vt:lpstr>
      <vt:lpstr>Summary</vt:lpstr>
      <vt:lpstr>Backpropagation: A complete guide</vt:lpstr>
      <vt:lpstr>The “What”? -  Understanding backpropagation</vt:lpstr>
      <vt:lpstr>Purpose of Backpropagation Algorithm</vt:lpstr>
      <vt:lpstr>The Backpropagation Algorithm: A Series of Steps</vt:lpstr>
      <vt:lpstr>Backpropagation Example: Regression</vt:lpstr>
      <vt:lpstr>Recap: Chain Rule of Differentiation</vt:lpstr>
      <vt:lpstr>Recap: Partial Derivatives</vt:lpstr>
      <vt:lpstr>Recap: Gradient Descent Update Rule</vt:lpstr>
      <vt:lpstr>Calculation of Derivatives: Output Layer</vt:lpstr>
      <vt:lpstr>Backpropagation Example: Classification</vt:lpstr>
      <vt:lpstr>Calculation of Derivatives: Output Layer</vt:lpstr>
      <vt:lpstr>Intermediate Value Caching</vt:lpstr>
      <vt:lpstr>Why Is Intermediate Value Caching Necessary?</vt:lpstr>
      <vt:lpstr>What Is Intermediate Value Caching?</vt:lpstr>
      <vt:lpstr>Vanishing/Exploding Gradient</vt:lpstr>
      <vt:lpstr>Motivation: Why Gradients Matter</vt:lpstr>
      <vt:lpstr>The Chain Rule in Backpropagation</vt:lpstr>
      <vt:lpstr>What Is the Vanishing Gradient Problem?</vt:lpstr>
      <vt:lpstr>Why Does It Happen? (Root Causes)</vt:lpstr>
      <vt:lpstr>What Happens When Gradients Vanish?</vt:lpstr>
      <vt:lpstr>Solutions to Vanishing Gradient</vt:lpstr>
      <vt:lpstr>Reference and 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Silvia Ahmed</dc:creator>
  <cp:lastModifiedBy>Shamim Khan</cp:lastModifiedBy>
  <cp:revision>122</cp:revision>
  <dcterms:created xsi:type="dcterms:W3CDTF">2024-05-20T12:01:47Z</dcterms:created>
  <dcterms:modified xsi:type="dcterms:W3CDTF">2025-07-07T17:36:36Z</dcterms:modified>
</cp:coreProperties>
</file>